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6"/>
  </p:notesMasterIdLst>
  <p:sldIdLst>
    <p:sldId id="324" r:id="rId5"/>
    <p:sldId id="340" r:id="rId6"/>
    <p:sldId id="341" r:id="rId7"/>
    <p:sldId id="342" r:id="rId8"/>
    <p:sldId id="343" r:id="rId9"/>
    <p:sldId id="345" r:id="rId10"/>
    <p:sldId id="346" r:id="rId11"/>
    <p:sldId id="338" r:id="rId12"/>
    <p:sldId id="339" r:id="rId13"/>
    <p:sldId id="347" r:id="rId14"/>
    <p:sldId id="387" r:id="rId15"/>
    <p:sldId id="348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86" r:id="rId31"/>
    <p:sldId id="363" r:id="rId32"/>
    <p:sldId id="364" r:id="rId33"/>
    <p:sldId id="365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73" r:id="rId42"/>
    <p:sldId id="374" r:id="rId43"/>
    <p:sldId id="375" r:id="rId44"/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384" r:id="rId53"/>
    <p:sldId id="385" r:id="rId54"/>
    <p:sldId id="388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B5FF"/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07" autoAdjust="0"/>
    <p:restoredTop sz="93598" autoAdjust="0"/>
  </p:normalViewPr>
  <p:slideViewPr>
    <p:cSldViewPr snapToGrid="0">
      <p:cViewPr varScale="1">
        <p:scale>
          <a:sx n="149" d="100"/>
          <a:sy n="149" d="100"/>
        </p:scale>
        <p:origin x="14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68841-FBA4-2D46-C404-D4B90E551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F08DE-08C4-25E8-5566-46D617DD6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24BAC-78CF-42A3-E087-6D2D2DDDB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D9BED-6E36-1052-4BAD-46E1A7EA85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78720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9BFBB-A006-6724-2E9B-D92D08CA0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93CFF-3426-AC88-529A-DBDB10478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5BEC12-FDC5-0DF8-E2D6-902CE5DA0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E9775-210B-C104-009E-AB0910449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85937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D42F4-34E1-A23A-395C-38B483801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19DE8-5903-D46E-B827-AC9DB10D3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ABD217-8EE6-7CF7-DB34-55D33394F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2EE62-CE42-AE6A-BEC0-20EE0403C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08122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2BA07-BFBE-90AA-F05D-034A071F0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2F9AB-FFE6-183B-1183-3BF7ADB95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940C9-6B45-CA6A-7F2F-405585979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D5CC9-5A6D-C32B-A39A-8019BB532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8801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EF1D5-1FB9-9871-6AD3-493288BFE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8F603-731B-6181-451F-87A9A2133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C90AE2-5D83-7583-C4C1-1F1EBCFF5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4C0DB-4A61-473E-84FD-A16B0EAFBA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20999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BD4B9-D0F0-E556-E29D-D683C42B3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0A88A-C71B-FF77-F418-ABBE65958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938F0-DBCC-A6C7-88F2-74229CEED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B9C5F-F39C-F8D1-4841-25EC31F52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51088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C237-DBAB-8C64-F125-D3AF2E3F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ADE3E7-78D8-CA55-6CAF-308DCE9E4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B2E58-1D57-6BFA-FE34-FA6EB9226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BE04F-02DF-DFB3-C12E-8A5AF40649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61058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9AB29-6C94-E9ED-40C6-D6FA5057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ED332-166C-9ED7-4C07-E6D55969F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F3BD7-E7A6-DF75-740A-8DE792FE8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5792B-B93B-256E-D363-46B109D9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73312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1887D-41F5-2449-4C53-79AE01E5B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6D1A1-463E-446D-4385-06743569B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2FB87E-D292-F64B-8314-38654A82B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82361-638E-E122-235D-E550A2D80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24409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2D9E1-5F5B-6D48-AF51-781FD516F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49FC8-746C-314C-F43A-D14A29F08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D2B9F-F2E2-409B-1D8C-46D3A1D95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E0F6B-6A86-D6E6-6275-A01B21AE7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96093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399CD-A74D-C5D6-4BA9-7F6D68B9A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0F3FE5-A554-0518-8968-4B24A42DD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599895-E8D0-15E1-CDA0-957C2B513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0D241-72D0-C690-F1E1-E26B42763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06770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CCA91-0757-C158-50EF-FF474A000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E2E0B-6109-5A67-DF72-F15DB8D3A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97D7CE-CAA8-103D-9721-0B3C3E9F4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B00E6-0CF7-6DA6-86E7-AA33FF7D3C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422495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73362-1F79-C730-43A5-A3C3A7862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9D0F1-F57F-ADEE-095E-61EE3DCB8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5815F0-D7B2-F08C-0B49-A2E13E3B5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8F2F0-6B72-E6FD-4318-4B441B175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34071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60F7E-508E-9FBB-A9FC-9A183B69A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E127B-AC0E-385D-EF02-5C9DA06B1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81741-F3F4-1DEB-52C8-99B311429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2982B-9CBF-37AE-0066-0F8207B75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298527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764D4-5CBD-64D2-0D02-2754BBDB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F7027C-6643-118B-E7B1-9C0DFFEE4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B2F5A-61E6-3132-2A88-57B672933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94DC6-DAF8-F048-C641-265B853838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727537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7DC70-3411-23A4-1D58-0F0C6F24B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00465-A8C3-53EB-9997-541D61205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3E3AF-2A20-F907-E5D0-4EA7335BE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04A3B-EF9C-9080-942E-489F59BCA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670289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4B758-1520-55E4-CD38-A7BF14BCB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FF838-1D14-43F7-15D5-6926D118C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D3873-1955-1BD7-B432-D1ADE7646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1A04A-C9E0-14FF-0A13-4E12838FC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19372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45CFC-7B6D-7C4F-2BD6-2275975D8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EECB7-5243-D5C2-51E7-A7929758B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A58C51-BCDA-2CF1-1B68-459BAA218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F3636-5EB9-B138-4809-B399FD8CB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092263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135DE-7406-E77A-72DA-BCB693D22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95F01B-2EE5-0C2B-2DB2-87DF20CD2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B2AC2-2F0B-6D61-0BE0-DDD8229DF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028A0-4E35-9C94-0896-53F6C2D52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136319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19350-C227-42E6-B019-7FAEAB3F7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487AF5-CC32-D261-01F4-D24C48A81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A46D2F-63B4-995A-F964-1D8064C4E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8F23F-4BF7-1153-6AED-9C5B5557D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576187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91972-65EC-EAB0-7105-42D4259E3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618F1-03AC-CB86-C047-B65B8865A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97C3E0-53B9-C5CD-BE69-7E31227BD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47459-DD37-C1EC-8E15-31871ECDB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64615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1D8C9-A94D-688F-F0AA-DF962EFE3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2BCE6-F709-3490-F5AD-68356E5AE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C9467-A51C-D644-6104-396C1B221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D2CE6-2511-CC98-94D1-1D3B30987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14351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8AE1B-763D-E934-5C30-7C7924F68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11A4F1-0309-1A94-AD68-08AB5A197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7B01A9-39C1-BFE9-40C8-B9A0FAFE0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8F52F-66C4-5FF8-E146-291DA3448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819526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5D84D-4E28-6966-CABE-8F2A345F6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AF214-B0AD-0752-3427-F6F85A7A3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956C9-8554-1AB3-0353-5D4F50BA8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1399C-37E3-3333-6767-A962EDCA1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066956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B8F6B-F6E3-08AB-BA59-CBF341DF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E730EA-135A-B701-F15A-276EB372E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D41842-9A0E-753F-261A-7AA7DB2C1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53A46-FBC9-192B-1068-EA53C6AB6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138138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7E077-C5C9-E2F3-A44E-8C03B0C97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80C349-45A0-9D8B-F0F2-6F5631B84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5A72C7-A929-F559-FBBF-78115CC61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25B67-086A-92CE-3F10-5A28B88C5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098976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3A8FC-C38E-C31B-CE29-C3911E669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292B8-0FBA-835A-A824-E42ECC07A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21B835-ACF9-BC84-1F70-ACA8304A4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F4125-D6BC-4FE3-A06B-470331E2E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006844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38EC-8D9C-4D87-62B3-F9A40B10A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68BC4-A19A-CBF7-52C8-8599CB13D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3CD0D-5642-1BD7-0A4D-03F73B85B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53B3D-30E2-B176-B8FF-B5613EEB7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797023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E192B-780D-E1E2-A8C4-0EF36A9A2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B031C-7FB5-FED3-D758-261336389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72EF5-5B83-97C1-46DE-46524E6E3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86922-CAE9-E3F9-2955-C6C49A7DA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032221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3661E-4E64-67B3-F2E2-BE63DD8FA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23B69-CFE3-282D-AA6F-EBDF8CC6B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04B092-0BBA-ADC1-E9B4-6579693C6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6EF11-53AE-7E1B-9559-E111D169B7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012569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5D273-6E1D-03D6-D185-C2E958201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BD83F-25D2-1CDA-601A-BC43358C5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473B37-6063-B875-244D-23ECB0A53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CEFF1-0E76-0BF9-4203-115269868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32974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9C30D-DE5F-5A30-C813-EDEDA19FB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3D46B-D28D-E4F3-1702-AF1D9D428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A95E2-3BF5-9871-1350-D00DB1E0B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CB3F6-C3A0-696E-0BAB-53326671F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214032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39F41-AB3C-B861-2812-88D068D14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016FD-9A65-C406-2E03-19CF6046E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711BB-5E59-66D2-E81D-9DD1CD3A4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3086C-8397-4033-D6F8-ACCA8A619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548804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8802C-BE43-3D8C-88D6-0AB1518A1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B2C32-AE60-1DAA-E66C-B7C7B28B5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8867D9-5376-ADB0-71A7-0033E02FF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DD8B8-A75C-1B34-FCA4-860872B89C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184260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CA641-495D-B25F-A931-0254F9EBF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F04A2-9230-A295-9CB9-A71426F3A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4A2DA-8107-48E9-81C9-8F57805E9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8E640-F70D-94AA-0BD0-EEBB24CA4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1424253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20F8A-1B49-02C2-2348-A73A0747E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F88408-6642-1177-6960-B70D5D130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A792A3-A714-8865-E4EA-58362BF06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9437B-C36E-22DD-E635-77D3522237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643478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A2199-B049-522A-0FBC-7D141DE82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5B956-8A5E-D11E-5BDC-6D3F2EB8A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88A63-AE60-1515-CEC0-8B1BD9876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D4F67-06BE-041F-7C17-D444B4926C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830916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EF2B7-A71A-3C46-A096-FFE048457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E83CEC-F5CF-5D9D-11E6-C14A6E3AF3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97523-F737-84AF-7B35-09B16A41E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C1632-062C-5474-91E6-DE8B28C3F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902368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3F7D2-3F9C-8242-EB0E-CA9EDADC0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40541-082B-5DC8-39C0-E4E943C8F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AD0B9-504D-A937-6639-244395DEB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76501-5D28-A54F-51D6-059F5D9C53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514374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0E5AB-26D5-8F52-0EA9-1F8922C6F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F6426-F998-479C-CB62-1389609D9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AC854-B146-B07E-FA94-CFE1BE9F4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38DB4-609A-F06E-B70E-C41CBE2B4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627670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69F58-83FD-3170-D94C-6882712D6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9BD760-6424-0177-8569-383D6EA5D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9946C-4DAE-9734-997E-E52881280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D78AE-B185-A30F-BE77-3FA39F96C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418773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BFF99-A740-FCBD-33EA-2B99616E9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C40E86-1802-AFDC-BC30-EBB64C460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71385-C27D-6B4E-5499-E11ED99C4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4C133-38D0-F8F3-7B02-E79752F1C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3275612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91BDE-93C9-9F86-5613-E3BC8B27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78380-EDDB-CD17-E11C-994A280B7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FA304-F300-444A-053D-77EB4B4AE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9EB39-726A-3984-4B0A-8FCD7C983D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9271372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2B6BA-AA29-7765-8B59-FA4AE3188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B497B-4366-99DF-3EF9-DF55E4E81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A6EA18-E84A-93B4-99D2-847F3E2EA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F5CC9-C593-ACD9-9CA1-A455FD2F4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946124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4F97-92DC-233D-CE31-01297A765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9C907-591E-5CE8-0BEE-2A7BE2435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3F1EA-B2FD-FF3B-1F89-BCCDCA9B6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6866A-241B-1FB8-6AAF-D7C1A1296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85461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916E8-7C90-C05F-5758-6F2A55E40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BA64F-4D2C-E6CE-5129-4DB537A6F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E44FA-0EFF-BC7F-B4F7-1F9F041EB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605E4-9A8D-6C3A-BF09-008D6AB68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784303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AA7A4-1497-DAEE-D3D3-AF346F479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BD473E-3BE4-1581-B23B-DDEA292F4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D3B09D-2806-03D3-2895-A84495CC2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20C8E-9F4A-B4AC-88BD-37C46C104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9691302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29497-EDC6-5D68-8465-41E3B5CBB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E59AD5-D3D7-12FF-B671-1E3409447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7CEE6-AC7F-1E11-1321-2572DE8B8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70448-769E-F308-A659-91A473929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6424135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62A04-1CAD-F2BF-1260-38719341A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59A1C-A245-DCDB-7762-F654C37C7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D4B2D-2E6D-9C60-2708-622BB7CA3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5DB55-50A3-5377-43AD-307E10B37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5639984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A5299-6AB9-A59C-C0F8-060381243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9DA447-DE73-4812-0B1B-114FD8130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29300-416C-82C3-0FAC-DA5264B2F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D8812-3F89-0D9E-6EB8-39BADC33F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4249727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2A4DD-AB27-9C4E-DA23-9C2ADDC9C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50601A-AB12-651E-9942-9449161A2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AC8216-E43A-3551-79E1-524F2E7B9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71A52-2829-C416-B1A6-E5EF50736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88087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DC3AA-E7CF-BB44-0E84-3D675D627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A81E140-3842-955C-F6EE-74FACE5DD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Heap Data Structure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DA94A9-2B23-F2A2-7C3C-72DF5535EC1E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 heap is a special tree-based data structure.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C4FD421-4584-6F59-8103-055A3FADEB7B}"/>
              </a:ext>
            </a:extLst>
          </p:cNvPr>
          <p:cNvSpPr/>
          <p:nvPr/>
        </p:nvSpPr>
        <p:spPr>
          <a:xfrm>
            <a:off x="2592958" y="150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543D5BC-41E2-3A27-7E3D-0A4DFA07B00C}"/>
              </a:ext>
            </a:extLst>
          </p:cNvPr>
          <p:cNvSpPr/>
          <p:nvPr/>
        </p:nvSpPr>
        <p:spPr>
          <a:xfrm>
            <a:off x="1724746" y="222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5C8B9B-F2B6-1DCE-37C4-DA116A772FAA}"/>
              </a:ext>
            </a:extLst>
          </p:cNvPr>
          <p:cNvCxnSpPr>
            <a:cxnSpLocks/>
            <a:stCxn id="3" idx="7"/>
            <a:endCxn id="2" idx="3"/>
          </p:cNvCxnSpPr>
          <p:nvPr/>
        </p:nvCxnSpPr>
        <p:spPr>
          <a:xfrm flipV="1">
            <a:off x="2339304" y="2122097"/>
            <a:ext cx="359096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976D37C-99BE-B4E7-0321-1BF8B29271E1}"/>
              </a:ext>
            </a:extLst>
          </p:cNvPr>
          <p:cNvSpPr/>
          <p:nvPr/>
        </p:nvSpPr>
        <p:spPr>
          <a:xfrm>
            <a:off x="808931" y="301788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ACFFD-6E1F-D416-D05B-355EF60359AA}"/>
              </a:ext>
            </a:extLst>
          </p:cNvPr>
          <p:cNvCxnSpPr>
            <a:cxnSpLocks/>
            <a:stCxn id="16" idx="7"/>
            <a:endCxn id="3" idx="3"/>
          </p:cNvCxnSpPr>
          <p:nvPr/>
        </p:nvCxnSpPr>
        <p:spPr>
          <a:xfrm flipV="1">
            <a:off x="1423489" y="2842097"/>
            <a:ext cx="406699" cy="281233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EF50829-DFC5-B3C5-23A5-66A66928D10A}"/>
              </a:ext>
            </a:extLst>
          </p:cNvPr>
          <p:cNvSpPr/>
          <p:nvPr/>
        </p:nvSpPr>
        <p:spPr>
          <a:xfrm>
            <a:off x="3312958" y="222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2755470-48F8-26E3-F068-DD4462EE3624}"/>
              </a:ext>
            </a:extLst>
          </p:cNvPr>
          <p:cNvCxnSpPr>
            <a:cxnSpLocks/>
            <a:stCxn id="18" idx="1"/>
            <a:endCxn id="2" idx="5"/>
          </p:cNvCxnSpPr>
          <p:nvPr/>
        </p:nvCxnSpPr>
        <p:spPr>
          <a:xfrm flipH="1" flipV="1">
            <a:off x="3207516" y="2122097"/>
            <a:ext cx="210884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692F46F9-CF60-CC7C-8A0F-B66ACEA9FC8F}"/>
              </a:ext>
            </a:extLst>
          </p:cNvPr>
          <p:cNvSpPr/>
          <p:nvPr/>
        </p:nvSpPr>
        <p:spPr>
          <a:xfrm>
            <a:off x="2502585" y="301735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3EE397-04DA-ED78-401E-98E080B0FA2A}"/>
              </a:ext>
            </a:extLst>
          </p:cNvPr>
          <p:cNvCxnSpPr>
            <a:cxnSpLocks/>
            <a:stCxn id="20" idx="1"/>
            <a:endCxn id="3" idx="5"/>
          </p:cNvCxnSpPr>
          <p:nvPr/>
        </p:nvCxnSpPr>
        <p:spPr>
          <a:xfrm flipH="1" flipV="1">
            <a:off x="2339304" y="2842097"/>
            <a:ext cx="268723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D14EB03-0EB2-D5A0-D80A-BD222BB32DAE}"/>
              </a:ext>
            </a:extLst>
          </p:cNvPr>
          <p:cNvSpPr/>
          <p:nvPr/>
        </p:nvSpPr>
        <p:spPr>
          <a:xfrm>
            <a:off x="4032958" y="301735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FE33DA-44F2-5CC5-5759-26CA59077C6B}"/>
              </a:ext>
            </a:extLst>
          </p:cNvPr>
          <p:cNvCxnSpPr>
            <a:cxnSpLocks/>
            <a:stCxn id="22" idx="1"/>
            <a:endCxn id="18" idx="5"/>
          </p:cNvCxnSpPr>
          <p:nvPr/>
        </p:nvCxnSpPr>
        <p:spPr>
          <a:xfrm flipH="1" flipV="1">
            <a:off x="3927516" y="2842097"/>
            <a:ext cx="210884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2789395B-F4AA-4FC0-87F7-E165BD13FB48}"/>
              </a:ext>
            </a:extLst>
          </p:cNvPr>
          <p:cNvSpPr/>
          <p:nvPr/>
        </p:nvSpPr>
        <p:spPr>
          <a:xfrm>
            <a:off x="9239042" y="150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DE188E2-E084-BCEF-9B09-66952905D3EE}"/>
              </a:ext>
            </a:extLst>
          </p:cNvPr>
          <p:cNvSpPr/>
          <p:nvPr/>
        </p:nvSpPr>
        <p:spPr>
          <a:xfrm>
            <a:off x="8370830" y="222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84FEE38-BD2B-082A-CC4C-97C4EAFB672F}"/>
              </a:ext>
            </a:extLst>
          </p:cNvPr>
          <p:cNvCxnSpPr>
            <a:cxnSpLocks/>
            <a:stCxn id="39" idx="7"/>
            <a:endCxn id="38" idx="3"/>
          </p:cNvCxnSpPr>
          <p:nvPr/>
        </p:nvCxnSpPr>
        <p:spPr>
          <a:xfrm flipV="1">
            <a:off x="8985388" y="2119417"/>
            <a:ext cx="359096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77CAAA33-8D83-3774-D01D-2F6798D0C314}"/>
              </a:ext>
            </a:extLst>
          </p:cNvPr>
          <p:cNvSpPr/>
          <p:nvPr/>
        </p:nvSpPr>
        <p:spPr>
          <a:xfrm>
            <a:off x="7455015" y="301520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41F6EED-84FC-C0DA-60BD-244B95083C18}"/>
              </a:ext>
            </a:extLst>
          </p:cNvPr>
          <p:cNvCxnSpPr>
            <a:cxnSpLocks/>
            <a:stCxn id="41" idx="7"/>
            <a:endCxn id="39" idx="3"/>
          </p:cNvCxnSpPr>
          <p:nvPr/>
        </p:nvCxnSpPr>
        <p:spPr>
          <a:xfrm flipV="1">
            <a:off x="8069573" y="2839417"/>
            <a:ext cx="406699" cy="281233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8D43A-9D0C-9E9C-1937-8A18E5C076B4}"/>
              </a:ext>
            </a:extLst>
          </p:cNvPr>
          <p:cNvSpPr/>
          <p:nvPr/>
        </p:nvSpPr>
        <p:spPr>
          <a:xfrm>
            <a:off x="9959042" y="222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B6D7C53-216C-5391-0127-002CA8430A21}"/>
              </a:ext>
            </a:extLst>
          </p:cNvPr>
          <p:cNvCxnSpPr>
            <a:cxnSpLocks/>
            <a:stCxn id="43" idx="1"/>
            <a:endCxn id="38" idx="5"/>
          </p:cNvCxnSpPr>
          <p:nvPr/>
        </p:nvCxnSpPr>
        <p:spPr>
          <a:xfrm flipH="1" flipV="1">
            <a:off x="9853600" y="2119417"/>
            <a:ext cx="210884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6DF29E25-BB64-A5FA-2B44-EC994A05E6D4}"/>
              </a:ext>
            </a:extLst>
          </p:cNvPr>
          <p:cNvSpPr/>
          <p:nvPr/>
        </p:nvSpPr>
        <p:spPr>
          <a:xfrm>
            <a:off x="9148669" y="301467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43CB4C8-E081-C287-F4C6-FAB79A2C2CF4}"/>
              </a:ext>
            </a:extLst>
          </p:cNvPr>
          <p:cNvCxnSpPr>
            <a:cxnSpLocks/>
            <a:stCxn id="45" idx="1"/>
            <a:endCxn id="39" idx="5"/>
          </p:cNvCxnSpPr>
          <p:nvPr/>
        </p:nvCxnSpPr>
        <p:spPr>
          <a:xfrm flipH="1" flipV="1">
            <a:off x="8985388" y="2839417"/>
            <a:ext cx="268723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CB931EBB-5019-595D-3A7B-EAEC86EDA53F}"/>
              </a:ext>
            </a:extLst>
          </p:cNvPr>
          <p:cNvSpPr/>
          <p:nvPr/>
        </p:nvSpPr>
        <p:spPr>
          <a:xfrm>
            <a:off x="10679042" y="301467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A48A50A-B118-260E-FC3D-0F298F441E1E}"/>
              </a:ext>
            </a:extLst>
          </p:cNvPr>
          <p:cNvCxnSpPr>
            <a:cxnSpLocks/>
            <a:stCxn id="47" idx="1"/>
            <a:endCxn id="43" idx="5"/>
          </p:cNvCxnSpPr>
          <p:nvPr/>
        </p:nvCxnSpPr>
        <p:spPr>
          <a:xfrm flipH="1" flipV="1">
            <a:off x="10573600" y="2839417"/>
            <a:ext cx="210884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150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18C61-B32D-4EEA-9365-D958631E9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9A883D1-97DF-7C78-B63F-105F9D6D6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Heap Data Structure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AF54DC-23C7-D579-591F-8C9E9B64EBCB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 binary tree is said to follow a heap data structure if…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97B087D-1288-314C-6D76-A8200C1540D9}"/>
              </a:ext>
            </a:extLst>
          </p:cNvPr>
          <p:cNvSpPr/>
          <p:nvPr/>
        </p:nvSpPr>
        <p:spPr>
          <a:xfrm>
            <a:off x="2592958" y="150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CB7C08F-1EB9-2D59-F767-14C463975313}"/>
              </a:ext>
            </a:extLst>
          </p:cNvPr>
          <p:cNvSpPr/>
          <p:nvPr/>
        </p:nvSpPr>
        <p:spPr>
          <a:xfrm>
            <a:off x="1724746" y="222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91D5C3-9F79-27DA-26C1-92D83A32D00F}"/>
              </a:ext>
            </a:extLst>
          </p:cNvPr>
          <p:cNvCxnSpPr>
            <a:cxnSpLocks/>
            <a:stCxn id="3" idx="7"/>
            <a:endCxn id="2" idx="3"/>
          </p:cNvCxnSpPr>
          <p:nvPr/>
        </p:nvCxnSpPr>
        <p:spPr>
          <a:xfrm flipV="1">
            <a:off x="2339304" y="2122097"/>
            <a:ext cx="359096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437EA16C-061E-8C65-DD4F-A4464FA6D000}"/>
              </a:ext>
            </a:extLst>
          </p:cNvPr>
          <p:cNvSpPr/>
          <p:nvPr/>
        </p:nvSpPr>
        <p:spPr>
          <a:xfrm>
            <a:off x="808931" y="301788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DB5B46-EE72-9043-4EED-0ECB3C1DC132}"/>
              </a:ext>
            </a:extLst>
          </p:cNvPr>
          <p:cNvCxnSpPr>
            <a:cxnSpLocks/>
            <a:stCxn id="16" idx="7"/>
            <a:endCxn id="3" idx="3"/>
          </p:cNvCxnSpPr>
          <p:nvPr/>
        </p:nvCxnSpPr>
        <p:spPr>
          <a:xfrm flipV="1">
            <a:off x="1423489" y="2842097"/>
            <a:ext cx="406699" cy="281233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154FFD-2486-21C0-168F-9EA55A1D5E59}"/>
              </a:ext>
            </a:extLst>
          </p:cNvPr>
          <p:cNvSpPr/>
          <p:nvPr/>
        </p:nvSpPr>
        <p:spPr>
          <a:xfrm>
            <a:off x="3312958" y="222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12BF6C-4AE2-9927-AB6E-9D00129F91F0}"/>
              </a:ext>
            </a:extLst>
          </p:cNvPr>
          <p:cNvCxnSpPr>
            <a:cxnSpLocks/>
            <a:stCxn id="18" idx="1"/>
            <a:endCxn id="2" idx="5"/>
          </p:cNvCxnSpPr>
          <p:nvPr/>
        </p:nvCxnSpPr>
        <p:spPr>
          <a:xfrm flipH="1" flipV="1">
            <a:off x="3207516" y="2122097"/>
            <a:ext cx="210884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1D63F6E-5D7B-FA9E-4D11-A33F93A42C99}"/>
              </a:ext>
            </a:extLst>
          </p:cNvPr>
          <p:cNvSpPr/>
          <p:nvPr/>
        </p:nvSpPr>
        <p:spPr>
          <a:xfrm>
            <a:off x="2502585" y="301735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E306A24-8A2B-10C2-86B7-967B64424F52}"/>
              </a:ext>
            </a:extLst>
          </p:cNvPr>
          <p:cNvCxnSpPr>
            <a:cxnSpLocks/>
            <a:stCxn id="20" idx="1"/>
            <a:endCxn id="3" idx="5"/>
          </p:cNvCxnSpPr>
          <p:nvPr/>
        </p:nvCxnSpPr>
        <p:spPr>
          <a:xfrm flipH="1" flipV="1">
            <a:off x="2339304" y="2842097"/>
            <a:ext cx="268723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8616B05-85B1-0429-A811-D11C96079118}"/>
              </a:ext>
            </a:extLst>
          </p:cNvPr>
          <p:cNvSpPr/>
          <p:nvPr/>
        </p:nvSpPr>
        <p:spPr>
          <a:xfrm>
            <a:off x="4032958" y="301735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2C5762F-2F6D-683C-DCBC-65855E1C1801}"/>
              </a:ext>
            </a:extLst>
          </p:cNvPr>
          <p:cNvCxnSpPr>
            <a:cxnSpLocks/>
            <a:stCxn id="22" idx="1"/>
            <a:endCxn id="18" idx="5"/>
          </p:cNvCxnSpPr>
          <p:nvPr/>
        </p:nvCxnSpPr>
        <p:spPr>
          <a:xfrm flipH="1" flipV="1">
            <a:off x="3927516" y="2842097"/>
            <a:ext cx="210884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F5C86119-8670-4FBC-3136-28D6DF8AEB14}"/>
              </a:ext>
            </a:extLst>
          </p:cNvPr>
          <p:cNvSpPr/>
          <p:nvPr/>
        </p:nvSpPr>
        <p:spPr>
          <a:xfrm>
            <a:off x="9239042" y="150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A6A01DF-6F53-7DEA-D0D0-34F12A171726}"/>
              </a:ext>
            </a:extLst>
          </p:cNvPr>
          <p:cNvSpPr/>
          <p:nvPr/>
        </p:nvSpPr>
        <p:spPr>
          <a:xfrm>
            <a:off x="8370830" y="222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662E37D-E091-6EFE-E657-9C8E761B8448}"/>
              </a:ext>
            </a:extLst>
          </p:cNvPr>
          <p:cNvCxnSpPr>
            <a:cxnSpLocks/>
            <a:stCxn id="39" idx="7"/>
            <a:endCxn id="38" idx="3"/>
          </p:cNvCxnSpPr>
          <p:nvPr/>
        </p:nvCxnSpPr>
        <p:spPr>
          <a:xfrm flipV="1">
            <a:off x="8985388" y="2119417"/>
            <a:ext cx="359096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4ADA00F-DA55-7959-E7C7-E1203F8DEE55}"/>
              </a:ext>
            </a:extLst>
          </p:cNvPr>
          <p:cNvSpPr/>
          <p:nvPr/>
        </p:nvSpPr>
        <p:spPr>
          <a:xfrm>
            <a:off x="7455015" y="301520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FDFB038-AB7F-5B93-D5F4-D09D37E0234E}"/>
              </a:ext>
            </a:extLst>
          </p:cNvPr>
          <p:cNvCxnSpPr>
            <a:cxnSpLocks/>
            <a:stCxn id="41" idx="7"/>
            <a:endCxn id="39" idx="3"/>
          </p:cNvCxnSpPr>
          <p:nvPr/>
        </p:nvCxnSpPr>
        <p:spPr>
          <a:xfrm flipV="1">
            <a:off x="8069573" y="2839417"/>
            <a:ext cx="406699" cy="281233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14E1D4C5-E349-93B1-C58B-B73B458FCD4C}"/>
              </a:ext>
            </a:extLst>
          </p:cNvPr>
          <p:cNvSpPr/>
          <p:nvPr/>
        </p:nvSpPr>
        <p:spPr>
          <a:xfrm>
            <a:off x="9959042" y="222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80C7DBC-E76C-4A36-9DDB-63CF9569B2BC}"/>
              </a:ext>
            </a:extLst>
          </p:cNvPr>
          <p:cNvCxnSpPr>
            <a:cxnSpLocks/>
            <a:stCxn id="43" idx="1"/>
            <a:endCxn id="38" idx="5"/>
          </p:cNvCxnSpPr>
          <p:nvPr/>
        </p:nvCxnSpPr>
        <p:spPr>
          <a:xfrm flipH="1" flipV="1">
            <a:off x="9853600" y="2119417"/>
            <a:ext cx="210884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D7610AFB-3630-B387-DD0E-EB01E367A8FA}"/>
              </a:ext>
            </a:extLst>
          </p:cNvPr>
          <p:cNvSpPr/>
          <p:nvPr/>
        </p:nvSpPr>
        <p:spPr>
          <a:xfrm>
            <a:off x="9148669" y="301467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EBC61C0-31F5-9FC5-F414-711FE019FCD4}"/>
              </a:ext>
            </a:extLst>
          </p:cNvPr>
          <p:cNvCxnSpPr>
            <a:cxnSpLocks/>
            <a:stCxn id="45" idx="1"/>
            <a:endCxn id="39" idx="5"/>
          </p:cNvCxnSpPr>
          <p:nvPr/>
        </p:nvCxnSpPr>
        <p:spPr>
          <a:xfrm flipH="1" flipV="1">
            <a:off x="8985388" y="2839417"/>
            <a:ext cx="268723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44DD9BFF-1CFD-62FB-8B92-4375C81328C8}"/>
              </a:ext>
            </a:extLst>
          </p:cNvPr>
          <p:cNvSpPr/>
          <p:nvPr/>
        </p:nvSpPr>
        <p:spPr>
          <a:xfrm>
            <a:off x="10679042" y="301467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4640F41-14AE-C626-A117-65E442721042}"/>
              </a:ext>
            </a:extLst>
          </p:cNvPr>
          <p:cNvCxnSpPr>
            <a:cxnSpLocks/>
            <a:stCxn id="47" idx="1"/>
            <a:endCxn id="43" idx="5"/>
          </p:cNvCxnSpPr>
          <p:nvPr/>
        </p:nvCxnSpPr>
        <p:spPr>
          <a:xfrm flipH="1" flipV="1">
            <a:off x="10573600" y="2839417"/>
            <a:ext cx="210884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292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B068A-58D1-F152-9DC2-6F2058247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649ECAC-F402-E542-75F0-890889870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Heap Data Structure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A22731-B386-45B7-6610-BE8AD5FC3DF8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1. It is a </a:t>
            </a:r>
            <a:r>
              <a:rPr lang="en-PH" sz="2500" b="1" dirty="0">
                <a:solidFill>
                  <a:srgbClr val="00B0F0"/>
                </a:solidFill>
              </a:rPr>
              <a:t>complete binary tree</a:t>
            </a:r>
            <a:endParaRPr lang="en-US" sz="2500" b="1" dirty="0">
              <a:solidFill>
                <a:srgbClr val="00B0F0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29583C3-8D23-2565-AAB5-69ABFB79FDAC}"/>
              </a:ext>
            </a:extLst>
          </p:cNvPr>
          <p:cNvSpPr/>
          <p:nvPr/>
        </p:nvSpPr>
        <p:spPr>
          <a:xfrm>
            <a:off x="2592958" y="150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FE89FA2-82F3-6A6E-26B7-8FADD90940DD}"/>
              </a:ext>
            </a:extLst>
          </p:cNvPr>
          <p:cNvSpPr/>
          <p:nvPr/>
        </p:nvSpPr>
        <p:spPr>
          <a:xfrm>
            <a:off x="1724746" y="222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3E9A416-2037-EADB-89AC-F56FB5593436}"/>
              </a:ext>
            </a:extLst>
          </p:cNvPr>
          <p:cNvCxnSpPr>
            <a:cxnSpLocks/>
            <a:stCxn id="3" idx="7"/>
            <a:endCxn id="2" idx="3"/>
          </p:cNvCxnSpPr>
          <p:nvPr/>
        </p:nvCxnSpPr>
        <p:spPr>
          <a:xfrm flipV="1">
            <a:off x="2339304" y="2122097"/>
            <a:ext cx="359096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E42E99E3-BEC5-4CA5-E0BC-D5CEB7464325}"/>
              </a:ext>
            </a:extLst>
          </p:cNvPr>
          <p:cNvSpPr/>
          <p:nvPr/>
        </p:nvSpPr>
        <p:spPr>
          <a:xfrm>
            <a:off x="808931" y="301788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018F13-5E67-6A1C-4F5F-6342BC505B69}"/>
              </a:ext>
            </a:extLst>
          </p:cNvPr>
          <p:cNvCxnSpPr>
            <a:cxnSpLocks/>
            <a:stCxn id="16" idx="7"/>
            <a:endCxn id="3" idx="3"/>
          </p:cNvCxnSpPr>
          <p:nvPr/>
        </p:nvCxnSpPr>
        <p:spPr>
          <a:xfrm flipV="1">
            <a:off x="1423489" y="2842097"/>
            <a:ext cx="406699" cy="281233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2FE55D8F-85B6-A76B-F8EF-D8222B8AE664}"/>
              </a:ext>
            </a:extLst>
          </p:cNvPr>
          <p:cNvSpPr/>
          <p:nvPr/>
        </p:nvSpPr>
        <p:spPr>
          <a:xfrm>
            <a:off x="3312958" y="222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6998871-80C3-75F5-20BE-6BBC103CC079}"/>
              </a:ext>
            </a:extLst>
          </p:cNvPr>
          <p:cNvCxnSpPr>
            <a:cxnSpLocks/>
            <a:stCxn id="18" idx="1"/>
            <a:endCxn id="2" idx="5"/>
          </p:cNvCxnSpPr>
          <p:nvPr/>
        </p:nvCxnSpPr>
        <p:spPr>
          <a:xfrm flipH="1" flipV="1">
            <a:off x="3207516" y="2122097"/>
            <a:ext cx="210884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171BA4A4-9678-BEDC-4523-3ECDBC11DF4B}"/>
              </a:ext>
            </a:extLst>
          </p:cNvPr>
          <p:cNvSpPr/>
          <p:nvPr/>
        </p:nvSpPr>
        <p:spPr>
          <a:xfrm>
            <a:off x="2502585" y="301735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937F3E-D4C1-ADD2-3DEB-656180D25F86}"/>
              </a:ext>
            </a:extLst>
          </p:cNvPr>
          <p:cNvCxnSpPr>
            <a:cxnSpLocks/>
            <a:stCxn id="20" idx="1"/>
            <a:endCxn id="3" idx="5"/>
          </p:cNvCxnSpPr>
          <p:nvPr/>
        </p:nvCxnSpPr>
        <p:spPr>
          <a:xfrm flipH="1" flipV="1">
            <a:off x="2339304" y="2842097"/>
            <a:ext cx="268723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D97468E-7D23-C751-CD57-A7F5B65627FC}"/>
              </a:ext>
            </a:extLst>
          </p:cNvPr>
          <p:cNvSpPr/>
          <p:nvPr/>
        </p:nvSpPr>
        <p:spPr>
          <a:xfrm>
            <a:off x="4032958" y="301735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344E38C-43BA-AEE6-588D-AE1BCB2ADD9D}"/>
              </a:ext>
            </a:extLst>
          </p:cNvPr>
          <p:cNvCxnSpPr>
            <a:cxnSpLocks/>
            <a:stCxn id="22" idx="1"/>
            <a:endCxn id="18" idx="5"/>
          </p:cNvCxnSpPr>
          <p:nvPr/>
        </p:nvCxnSpPr>
        <p:spPr>
          <a:xfrm flipH="1" flipV="1">
            <a:off x="3927516" y="2842097"/>
            <a:ext cx="210884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ADD319AC-2C90-54A6-38A5-2FB047F82917}"/>
              </a:ext>
            </a:extLst>
          </p:cNvPr>
          <p:cNvSpPr/>
          <p:nvPr/>
        </p:nvSpPr>
        <p:spPr>
          <a:xfrm>
            <a:off x="9239042" y="150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874F202-F024-F56C-5167-5C3164248546}"/>
              </a:ext>
            </a:extLst>
          </p:cNvPr>
          <p:cNvSpPr/>
          <p:nvPr/>
        </p:nvSpPr>
        <p:spPr>
          <a:xfrm>
            <a:off x="8370830" y="222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826CF45-0050-F917-FF1D-AA074F884268}"/>
              </a:ext>
            </a:extLst>
          </p:cNvPr>
          <p:cNvCxnSpPr>
            <a:cxnSpLocks/>
            <a:stCxn id="39" idx="7"/>
            <a:endCxn id="38" idx="3"/>
          </p:cNvCxnSpPr>
          <p:nvPr/>
        </p:nvCxnSpPr>
        <p:spPr>
          <a:xfrm flipV="1">
            <a:off x="8985388" y="2119417"/>
            <a:ext cx="359096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E303300-D3C9-9F18-FFE5-B63E69E856B0}"/>
              </a:ext>
            </a:extLst>
          </p:cNvPr>
          <p:cNvSpPr/>
          <p:nvPr/>
        </p:nvSpPr>
        <p:spPr>
          <a:xfrm>
            <a:off x="7455015" y="301520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B237790-BE12-ACAB-A93C-74399B326121}"/>
              </a:ext>
            </a:extLst>
          </p:cNvPr>
          <p:cNvCxnSpPr>
            <a:cxnSpLocks/>
            <a:stCxn id="41" idx="7"/>
            <a:endCxn id="39" idx="3"/>
          </p:cNvCxnSpPr>
          <p:nvPr/>
        </p:nvCxnSpPr>
        <p:spPr>
          <a:xfrm flipV="1">
            <a:off x="8069573" y="2839417"/>
            <a:ext cx="406699" cy="281233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F2EF8FAA-634E-8BBD-96A0-B99BE7E47BB6}"/>
              </a:ext>
            </a:extLst>
          </p:cNvPr>
          <p:cNvSpPr/>
          <p:nvPr/>
        </p:nvSpPr>
        <p:spPr>
          <a:xfrm>
            <a:off x="9959042" y="222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0BEEC06-6A0C-F7ED-2CF5-80D38C6832AC}"/>
              </a:ext>
            </a:extLst>
          </p:cNvPr>
          <p:cNvCxnSpPr>
            <a:cxnSpLocks/>
            <a:stCxn id="43" idx="1"/>
            <a:endCxn id="38" idx="5"/>
          </p:cNvCxnSpPr>
          <p:nvPr/>
        </p:nvCxnSpPr>
        <p:spPr>
          <a:xfrm flipH="1" flipV="1">
            <a:off x="9853600" y="2119417"/>
            <a:ext cx="210884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F8418F3-0AFB-691C-5585-5BAE13713860}"/>
              </a:ext>
            </a:extLst>
          </p:cNvPr>
          <p:cNvSpPr/>
          <p:nvPr/>
        </p:nvSpPr>
        <p:spPr>
          <a:xfrm>
            <a:off x="9148669" y="301467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A5FAD12-B6BB-A25B-694A-EDDF86C34B7C}"/>
              </a:ext>
            </a:extLst>
          </p:cNvPr>
          <p:cNvCxnSpPr>
            <a:cxnSpLocks/>
            <a:stCxn id="45" idx="1"/>
            <a:endCxn id="39" idx="5"/>
          </p:cNvCxnSpPr>
          <p:nvPr/>
        </p:nvCxnSpPr>
        <p:spPr>
          <a:xfrm flipH="1" flipV="1">
            <a:off x="8985388" y="2839417"/>
            <a:ext cx="268723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2B24CA63-81E5-C922-F11E-2B0CE430E4F3}"/>
              </a:ext>
            </a:extLst>
          </p:cNvPr>
          <p:cNvSpPr/>
          <p:nvPr/>
        </p:nvSpPr>
        <p:spPr>
          <a:xfrm>
            <a:off x="10679042" y="301467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4FD42B1-2321-11E5-6A93-367CAD208213}"/>
              </a:ext>
            </a:extLst>
          </p:cNvPr>
          <p:cNvCxnSpPr>
            <a:cxnSpLocks/>
            <a:stCxn id="47" idx="1"/>
            <a:endCxn id="43" idx="5"/>
          </p:cNvCxnSpPr>
          <p:nvPr/>
        </p:nvCxnSpPr>
        <p:spPr>
          <a:xfrm flipH="1" flipV="1">
            <a:off x="10573600" y="2839417"/>
            <a:ext cx="210884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651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7A4A37-68CA-3060-F860-27319F6F4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8A66D9A-1C58-0657-B5CB-27C334FA59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Heap Data Structure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32F2FF-80CA-E440-4CA6-814A9C2CF4F5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2. All nodes in the tree follow the property that they are greater than their children (max heap)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1C598C5-098A-3B14-03B3-E846ED83BFBB}"/>
              </a:ext>
            </a:extLst>
          </p:cNvPr>
          <p:cNvSpPr/>
          <p:nvPr/>
        </p:nvSpPr>
        <p:spPr>
          <a:xfrm>
            <a:off x="2592958" y="150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0CFD102-2B44-4FF5-5B4B-EB38DCFE64D7}"/>
              </a:ext>
            </a:extLst>
          </p:cNvPr>
          <p:cNvSpPr/>
          <p:nvPr/>
        </p:nvSpPr>
        <p:spPr>
          <a:xfrm>
            <a:off x="1724746" y="222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B32690-57B9-F09B-2AE3-7D95EC9B9101}"/>
              </a:ext>
            </a:extLst>
          </p:cNvPr>
          <p:cNvCxnSpPr>
            <a:cxnSpLocks/>
            <a:stCxn id="3" idx="7"/>
            <a:endCxn id="2" idx="3"/>
          </p:cNvCxnSpPr>
          <p:nvPr/>
        </p:nvCxnSpPr>
        <p:spPr>
          <a:xfrm flipV="1">
            <a:off x="2339304" y="2122097"/>
            <a:ext cx="359096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3B39EA2-2FD2-82A2-B6FB-DC3D6503A413}"/>
              </a:ext>
            </a:extLst>
          </p:cNvPr>
          <p:cNvSpPr/>
          <p:nvPr/>
        </p:nvSpPr>
        <p:spPr>
          <a:xfrm>
            <a:off x="808931" y="301788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BCF3D1-92B8-1949-78B4-A91B9BDD5B8C}"/>
              </a:ext>
            </a:extLst>
          </p:cNvPr>
          <p:cNvCxnSpPr>
            <a:cxnSpLocks/>
            <a:stCxn id="16" idx="7"/>
            <a:endCxn id="3" idx="3"/>
          </p:cNvCxnSpPr>
          <p:nvPr/>
        </p:nvCxnSpPr>
        <p:spPr>
          <a:xfrm flipV="1">
            <a:off x="1423489" y="2842097"/>
            <a:ext cx="406699" cy="281233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F2B0F71-8B4C-160A-1B4F-DE43D73D0D85}"/>
              </a:ext>
            </a:extLst>
          </p:cNvPr>
          <p:cNvSpPr/>
          <p:nvPr/>
        </p:nvSpPr>
        <p:spPr>
          <a:xfrm>
            <a:off x="3312958" y="222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BD0CC9F-B482-B86C-7C42-BDCFB5FE42CC}"/>
              </a:ext>
            </a:extLst>
          </p:cNvPr>
          <p:cNvCxnSpPr>
            <a:cxnSpLocks/>
            <a:stCxn id="18" idx="1"/>
            <a:endCxn id="2" idx="5"/>
          </p:cNvCxnSpPr>
          <p:nvPr/>
        </p:nvCxnSpPr>
        <p:spPr>
          <a:xfrm flipH="1" flipV="1">
            <a:off x="3207516" y="2122097"/>
            <a:ext cx="210884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51258DF-10AF-0644-02B2-CA240A5BF1D9}"/>
              </a:ext>
            </a:extLst>
          </p:cNvPr>
          <p:cNvSpPr/>
          <p:nvPr/>
        </p:nvSpPr>
        <p:spPr>
          <a:xfrm>
            <a:off x="2502585" y="301735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AC01DB-0D62-F683-6FDF-98B8FD2FDA8E}"/>
              </a:ext>
            </a:extLst>
          </p:cNvPr>
          <p:cNvCxnSpPr>
            <a:cxnSpLocks/>
            <a:stCxn id="20" idx="1"/>
            <a:endCxn id="3" idx="5"/>
          </p:cNvCxnSpPr>
          <p:nvPr/>
        </p:nvCxnSpPr>
        <p:spPr>
          <a:xfrm flipH="1" flipV="1">
            <a:off x="2339304" y="2842097"/>
            <a:ext cx="268723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692FCA42-4A61-FFAB-6D51-F83A92799F85}"/>
              </a:ext>
            </a:extLst>
          </p:cNvPr>
          <p:cNvSpPr/>
          <p:nvPr/>
        </p:nvSpPr>
        <p:spPr>
          <a:xfrm>
            <a:off x="4032958" y="301735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728BD1-5CB1-B00F-8667-005571873103}"/>
              </a:ext>
            </a:extLst>
          </p:cNvPr>
          <p:cNvCxnSpPr>
            <a:cxnSpLocks/>
            <a:stCxn id="22" idx="1"/>
            <a:endCxn id="18" idx="5"/>
          </p:cNvCxnSpPr>
          <p:nvPr/>
        </p:nvCxnSpPr>
        <p:spPr>
          <a:xfrm flipH="1" flipV="1">
            <a:off x="3927516" y="2842097"/>
            <a:ext cx="210884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880C6037-B8B1-D020-1AD8-B1A734753780}"/>
              </a:ext>
            </a:extLst>
          </p:cNvPr>
          <p:cNvSpPr/>
          <p:nvPr/>
        </p:nvSpPr>
        <p:spPr>
          <a:xfrm>
            <a:off x="9239042" y="150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AF0726B-282D-B8D4-0AB9-776061608A37}"/>
              </a:ext>
            </a:extLst>
          </p:cNvPr>
          <p:cNvSpPr/>
          <p:nvPr/>
        </p:nvSpPr>
        <p:spPr>
          <a:xfrm>
            <a:off x="8370830" y="222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C01D77F-392B-4A2A-C7BF-F573E10815AE}"/>
              </a:ext>
            </a:extLst>
          </p:cNvPr>
          <p:cNvCxnSpPr>
            <a:cxnSpLocks/>
            <a:stCxn id="39" idx="7"/>
            <a:endCxn id="38" idx="3"/>
          </p:cNvCxnSpPr>
          <p:nvPr/>
        </p:nvCxnSpPr>
        <p:spPr>
          <a:xfrm flipV="1">
            <a:off x="8985388" y="2119417"/>
            <a:ext cx="359096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C3F34EFB-B7B2-686A-C680-C02240B46B50}"/>
              </a:ext>
            </a:extLst>
          </p:cNvPr>
          <p:cNvSpPr/>
          <p:nvPr/>
        </p:nvSpPr>
        <p:spPr>
          <a:xfrm>
            <a:off x="7455015" y="301520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2DF8F1E-65C9-2B09-BCE0-49F962AA6988}"/>
              </a:ext>
            </a:extLst>
          </p:cNvPr>
          <p:cNvCxnSpPr>
            <a:cxnSpLocks/>
            <a:stCxn id="41" idx="7"/>
            <a:endCxn id="39" idx="3"/>
          </p:cNvCxnSpPr>
          <p:nvPr/>
        </p:nvCxnSpPr>
        <p:spPr>
          <a:xfrm flipV="1">
            <a:off x="8069573" y="2839417"/>
            <a:ext cx="406699" cy="281233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5B1F1484-1953-FC79-51E7-5D9FCF6F02DD}"/>
              </a:ext>
            </a:extLst>
          </p:cNvPr>
          <p:cNvSpPr/>
          <p:nvPr/>
        </p:nvSpPr>
        <p:spPr>
          <a:xfrm>
            <a:off x="9959042" y="222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66D68C4-9735-F5D8-E6E6-50DAE12F4032}"/>
              </a:ext>
            </a:extLst>
          </p:cNvPr>
          <p:cNvCxnSpPr>
            <a:cxnSpLocks/>
            <a:stCxn id="43" idx="1"/>
            <a:endCxn id="38" idx="5"/>
          </p:cNvCxnSpPr>
          <p:nvPr/>
        </p:nvCxnSpPr>
        <p:spPr>
          <a:xfrm flipH="1" flipV="1">
            <a:off x="9853600" y="2119417"/>
            <a:ext cx="210884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71845C67-E82B-F502-C270-9B75B50F754B}"/>
              </a:ext>
            </a:extLst>
          </p:cNvPr>
          <p:cNvSpPr/>
          <p:nvPr/>
        </p:nvSpPr>
        <p:spPr>
          <a:xfrm>
            <a:off x="9148669" y="301467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3226D31-F483-0918-DD29-5C60DC2B8AAF}"/>
              </a:ext>
            </a:extLst>
          </p:cNvPr>
          <p:cNvCxnSpPr>
            <a:cxnSpLocks/>
            <a:stCxn id="45" idx="1"/>
            <a:endCxn id="39" idx="5"/>
          </p:cNvCxnSpPr>
          <p:nvPr/>
        </p:nvCxnSpPr>
        <p:spPr>
          <a:xfrm flipH="1" flipV="1">
            <a:off x="8985388" y="2839417"/>
            <a:ext cx="268723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6FA0271E-56C9-64DD-FBCA-ACAC653D0D0F}"/>
              </a:ext>
            </a:extLst>
          </p:cNvPr>
          <p:cNvSpPr/>
          <p:nvPr/>
        </p:nvSpPr>
        <p:spPr>
          <a:xfrm>
            <a:off x="10679042" y="301467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A9F2542-91DB-5B28-6644-9936FF8D4D36}"/>
              </a:ext>
            </a:extLst>
          </p:cNvPr>
          <p:cNvCxnSpPr>
            <a:cxnSpLocks/>
            <a:stCxn id="47" idx="1"/>
            <a:endCxn id="43" idx="5"/>
          </p:cNvCxnSpPr>
          <p:nvPr/>
        </p:nvCxnSpPr>
        <p:spPr>
          <a:xfrm flipH="1" flipV="1">
            <a:off x="10573600" y="2839417"/>
            <a:ext cx="210884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476EAA0-95C1-232F-0CD1-A05B796955A3}"/>
              </a:ext>
            </a:extLst>
          </p:cNvPr>
          <p:cNvSpPr txBox="1"/>
          <p:nvPr/>
        </p:nvSpPr>
        <p:spPr>
          <a:xfrm>
            <a:off x="1988128" y="4096974"/>
            <a:ext cx="17489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Max Heap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383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DDD0D3-7B96-9A63-3585-FFDEFD26C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9B6E82A-0C0B-6A53-E7F4-EEA73719E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Heap Data Structure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0BD2C3-F39D-5AE8-D0D9-5FF1A1A3F039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2. All nodes in the tree follow the property that they are greater than their children </a:t>
            </a:r>
            <a:r>
              <a:rPr lang="en-PH" sz="2500" b="1" dirty="0">
                <a:solidFill>
                  <a:srgbClr val="6AB5FF"/>
                </a:solidFill>
              </a:rPr>
              <a:t>(max heap)</a:t>
            </a:r>
            <a:endParaRPr lang="en-US" sz="2500" dirty="0">
              <a:solidFill>
                <a:srgbClr val="6AB5FF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25B42D0-D2CE-AAB0-6648-CB43839FC15B}"/>
              </a:ext>
            </a:extLst>
          </p:cNvPr>
          <p:cNvSpPr/>
          <p:nvPr/>
        </p:nvSpPr>
        <p:spPr>
          <a:xfrm>
            <a:off x="5940842" y="150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0584A3B-AD4E-D878-D361-EB4D37419181}"/>
              </a:ext>
            </a:extLst>
          </p:cNvPr>
          <p:cNvSpPr/>
          <p:nvPr/>
        </p:nvSpPr>
        <p:spPr>
          <a:xfrm>
            <a:off x="5072630" y="222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BCB3078-0432-6B80-05F5-A6A047F35AFB}"/>
              </a:ext>
            </a:extLst>
          </p:cNvPr>
          <p:cNvCxnSpPr>
            <a:cxnSpLocks/>
            <a:stCxn id="3" idx="7"/>
            <a:endCxn id="2" idx="3"/>
          </p:cNvCxnSpPr>
          <p:nvPr/>
        </p:nvCxnSpPr>
        <p:spPr>
          <a:xfrm flipV="1">
            <a:off x="5687188" y="2122097"/>
            <a:ext cx="359096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FF342DF-C9A1-687D-2DAB-C2EC9CB0CF41}"/>
              </a:ext>
            </a:extLst>
          </p:cNvPr>
          <p:cNvSpPr/>
          <p:nvPr/>
        </p:nvSpPr>
        <p:spPr>
          <a:xfrm>
            <a:off x="4156815" y="301788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25F5E1-E79B-1790-5956-D033695DBCA6}"/>
              </a:ext>
            </a:extLst>
          </p:cNvPr>
          <p:cNvCxnSpPr>
            <a:cxnSpLocks/>
            <a:stCxn id="16" idx="7"/>
            <a:endCxn id="3" idx="3"/>
          </p:cNvCxnSpPr>
          <p:nvPr/>
        </p:nvCxnSpPr>
        <p:spPr>
          <a:xfrm flipV="1">
            <a:off x="4771373" y="2842097"/>
            <a:ext cx="406699" cy="281233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70363EB-2000-BBD2-875C-D0B2953700E9}"/>
              </a:ext>
            </a:extLst>
          </p:cNvPr>
          <p:cNvSpPr/>
          <p:nvPr/>
        </p:nvSpPr>
        <p:spPr>
          <a:xfrm>
            <a:off x="6660842" y="222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F2233B-072E-D0AA-8432-C4824E288740}"/>
              </a:ext>
            </a:extLst>
          </p:cNvPr>
          <p:cNvCxnSpPr>
            <a:cxnSpLocks/>
            <a:stCxn id="18" idx="1"/>
            <a:endCxn id="2" idx="5"/>
          </p:cNvCxnSpPr>
          <p:nvPr/>
        </p:nvCxnSpPr>
        <p:spPr>
          <a:xfrm flipH="1" flipV="1">
            <a:off x="6555400" y="2122097"/>
            <a:ext cx="210884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9A36ADBF-CAFF-5AC1-8272-E344E252EFDF}"/>
              </a:ext>
            </a:extLst>
          </p:cNvPr>
          <p:cNvSpPr/>
          <p:nvPr/>
        </p:nvSpPr>
        <p:spPr>
          <a:xfrm>
            <a:off x="5850469" y="301735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106E698-F007-8A19-ED31-451571388D32}"/>
              </a:ext>
            </a:extLst>
          </p:cNvPr>
          <p:cNvCxnSpPr>
            <a:cxnSpLocks/>
            <a:stCxn id="20" idx="1"/>
            <a:endCxn id="3" idx="5"/>
          </p:cNvCxnSpPr>
          <p:nvPr/>
        </p:nvCxnSpPr>
        <p:spPr>
          <a:xfrm flipH="1" flipV="1">
            <a:off x="5687188" y="2842097"/>
            <a:ext cx="268723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15087CA5-C0C2-4021-8076-78129639DD89}"/>
              </a:ext>
            </a:extLst>
          </p:cNvPr>
          <p:cNvSpPr/>
          <p:nvPr/>
        </p:nvSpPr>
        <p:spPr>
          <a:xfrm>
            <a:off x="7380842" y="301735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6FD17B6-5953-6EF7-BC4A-47E286FF12A2}"/>
              </a:ext>
            </a:extLst>
          </p:cNvPr>
          <p:cNvCxnSpPr>
            <a:cxnSpLocks/>
            <a:stCxn id="22" idx="1"/>
            <a:endCxn id="18" idx="5"/>
          </p:cNvCxnSpPr>
          <p:nvPr/>
        </p:nvCxnSpPr>
        <p:spPr>
          <a:xfrm flipH="1" flipV="1">
            <a:off x="7275400" y="2842097"/>
            <a:ext cx="210884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C190F80D-19CA-9A9A-3C46-0C3412144831}"/>
              </a:ext>
            </a:extLst>
          </p:cNvPr>
          <p:cNvSpPr/>
          <p:nvPr/>
        </p:nvSpPr>
        <p:spPr>
          <a:xfrm>
            <a:off x="14179751" y="150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CF604C1-26FD-7491-C8B4-D483E0E89E5B}"/>
              </a:ext>
            </a:extLst>
          </p:cNvPr>
          <p:cNvSpPr/>
          <p:nvPr/>
        </p:nvSpPr>
        <p:spPr>
          <a:xfrm>
            <a:off x="13311539" y="222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3A2E22F-DD88-8ADC-4629-649A6600260D}"/>
              </a:ext>
            </a:extLst>
          </p:cNvPr>
          <p:cNvCxnSpPr>
            <a:cxnSpLocks/>
            <a:stCxn id="39" idx="7"/>
            <a:endCxn id="38" idx="3"/>
          </p:cNvCxnSpPr>
          <p:nvPr/>
        </p:nvCxnSpPr>
        <p:spPr>
          <a:xfrm flipV="1">
            <a:off x="13926097" y="2119417"/>
            <a:ext cx="359096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4ED3C5F2-557A-3E99-955D-B2E39557EB89}"/>
              </a:ext>
            </a:extLst>
          </p:cNvPr>
          <p:cNvSpPr/>
          <p:nvPr/>
        </p:nvSpPr>
        <p:spPr>
          <a:xfrm>
            <a:off x="12395724" y="301520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25D9D66-8EB7-E74B-3A10-28E26331FB93}"/>
              </a:ext>
            </a:extLst>
          </p:cNvPr>
          <p:cNvCxnSpPr>
            <a:cxnSpLocks/>
            <a:stCxn id="41" idx="7"/>
            <a:endCxn id="39" idx="3"/>
          </p:cNvCxnSpPr>
          <p:nvPr/>
        </p:nvCxnSpPr>
        <p:spPr>
          <a:xfrm flipV="1">
            <a:off x="13010282" y="2839417"/>
            <a:ext cx="406699" cy="281233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31A14D6F-B733-32B9-0318-06FE7CC81525}"/>
              </a:ext>
            </a:extLst>
          </p:cNvPr>
          <p:cNvSpPr/>
          <p:nvPr/>
        </p:nvSpPr>
        <p:spPr>
          <a:xfrm>
            <a:off x="14899751" y="222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0512FD7-CF8E-5228-507D-438BC5E89263}"/>
              </a:ext>
            </a:extLst>
          </p:cNvPr>
          <p:cNvCxnSpPr>
            <a:cxnSpLocks/>
            <a:stCxn id="43" idx="1"/>
            <a:endCxn id="38" idx="5"/>
          </p:cNvCxnSpPr>
          <p:nvPr/>
        </p:nvCxnSpPr>
        <p:spPr>
          <a:xfrm flipH="1" flipV="1">
            <a:off x="14794309" y="2119417"/>
            <a:ext cx="210884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45B2CBA8-680E-A179-7640-6B55E4C1ACE3}"/>
              </a:ext>
            </a:extLst>
          </p:cNvPr>
          <p:cNvSpPr/>
          <p:nvPr/>
        </p:nvSpPr>
        <p:spPr>
          <a:xfrm>
            <a:off x="14089378" y="301467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7E41DD5-BB2F-0B4A-0A4E-931F9C7F8883}"/>
              </a:ext>
            </a:extLst>
          </p:cNvPr>
          <p:cNvCxnSpPr>
            <a:cxnSpLocks/>
            <a:stCxn id="45" idx="1"/>
            <a:endCxn id="39" idx="5"/>
          </p:cNvCxnSpPr>
          <p:nvPr/>
        </p:nvCxnSpPr>
        <p:spPr>
          <a:xfrm flipH="1" flipV="1">
            <a:off x="13926097" y="2839417"/>
            <a:ext cx="268723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82A23FD4-181D-3CE9-0108-B338D6DE57B6}"/>
              </a:ext>
            </a:extLst>
          </p:cNvPr>
          <p:cNvSpPr/>
          <p:nvPr/>
        </p:nvSpPr>
        <p:spPr>
          <a:xfrm>
            <a:off x="15619751" y="301467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72483ED-9CA4-0AE8-4BCA-4C69DD5E2C25}"/>
              </a:ext>
            </a:extLst>
          </p:cNvPr>
          <p:cNvCxnSpPr>
            <a:cxnSpLocks/>
            <a:stCxn id="47" idx="1"/>
            <a:endCxn id="43" idx="5"/>
          </p:cNvCxnSpPr>
          <p:nvPr/>
        </p:nvCxnSpPr>
        <p:spPr>
          <a:xfrm flipH="1" flipV="1">
            <a:off x="15514309" y="2839417"/>
            <a:ext cx="210884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54554BB-6BB4-6152-D793-FC04C1CA09B0}"/>
              </a:ext>
            </a:extLst>
          </p:cNvPr>
          <p:cNvSpPr txBox="1"/>
          <p:nvPr/>
        </p:nvSpPr>
        <p:spPr>
          <a:xfrm>
            <a:off x="5336012" y="4096974"/>
            <a:ext cx="17489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Max Heap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870179-3844-3529-E149-7F74D4A757B2}"/>
              </a:ext>
            </a:extLst>
          </p:cNvPr>
          <p:cNvSpPr txBox="1"/>
          <p:nvPr/>
        </p:nvSpPr>
        <p:spPr>
          <a:xfrm>
            <a:off x="13671539" y="4096974"/>
            <a:ext cx="17489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Min Heap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884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C0E923-A921-94E8-D4B1-2AED2302F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C965130-0EC7-FCFF-BBFF-CBA1CC93A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Heap Data Structure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959055-FAA7-82B8-3DA8-CDE411442757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2. Or if  instead, all nodes are smaller than their children, it is called a </a:t>
            </a:r>
            <a:r>
              <a:rPr lang="en-PH" sz="2500" b="1" dirty="0">
                <a:solidFill>
                  <a:srgbClr val="6AB5FF"/>
                </a:solidFill>
              </a:rPr>
              <a:t>min-heap</a:t>
            </a:r>
            <a:endParaRPr lang="en-US" sz="2500" b="1" dirty="0">
              <a:solidFill>
                <a:srgbClr val="6AB5FF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D6C3277-9980-B9A4-00FD-3830224CCCC3}"/>
              </a:ext>
            </a:extLst>
          </p:cNvPr>
          <p:cNvSpPr/>
          <p:nvPr/>
        </p:nvSpPr>
        <p:spPr>
          <a:xfrm>
            <a:off x="-2391997" y="150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1EBE480-374A-90F5-72A7-19662249177B}"/>
              </a:ext>
            </a:extLst>
          </p:cNvPr>
          <p:cNvSpPr/>
          <p:nvPr/>
        </p:nvSpPr>
        <p:spPr>
          <a:xfrm>
            <a:off x="-3260209" y="222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BFC831-29D3-9F14-1DF6-98B6199D257B}"/>
              </a:ext>
            </a:extLst>
          </p:cNvPr>
          <p:cNvCxnSpPr>
            <a:cxnSpLocks/>
            <a:stCxn id="3" idx="7"/>
            <a:endCxn id="2" idx="3"/>
          </p:cNvCxnSpPr>
          <p:nvPr/>
        </p:nvCxnSpPr>
        <p:spPr>
          <a:xfrm flipV="1">
            <a:off x="-2645651" y="2122097"/>
            <a:ext cx="359096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4AD3966A-105E-A176-EFD4-FA934751DFAF}"/>
              </a:ext>
            </a:extLst>
          </p:cNvPr>
          <p:cNvSpPr/>
          <p:nvPr/>
        </p:nvSpPr>
        <p:spPr>
          <a:xfrm>
            <a:off x="-4176024" y="301788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CDB484-256A-98BC-475B-37D50A016B1D}"/>
              </a:ext>
            </a:extLst>
          </p:cNvPr>
          <p:cNvCxnSpPr>
            <a:cxnSpLocks/>
            <a:stCxn id="16" idx="7"/>
            <a:endCxn id="3" idx="3"/>
          </p:cNvCxnSpPr>
          <p:nvPr/>
        </p:nvCxnSpPr>
        <p:spPr>
          <a:xfrm flipV="1">
            <a:off x="-3561466" y="2842097"/>
            <a:ext cx="406699" cy="281233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64A75263-8ACF-1A7D-FF0A-C2FAC7986E86}"/>
              </a:ext>
            </a:extLst>
          </p:cNvPr>
          <p:cNvSpPr/>
          <p:nvPr/>
        </p:nvSpPr>
        <p:spPr>
          <a:xfrm>
            <a:off x="-1671997" y="222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7360E60-D241-3A71-96B6-4463B3B1B92D}"/>
              </a:ext>
            </a:extLst>
          </p:cNvPr>
          <p:cNvCxnSpPr>
            <a:cxnSpLocks/>
            <a:stCxn id="18" idx="1"/>
            <a:endCxn id="2" idx="5"/>
          </p:cNvCxnSpPr>
          <p:nvPr/>
        </p:nvCxnSpPr>
        <p:spPr>
          <a:xfrm flipH="1" flipV="1">
            <a:off x="-1777439" y="2122097"/>
            <a:ext cx="210884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AEF78C71-4341-7277-4298-BDC5AB3EA56B}"/>
              </a:ext>
            </a:extLst>
          </p:cNvPr>
          <p:cNvSpPr/>
          <p:nvPr/>
        </p:nvSpPr>
        <p:spPr>
          <a:xfrm>
            <a:off x="-2482370" y="301735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8BEC097-F5E6-5912-AEF9-AF4EE6DDA2F7}"/>
              </a:ext>
            </a:extLst>
          </p:cNvPr>
          <p:cNvCxnSpPr>
            <a:cxnSpLocks/>
            <a:stCxn id="20" idx="1"/>
            <a:endCxn id="3" idx="5"/>
          </p:cNvCxnSpPr>
          <p:nvPr/>
        </p:nvCxnSpPr>
        <p:spPr>
          <a:xfrm flipH="1" flipV="1">
            <a:off x="-2645651" y="2842097"/>
            <a:ext cx="268723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92FBBC4-BAEF-CD21-9AA5-067B1847531C}"/>
              </a:ext>
            </a:extLst>
          </p:cNvPr>
          <p:cNvSpPr/>
          <p:nvPr/>
        </p:nvSpPr>
        <p:spPr>
          <a:xfrm>
            <a:off x="-951997" y="301735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D1747E5-2108-4184-6328-E4F39392FFBD}"/>
              </a:ext>
            </a:extLst>
          </p:cNvPr>
          <p:cNvCxnSpPr>
            <a:cxnSpLocks/>
            <a:stCxn id="22" idx="1"/>
            <a:endCxn id="18" idx="5"/>
          </p:cNvCxnSpPr>
          <p:nvPr/>
        </p:nvCxnSpPr>
        <p:spPr>
          <a:xfrm flipH="1" flipV="1">
            <a:off x="-1057439" y="2842097"/>
            <a:ext cx="210884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09FFBCDD-A9D1-7A45-9115-7B82EC7E8C56}"/>
              </a:ext>
            </a:extLst>
          </p:cNvPr>
          <p:cNvSpPr/>
          <p:nvPr/>
        </p:nvSpPr>
        <p:spPr>
          <a:xfrm>
            <a:off x="5846912" y="150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8B18169-79DA-746A-0814-C76E25D7A75C}"/>
              </a:ext>
            </a:extLst>
          </p:cNvPr>
          <p:cNvSpPr/>
          <p:nvPr/>
        </p:nvSpPr>
        <p:spPr>
          <a:xfrm>
            <a:off x="4978700" y="222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A5C600F-15D1-5D0B-52F7-D4F7EF1AC4DD}"/>
              </a:ext>
            </a:extLst>
          </p:cNvPr>
          <p:cNvCxnSpPr>
            <a:cxnSpLocks/>
            <a:stCxn id="39" idx="7"/>
            <a:endCxn id="38" idx="3"/>
          </p:cNvCxnSpPr>
          <p:nvPr/>
        </p:nvCxnSpPr>
        <p:spPr>
          <a:xfrm flipV="1">
            <a:off x="5593258" y="2119417"/>
            <a:ext cx="359096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5F69C999-F563-3A62-6878-8E8A2639BF8C}"/>
              </a:ext>
            </a:extLst>
          </p:cNvPr>
          <p:cNvSpPr/>
          <p:nvPr/>
        </p:nvSpPr>
        <p:spPr>
          <a:xfrm>
            <a:off x="4062885" y="301520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93DDABD-BA06-25C4-0DC7-723163D579A6}"/>
              </a:ext>
            </a:extLst>
          </p:cNvPr>
          <p:cNvCxnSpPr>
            <a:cxnSpLocks/>
            <a:stCxn id="41" idx="7"/>
            <a:endCxn id="39" idx="3"/>
          </p:cNvCxnSpPr>
          <p:nvPr/>
        </p:nvCxnSpPr>
        <p:spPr>
          <a:xfrm flipV="1">
            <a:off x="4677443" y="2839417"/>
            <a:ext cx="406699" cy="281233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DD0C149F-207E-E338-F685-329CABD5FFA0}"/>
              </a:ext>
            </a:extLst>
          </p:cNvPr>
          <p:cNvSpPr/>
          <p:nvPr/>
        </p:nvSpPr>
        <p:spPr>
          <a:xfrm>
            <a:off x="6566912" y="222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9A55DA9-BF6F-6D3F-EBBB-FE41833A2F8E}"/>
              </a:ext>
            </a:extLst>
          </p:cNvPr>
          <p:cNvCxnSpPr>
            <a:cxnSpLocks/>
            <a:stCxn id="43" idx="1"/>
            <a:endCxn id="38" idx="5"/>
          </p:cNvCxnSpPr>
          <p:nvPr/>
        </p:nvCxnSpPr>
        <p:spPr>
          <a:xfrm flipH="1" flipV="1">
            <a:off x="6461470" y="2119417"/>
            <a:ext cx="210884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EECAE5FC-7132-25C1-F04A-B6B1593E8393}"/>
              </a:ext>
            </a:extLst>
          </p:cNvPr>
          <p:cNvSpPr/>
          <p:nvPr/>
        </p:nvSpPr>
        <p:spPr>
          <a:xfrm>
            <a:off x="5756539" y="301467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A479083-A1F4-C5D4-DEC9-DBD57C9E2416}"/>
              </a:ext>
            </a:extLst>
          </p:cNvPr>
          <p:cNvCxnSpPr>
            <a:cxnSpLocks/>
            <a:stCxn id="45" idx="1"/>
            <a:endCxn id="39" idx="5"/>
          </p:cNvCxnSpPr>
          <p:nvPr/>
        </p:nvCxnSpPr>
        <p:spPr>
          <a:xfrm flipH="1" flipV="1">
            <a:off x="5593258" y="2839417"/>
            <a:ext cx="268723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F52E2577-6C21-5B81-6D40-A4EBEA27E1E5}"/>
              </a:ext>
            </a:extLst>
          </p:cNvPr>
          <p:cNvSpPr/>
          <p:nvPr/>
        </p:nvSpPr>
        <p:spPr>
          <a:xfrm>
            <a:off x="7286912" y="301467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3BF19C1-A531-8DC5-7619-64C8EE1E47F6}"/>
              </a:ext>
            </a:extLst>
          </p:cNvPr>
          <p:cNvCxnSpPr>
            <a:cxnSpLocks/>
            <a:stCxn id="47" idx="1"/>
            <a:endCxn id="43" idx="5"/>
          </p:cNvCxnSpPr>
          <p:nvPr/>
        </p:nvCxnSpPr>
        <p:spPr>
          <a:xfrm flipH="1" flipV="1">
            <a:off x="7181470" y="2839417"/>
            <a:ext cx="210884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C9519F9-B0A5-91E0-9BA7-18F172DCCCA7}"/>
              </a:ext>
            </a:extLst>
          </p:cNvPr>
          <p:cNvSpPr txBox="1"/>
          <p:nvPr/>
        </p:nvSpPr>
        <p:spPr>
          <a:xfrm>
            <a:off x="-2996827" y="4096974"/>
            <a:ext cx="17489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Max Heap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8BAEEA-00D1-C52B-B2CF-73431E0B24D4}"/>
              </a:ext>
            </a:extLst>
          </p:cNvPr>
          <p:cNvSpPr txBox="1"/>
          <p:nvPr/>
        </p:nvSpPr>
        <p:spPr>
          <a:xfrm>
            <a:off x="5338700" y="4096974"/>
            <a:ext cx="17489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Min Heap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704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03D2D4-04A5-FD6B-6BD1-90C0F045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BF45DA6-E5AF-FC33-A84B-432125CFF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Heap Data Structure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77E9825-D9AD-B99C-723A-80A31CA9C77C}"/>
              </a:ext>
            </a:extLst>
          </p:cNvPr>
          <p:cNvSpPr/>
          <p:nvPr/>
        </p:nvSpPr>
        <p:spPr>
          <a:xfrm>
            <a:off x="2393627" y="150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F078AEA-F1A3-835A-771A-E31CB55E8D3F}"/>
              </a:ext>
            </a:extLst>
          </p:cNvPr>
          <p:cNvSpPr/>
          <p:nvPr/>
        </p:nvSpPr>
        <p:spPr>
          <a:xfrm>
            <a:off x="1525415" y="222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DE90F0A-36C0-2291-2147-D9DD13757214}"/>
              </a:ext>
            </a:extLst>
          </p:cNvPr>
          <p:cNvCxnSpPr>
            <a:cxnSpLocks/>
            <a:stCxn id="3" idx="7"/>
            <a:endCxn id="2" idx="3"/>
          </p:cNvCxnSpPr>
          <p:nvPr/>
        </p:nvCxnSpPr>
        <p:spPr>
          <a:xfrm flipV="1">
            <a:off x="2139973" y="2122097"/>
            <a:ext cx="359096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9E19B8F4-1003-A57F-A643-4ACC6C8F86BB}"/>
              </a:ext>
            </a:extLst>
          </p:cNvPr>
          <p:cNvSpPr/>
          <p:nvPr/>
        </p:nvSpPr>
        <p:spPr>
          <a:xfrm>
            <a:off x="609600" y="301788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5B4DD34-487B-ABD9-860E-327EA4128D4E}"/>
              </a:ext>
            </a:extLst>
          </p:cNvPr>
          <p:cNvCxnSpPr>
            <a:cxnSpLocks/>
            <a:stCxn id="16" idx="7"/>
            <a:endCxn id="3" idx="3"/>
          </p:cNvCxnSpPr>
          <p:nvPr/>
        </p:nvCxnSpPr>
        <p:spPr>
          <a:xfrm flipV="1">
            <a:off x="1224158" y="2842097"/>
            <a:ext cx="406699" cy="281233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C4DC61A-A661-6256-2644-1B3E3D0F58CF}"/>
              </a:ext>
            </a:extLst>
          </p:cNvPr>
          <p:cNvSpPr/>
          <p:nvPr/>
        </p:nvSpPr>
        <p:spPr>
          <a:xfrm>
            <a:off x="3113627" y="222753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D7A9889-D8BF-A04E-444D-E3D78F7FDC1C}"/>
              </a:ext>
            </a:extLst>
          </p:cNvPr>
          <p:cNvCxnSpPr>
            <a:cxnSpLocks/>
            <a:stCxn id="18" idx="1"/>
            <a:endCxn id="2" idx="5"/>
          </p:cNvCxnSpPr>
          <p:nvPr/>
        </p:nvCxnSpPr>
        <p:spPr>
          <a:xfrm flipH="1" flipV="1">
            <a:off x="3008185" y="2122097"/>
            <a:ext cx="210884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B82C96F4-0DAA-B076-FADD-5E23CD4DE470}"/>
              </a:ext>
            </a:extLst>
          </p:cNvPr>
          <p:cNvSpPr/>
          <p:nvPr/>
        </p:nvSpPr>
        <p:spPr>
          <a:xfrm>
            <a:off x="2303254" y="301735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C2B5996-318A-322C-7FBC-1AE38E57AF21}"/>
              </a:ext>
            </a:extLst>
          </p:cNvPr>
          <p:cNvCxnSpPr>
            <a:cxnSpLocks/>
            <a:stCxn id="20" idx="1"/>
            <a:endCxn id="3" idx="5"/>
          </p:cNvCxnSpPr>
          <p:nvPr/>
        </p:nvCxnSpPr>
        <p:spPr>
          <a:xfrm flipH="1" flipV="1">
            <a:off x="2139973" y="2842097"/>
            <a:ext cx="268723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5D54D22A-91D7-AE34-513D-474A7A394347}"/>
              </a:ext>
            </a:extLst>
          </p:cNvPr>
          <p:cNvSpPr/>
          <p:nvPr/>
        </p:nvSpPr>
        <p:spPr>
          <a:xfrm>
            <a:off x="3833627" y="301735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03D5FE4-5AD7-C52B-63B2-3125C2CB8D87}"/>
              </a:ext>
            </a:extLst>
          </p:cNvPr>
          <p:cNvCxnSpPr>
            <a:cxnSpLocks/>
            <a:stCxn id="22" idx="1"/>
            <a:endCxn id="18" idx="5"/>
          </p:cNvCxnSpPr>
          <p:nvPr/>
        </p:nvCxnSpPr>
        <p:spPr>
          <a:xfrm flipH="1" flipV="1">
            <a:off x="3728185" y="2842097"/>
            <a:ext cx="210884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CBF81F19-437A-9BBA-7671-1AB1ED95687A}"/>
              </a:ext>
            </a:extLst>
          </p:cNvPr>
          <p:cNvSpPr/>
          <p:nvPr/>
        </p:nvSpPr>
        <p:spPr>
          <a:xfrm>
            <a:off x="8897226" y="150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D7E2BEB-D29E-D368-A4EC-648603909AE3}"/>
              </a:ext>
            </a:extLst>
          </p:cNvPr>
          <p:cNvSpPr/>
          <p:nvPr/>
        </p:nvSpPr>
        <p:spPr>
          <a:xfrm>
            <a:off x="8029014" y="222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C898625-0D2C-EE7C-3F46-A6BFBED901C0}"/>
              </a:ext>
            </a:extLst>
          </p:cNvPr>
          <p:cNvCxnSpPr>
            <a:cxnSpLocks/>
            <a:stCxn id="39" idx="7"/>
            <a:endCxn id="38" idx="3"/>
          </p:cNvCxnSpPr>
          <p:nvPr/>
        </p:nvCxnSpPr>
        <p:spPr>
          <a:xfrm flipV="1">
            <a:off x="8643572" y="2119417"/>
            <a:ext cx="359096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CEF568EB-6775-71D7-DB1C-682CC79312ED}"/>
              </a:ext>
            </a:extLst>
          </p:cNvPr>
          <p:cNvSpPr/>
          <p:nvPr/>
        </p:nvSpPr>
        <p:spPr>
          <a:xfrm>
            <a:off x="7113199" y="301520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9D60EC0-0FC6-050E-C0BD-A17F0EA35D94}"/>
              </a:ext>
            </a:extLst>
          </p:cNvPr>
          <p:cNvCxnSpPr>
            <a:cxnSpLocks/>
            <a:stCxn id="41" idx="7"/>
            <a:endCxn id="39" idx="3"/>
          </p:cNvCxnSpPr>
          <p:nvPr/>
        </p:nvCxnSpPr>
        <p:spPr>
          <a:xfrm flipV="1">
            <a:off x="7727757" y="2839417"/>
            <a:ext cx="406699" cy="281233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37B38394-0A32-E96C-48D9-7FC6F9496DEC}"/>
              </a:ext>
            </a:extLst>
          </p:cNvPr>
          <p:cNvSpPr/>
          <p:nvPr/>
        </p:nvSpPr>
        <p:spPr>
          <a:xfrm>
            <a:off x="9617226" y="222485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7E4426B-33ED-F094-EAB4-08A3859CD2A9}"/>
              </a:ext>
            </a:extLst>
          </p:cNvPr>
          <p:cNvCxnSpPr>
            <a:cxnSpLocks/>
            <a:stCxn id="43" idx="1"/>
            <a:endCxn id="38" idx="5"/>
          </p:cNvCxnSpPr>
          <p:nvPr/>
        </p:nvCxnSpPr>
        <p:spPr>
          <a:xfrm flipH="1" flipV="1">
            <a:off x="9511784" y="2119417"/>
            <a:ext cx="210884" cy="2108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D255FF86-C5DE-9290-10E1-902093CF9727}"/>
              </a:ext>
            </a:extLst>
          </p:cNvPr>
          <p:cNvSpPr/>
          <p:nvPr/>
        </p:nvSpPr>
        <p:spPr>
          <a:xfrm>
            <a:off x="8806853" y="301467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342B919-C546-3594-D531-219D14DA3DF2}"/>
              </a:ext>
            </a:extLst>
          </p:cNvPr>
          <p:cNvCxnSpPr>
            <a:cxnSpLocks/>
            <a:stCxn id="45" idx="1"/>
            <a:endCxn id="39" idx="5"/>
          </p:cNvCxnSpPr>
          <p:nvPr/>
        </p:nvCxnSpPr>
        <p:spPr>
          <a:xfrm flipH="1" flipV="1">
            <a:off x="8643572" y="2839417"/>
            <a:ext cx="268723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68E6BD50-7C5B-D3A2-99A0-604B183D2FD4}"/>
              </a:ext>
            </a:extLst>
          </p:cNvPr>
          <p:cNvSpPr/>
          <p:nvPr/>
        </p:nvSpPr>
        <p:spPr>
          <a:xfrm>
            <a:off x="10337226" y="301467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1373E61-3E09-287C-83DA-8A809E0199E3}"/>
              </a:ext>
            </a:extLst>
          </p:cNvPr>
          <p:cNvCxnSpPr>
            <a:cxnSpLocks/>
            <a:stCxn id="47" idx="1"/>
            <a:endCxn id="43" idx="5"/>
          </p:cNvCxnSpPr>
          <p:nvPr/>
        </p:nvCxnSpPr>
        <p:spPr>
          <a:xfrm flipH="1" flipV="1">
            <a:off x="10231784" y="2839417"/>
            <a:ext cx="210884" cy="28069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D242B51-FD9C-F6DD-408E-A86812551EE8}"/>
              </a:ext>
            </a:extLst>
          </p:cNvPr>
          <p:cNvSpPr txBox="1"/>
          <p:nvPr/>
        </p:nvSpPr>
        <p:spPr>
          <a:xfrm>
            <a:off x="1788797" y="4096974"/>
            <a:ext cx="17489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Max Heap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713A02-FC44-1C80-BB47-7155BDD7BA4B}"/>
              </a:ext>
            </a:extLst>
          </p:cNvPr>
          <p:cNvSpPr txBox="1"/>
          <p:nvPr/>
        </p:nvSpPr>
        <p:spPr>
          <a:xfrm>
            <a:off x="8389014" y="4096974"/>
            <a:ext cx="17489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Min Heap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1C77CC-C804-2BEA-E297-284ADD732D3D}"/>
              </a:ext>
            </a:extLst>
          </p:cNvPr>
          <p:cNvSpPr txBox="1"/>
          <p:nvPr/>
        </p:nvSpPr>
        <p:spPr>
          <a:xfrm>
            <a:off x="1630857" y="5350461"/>
            <a:ext cx="2163097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Parent is </a:t>
            </a:r>
            <a:r>
              <a:rPr lang="en-PH" sz="2500" b="1" dirty="0">
                <a:solidFill>
                  <a:srgbClr val="00B0F0"/>
                </a:solidFill>
              </a:rPr>
              <a:t>greater than </a:t>
            </a:r>
            <a:r>
              <a:rPr lang="en-PH" sz="2500" dirty="0">
                <a:solidFill>
                  <a:schemeClr val="bg1"/>
                </a:solidFill>
              </a:rPr>
              <a:t>its Children</a:t>
            </a:r>
            <a:endParaRPr lang="en-US" sz="25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440E4B-6DD9-6C77-BD19-0366E8F956E3}"/>
              </a:ext>
            </a:extLst>
          </p:cNvPr>
          <p:cNvSpPr txBox="1"/>
          <p:nvPr/>
        </p:nvSpPr>
        <p:spPr>
          <a:xfrm>
            <a:off x="8134456" y="5350461"/>
            <a:ext cx="2163097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Parent is </a:t>
            </a:r>
          </a:p>
          <a:p>
            <a:pPr algn="ctr"/>
            <a:r>
              <a:rPr lang="en-PH" sz="2500" b="1" dirty="0">
                <a:solidFill>
                  <a:srgbClr val="00B0F0"/>
                </a:solidFill>
              </a:rPr>
              <a:t>less than </a:t>
            </a:r>
          </a:p>
          <a:p>
            <a:pPr algn="ctr"/>
            <a:r>
              <a:rPr lang="en-PH" sz="2500" dirty="0">
                <a:solidFill>
                  <a:schemeClr val="bg1"/>
                </a:solidFill>
              </a:rPr>
              <a:t>its Children</a:t>
            </a:r>
            <a:endParaRPr lang="en-US" sz="2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23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54198-EE45-84D2-003A-95AC72463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CE2A697-C043-6765-9E96-BD94112A4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Building a Heap from an Array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CB258B-B5B5-F397-2A8B-062E58591CD5}"/>
              </a:ext>
            </a:extLst>
          </p:cNvPr>
          <p:cNvSpPr/>
          <p:nvPr/>
        </p:nvSpPr>
        <p:spPr>
          <a:xfrm>
            <a:off x="5614586" y="7228060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0A75B8-1E1C-7872-88E8-856C0DD4FA6A}"/>
              </a:ext>
            </a:extLst>
          </p:cNvPr>
          <p:cNvSpPr/>
          <p:nvPr/>
        </p:nvSpPr>
        <p:spPr>
          <a:xfrm>
            <a:off x="3729551" y="8313607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2DDBF2-2594-270F-6602-BDAB39917488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344109" y="7842618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AD369B7-34F4-38C2-4DC1-11B83963E2E8}"/>
              </a:ext>
            </a:extLst>
          </p:cNvPr>
          <p:cNvSpPr/>
          <p:nvPr/>
        </p:nvSpPr>
        <p:spPr>
          <a:xfrm>
            <a:off x="2853137" y="9352430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1595A3-8C61-8D7A-FC34-713999E31CED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3467695" y="8928165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EC57A7D9-BA21-AC5F-408B-5D581135C8CB}"/>
              </a:ext>
            </a:extLst>
          </p:cNvPr>
          <p:cNvSpPr/>
          <p:nvPr/>
        </p:nvSpPr>
        <p:spPr>
          <a:xfrm>
            <a:off x="7742450" y="8313607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946F14-3D5A-319E-DB09-3D658CBF88D0}"/>
              </a:ext>
            </a:extLst>
          </p:cNvPr>
          <p:cNvCxnSpPr>
            <a:cxnSpLocks/>
            <a:stCxn id="12" idx="1"/>
            <a:endCxn id="6" idx="5"/>
          </p:cNvCxnSpPr>
          <p:nvPr/>
        </p:nvCxnSpPr>
        <p:spPr>
          <a:xfrm flipH="1" flipV="1">
            <a:off x="6229144" y="7842618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435CD489-396A-D4BE-F3BC-E2B8308891CD}"/>
              </a:ext>
            </a:extLst>
          </p:cNvPr>
          <p:cNvSpPr/>
          <p:nvPr/>
        </p:nvSpPr>
        <p:spPr>
          <a:xfrm>
            <a:off x="4703604" y="9352430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B7DD38-3297-0BF4-32C9-3F3023EC2B4D}"/>
              </a:ext>
            </a:extLst>
          </p:cNvPr>
          <p:cNvCxnSpPr>
            <a:cxnSpLocks/>
            <a:stCxn id="14" idx="1"/>
            <a:endCxn id="7" idx="5"/>
          </p:cNvCxnSpPr>
          <p:nvPr/>
        </p:nvCxnSpPr>
        <p:spPr>
          <a:xfrm flipH="1" flipV="1">
            <a:off x="4344109" y="8928165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A28BF8B9-E97F-9325-7775-59CDBD21C676}"/>
              </a:ext>
            </a:extLst>
          </p:cNvPr>
          <p:cNvSpPr/>
          <p:nvPr/>
        </p:nvSpPr>
        <p:spPr>
          <a:xfrm>
            <a:off x="6768397" y="935347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E674FF1-184C-8FA8-63D8-D9E1B9FFB853}"/>
              </a:ext>
            </a:extLst>
          </p:cNvPr>
          <p:cNvCxnSpPr>
            <a:cxnSpLocks/>
            <a:stCxn id="28" idx="7"/>
            <a:endCxn id="12" idx="3"/>
          </p:cNvCxnSpPr>
          <p:nvPr/>
        </p:nvCxnSpPr>
        <p:spPr>
          <a:xfrm flipV="1">
            <a:off x="7382955" y="8928165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AE37414-650C-7157-0D8E-927CDA9E1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143660"/>
              </p:ext>
            </p:extLst>
          </p:nvPr>
        </p:nvGraphicFramePr>
        <p:xfrm>
          <a:off x="2031999" y="3192780"/>
          <a:ext cx="8128002" cy="47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B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52AA4530-D239-BA17-0870-0BA4CA9EB1C0}"/>
              </a:ext>
            </a:extLst>
          </p:cNvPr>
          <p:cNvSpPr txBox="1"/>
          <p:nvPr/>
        </p:nvSpPr>
        <p:spPr>
          <a:xfrm>
            <a:off x="5801301" y="789230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CFC1FA-D536-3177-74B3-9CCDD102822F}"/>
              </a:ext>
            </a:extLst>
          </p:cNvPr>
          <p:cNvSpPr txBox="1"/>
          <p:nvPr/>
        </p:nvSpPr>
        <p:spPr>
          <a:xfrm>
            <a:off x="3932632" y="8980818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CAF832-932D-270A-C2E2-C5EE98D31618}"/>
              </a:ext>
            </a:extLst>
          </p:cNvPr>
          <p:cNvSpPr txBox="1"/>
          <p:nvPr/>
        </p:nvSpPr>
        <p:spPr>
          <a:xfrm>
            <a:off x="7928660" y="903360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CB6D46-B16A-ADFE-9DDE-A64E3D8ED0D3}"/>
              </a:ext>
            </a:extLst>
          </p:cNvPr>
          <p:cNvSpPr txBox="1"/>
          <p:nvPr/>
        </p:nvSpPr>
        <p:spPr>
          <a:xfrm>
            <a:off x="3039992" y="10047041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142F8F-035C-60A7-063D-8E3D0A6E4020}"/>
              </a:ext>
            </a:extLst>
          </p:cNvPr>
          <p:cNvSpPr txBox="1"/>
          <p:nvPr/>
        </p:nvSpPr>
        <p:spPr>
          <a:xfrm>
            <a:off x="4858783" y="10047041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CA21E8-468C-5706-E5AC-56ABE9CE4D7D}"/>
              </a:ext>
            </a:extLst>
          </p:cNvPr>
          <p:cNvSpPr txBox="1"/>
          <p:nvPr/>
        </p:nvSpPr>
        <p:spPr>
          <a:xfrm>
            <a:off x="6952670" y="10047041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83169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7D848-0C5A-8130-A4A9-C9A64F67E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C443A9D-2378-283C-900B-C3AD27580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Building a Heap from an Array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1DF4DAF-B832-81C3-861F-692ECC1AD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337878"/>
              </p:ext>
            </p:extLst>
          </p:nvPr>
        </p:nvGraphicFramePr>
        <p:xfrm>
          <a:off x="2031999" y="2956560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8" name="Oval 37">
            <a:extLst>
              <a:ext uri="{FF2B5EF4-FFF2-40B4-BE49-F238E27FC236}">
                <a16:creationId xmlns:a16="http://schemas.microsoft.com/office/drawing/2014/main" id="{5066F3FC-52F4-8A3C-6F39-6EB457D507C1}"/>
              </a:ext>
            </a:extLst>
          </p:cNvPr>
          <p:cNvSpPr/>
          <p:nvPr/>
        </p:nvSpPr>
        <p:spPr>
          <a:xfrm>
            <a:off x="5614586" y="7228060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7448C45-8394-0A10-A927-460DBF0A9855}"/>
              </a:ext>
            </a:extLst>
          </p:cNvPr>
          <p:cNvSpPr/>
          <p:nvPr/>
        </p:nvSpPr>
        <p:spPr>
          <a:xfrm>
            <a:off x="3729551" y="8313607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07A35CF-6B2E-A8BA-022E-A3AAB3C3A615}"/>
              </a:ext>
            </a:extLst>
          </p:cNvPr>
          <p:cNvCxnSpPr>
            <a:cxnSpLocks/>
            <a:stCxn id="39" idx="7"/>
            <a:endCxn id="38" idx="3"/>
          </p:cNvCxnSpPr>
          <p:nvPr/>
        </p:nvCxnSpPr>
        <p:spPr>
          <a:xfrm flipV="1">
            <a:off x="4344109" y="7842618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C4532E3B-D5DA-9BB5-FC8E-3BEBC53908DF}"/>
              </a:ext>
            </a:extLst>
          </p:cNvPr>
          <p:cNvSpPr/>
          <p:nvPr/>
        </p:nvSpPr>
        <p:spPr>
          <a:xfrm>
            <a:off x="2853137" y="9352430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49EE838-8AB3-523F-C9C5-2A0AC266969A}"/>
              </a:ext>
            </a:extLst>
          </p:cNvPr>
          <p:cNvCxnSpPr>
            <a:cxnSpLocks/>
            <a:stCxn id="41" idx="7"/>
            <a:endCxn id="39" idx="3"/>
          </p:cNvCxnSpPr>
          <p:nvPr/>
        </p:nvCxnSpPr>
        <p:spPr>
          <a:xfrm flipV="1">
            <a:off x="3467695" y="8928165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762B4DA4-43C8-9F48-458F-0FE50C191397}"/>
              </a:ext>
            </a:extLst>
          </p:cNvPr>
          <p:cNvSpPr/>
          <p:nvPr/>
        </p:nvSpPr>
        <p:spPr>
          <a:xfrm>
            <a:off x="7742450" y="8313607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9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5F3ED43-1660-BCF7-3134-9E671C11D95A}"/>
              </a:ext>
            </a:extLst>
          </p:cNvPr>
          <p:cNvCxnSpPr>
            <a:cxnSpLocks/>
            <a:stCxn id="43" idx="1"/>
            <a:endCxn id="38" idx="5"/>
          </p:cNvCxnSpPr>
          <p:nvPr/>
        </p:nvCxnSpPr>
        <p:spPr>
          <a:xfrm flipH="1" flipV="1">
            <a:off x="6229144" y="7842618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F831D233-5D29-6E51-2FA9-B7CC79198051}"/>
              </a:ext>
            </a:extLst>
          </p:cNvPr>
          <p:cNvSpPr/>
          <p:nvPr/>
        </p:nvSpPr>
        <p:spPr>
          <a:xfrm>
            <a:off x="4703604" y="9352430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EBFD81B-CB4E-3738-87F9-D4D10462941E}"/>
              </a:ext>
            </a:extLst>
          </p:cNvPr>
          <p:cNvCxnSpPr>
            <a:cxnSpLocks/>
            <a:stCxn id="45" idx="1"/>
            <a:endCxn id="39" idx="5"/>
          </p:cNvCxnSpPr>
          <p:nvPr/>
        </p:nvCxnSpPr>
        <p:spPr>
          <a:xfrm flipH="1" flipV="1">
            <a:off x="4344109" y="8928165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7D549AD9-FC72-7082-C63D-60A5D952E5EE}"/>
              </a:ext>
            </a:extLst>
          </p:cNvPr>
          <p:cNvSpPr/>
          <p:nvPr/>
        </p:nvSpPr>
        <p:spPr>
          <a:xfrm>
            <a:off x="6768397" y="935347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A47F3A1-AC03-15F4-BE6D-C00438CA503F}"/>
              </a:ext>
            </a:extLst>
          </p:cNvPr>
          <p:cNvCxnSpPr>
            <a:cxnSpLocks/>
            <a:stCxn id="47" idx="7"/>
            <a:endCxn id="43" idx="3"/>
          </p:cNvCxnSpPr>
          <p:nvPr/>
        </p:nvCxnSpPr>
        <p:spPr>
          <a:xfrm flipV="1">
            <a:off x="7382955" y="8928165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E5D75DF-E835-A524-E524-9E1610F23B4A}"/>
              </a:ext>
            </a:extLst>
          </p:cNvPr>
          <p:cNvSpPr txBox="1"/>
          <p:nvPr/>
        </p:nvSpPr>
        <p:spPr>
          <a:xfrm>
            <a:off x="5801301" y="789230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200DA7C-41C4-822F-0213-CD43E276B85F}"/>
              </a:ext>
            </a:extLst>
          </p:cNvPr>
          <p:cNvSpPr txBox="1"/>
          <p:nvPr/>
        </p:nvSpPr>
        <p:spPr>
          <a:xfrm>
            <a:off x="3932632" y="8980818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79C06F-3AFC-0BFD-0CBB-90339117932F}"/>
              </a:ext>
            </a:extLst>
          </p:cNvPr>
          <p:cNvSpPr txBox="1"/>
          <p:nvPr/>
        </p:nvSpPr>
        <p:spPr>
          <a:xfrm>
            <a:off x="7928660" y="903360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4D80EF-0D11-2255-6047-14F2306A6419}"/>
              </a:ext>
            </a:extLst>
          </p:cNvPr>
          <p:cNvSpPr txBox="1"/>
          <p:nvPr/>
        </p:nvSpPr>
        <p:spPr>
          <a:xfrm>
            <a:off x="3039992" y="10047041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01F83A-598F-7EEE-D4FE-159FD1A375D1}"/>
              </a:ext>
            </a:extLst>
          </p:cNvPr>
          <p:cNvSpPr txBox="1"/>
          <p:nvPr/>
        </p:nvSpPr>
        <p:spPr>
          <a:xfrm>
            <a:off x="4858783" y="10047041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2EFD80-0D08-2B27-CE05-07EC792AC9EB}"/>
              </a:ext>
            </a:extLst>
          </p:cNvPr>
          <p:cNvSpPr txBox="1"/>
          <p:nvPr/>
        </p:nvSpPr>
        <p:spPr>
          <a:xfrm>
            <a:off x="6952670" y="10047041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74817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664B39-DB80-A8B9-2046-C2A39FC5B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5C516AF-FB7A-9C41-72CB-CCB41A85D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Building a Heap from an Array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09B740-CEE5-25B0-DB24-9443118F6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365909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31C11CF1-48F8-9CB8-F61C-25575D6C152A}"/>
              </a:ext>
            </a:extLst>
          </p:cNvPr>
          <p:cNvSpPr/>
          <p:nvPr/>
        </p:nvSpPr>
        <p:spPr>
          <a:xfrm>
            <a:off x="5614586" y="7228060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3E87684-4EA2-5B88-9E4C-3EAE22FCBFAD}"/>
              </a:ext>
            </a:extLst>
          </p:cNvPr>
          <p:cNvSpPr/>
          <p:nvPr/>
        </p:nvSpPr>
        <p:spPr>
          <a:xfrm>
            <a:off x="3729551" y="8313607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4EA8EA-4DE3-B9E3-8479-0C979B3CD14B}"/>
              </a:ext>
            </a:extLst>
          </p:cNvPr>
          <p:cNvCxnSpPr>
            <a:cxnSpLocks/>
            <a:stCxn id="4" idx="7"/>
            <a:endCxn id="3" idx="3"/>
          </p:cNvCxnSpPr>
          <p:nvPr/>
        </p:nvCxnSpPr>
        <p:spPr>
          <a:xfrm flipV="1">
            <a:off x="4344109" y="7842618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CC4E2FE-5B81-1BDD-70A9-BA63463B1664}"/>
              </a:ext>
            </a:extLst>
          </p:cNvPr>
          <p:cNvSpPr/>
          <p:nvPr/>
        </p:nvSpPr>
        <p:spPr>
          <a:xfrm>
            <a:off x="2853137" y="9352430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9F8919-257D-6EFC-FBC2-D0A2CC9888DF}"/>
              </a:ext>
            </a:extLst>
          </p:cNvPr>
          <p:cNvCxnSpPr>
            <a:cxnSpLocks/>
            <a:stCxn id="7" idx="7"/>
            <a:endCxn id="4" idx="3"/>
          </p:cNvCxnSpPr>
          <p:nvPr/>
        </p:nvCxnSpPr>
        <p:spPr>
          <a:xfrm flipV="1">
            <a:off x="3467695" y="8928165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43327E8-D93D-4AED-5622-EB4AFB8AFF09}"/>
              </a:ext>
            </a:extLst>
          </p:cNvPr>
          <p:cNvSpPr/>
          <p:nvPr/>
        </p:nvSpPr>
        <p:spPr>
          <a:xfrm>
            <a:off x="7742450" y="8313607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2879B0-C007-62A5-40CF-7EE620661CD2}"/>
              </a:ext>
            </a:extLst>
          </p:cNvPr>
          <p:cNvCxnSpPr>
            <a:cxnSpLocks/>
            <a:stCxn id="9" idx="1"/>
            <a:endCxn id="3" idx="5"/>
          </p:cNvCxnSpPr>
          <p:nvPr/>
        </p:nvCxnSpPr>
        <p:spPr>
          <a:xfrm flipH="1" flipV="1">
            <a:off x="6229144" y="7842618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FB79B32-CEF5-1C83-3098-5235D144326A}"/>
              </a:ext>
            </a:extLst>
          </p:cNvPr>
          <p:cNvSpPr/>
          <p:nvPr/>
        </p:nvSpPr>
        <p:spPr>
          <a:xfrm>
            <a:off x="4703604" y="9352430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3B2269-D86F-259B-7234-83205775665B}"/>
              </a:ext>
            </a:extLst>
          </p:cNvPr>
          <p:cNvCxnSpPr>
            <a:cxnSpLocks/>
            <a:stCxn id="11" idx="1"/>
            <a:endCxn id="4" idx="5"/>
          </p:cNvCxnSpPr>
          <p:nvPr/>
        </p:nvCxnSpPr>
        <p:spPr>
          <a:xfrm flipH="1" flipV="1">
            <a:off x="4344109" y="8928165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9393F45-F53F-264F-1F4E-1E6ABD2B8AB2}"/>
              </a:ext>
            </a:extLst>
          </p:cNvPr>
          <p:cNvSpPr/>
          <p:nvPr/>
        </p:nvSpPr>
        <p:spPr>
          <a:xfrm>
            <a:off x="6768397" y="935347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C2B7AB-2C1E-AC71-E33B-EF9A8BD29414}"/>
              </a:ext>
            </a:extLst>
          </p:cNvPr>
          <p:cNvCxnSpPr>
            <a:cxnSpLocks/>
            <a:stCxn id="13" idx="7"/>
            <a:endCxn id="9" idx="3"/>
          </p:cNvCxnSpPr>
          <p:nvPr/>
        </p:nvCxnSpPr>
        <p:spPr>
          <a:xfrm flipV="1">
            <a:off x="7382955" y="8928165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49DADC8-755C-C4BB-6432-322CC8AE9B18}"/>
              </a:ext>
            </a:extLst>
          </p:cNvPr>
          <p:cNvSpPr txBox="1"/>
          <p:nvPr/>
        </p:nvSpPr>
        <p:spPr>
          <a:xfrm>
            <a:off x="5801301" y="789230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41DB84-6A7B-EC68-D47E-B2ECC0C416D4}"/>
              </a:ext>
            </a:extLst>
          </p:cNvPr>
          <p:cNvSpPr txBox="1"/>
          <p:nvPr/>
        </p:nvSpPr>
        <p:spPr>
          <a:xfrm>
            <a:off x="3932632" y="8980818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C2FBDE-4333-35A1-C5D0-7E69BBC64E24}"/>
              </a:ext>
            </a:extLst>
          </p:cNvPr>
          <p:cNvSpPr txBox="1"/>
          <p:nvPr/>
        </p:nvSpPr>
        <p:spPr>
          <a:xfrm>
            <a:off x="7928660" y="903360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FAE772-E17F-43ED-EFCA-8912F066E574}"/>
              </a:ext>
            </a:extLst>
          </p:cNvPr>
          <p:cNvSpPr txBox="1"/>
          <p:nvPr/>
        </p:nvSpPr>
        <p:spPr>
          <a:xfrm>
            <a:off x="3039992" y="10047041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355F9F-F400-DB19-1744-64743AF813A4}"/>
              </a:ext>
            </a:extLst>
          </p:cNvPr>
          <p:cNvSpPr txBox="1"/>
          <p:nvPr/>
        </p:nvSpPr>
        <p:spPr>
          <a:xfrm>
            <a:off x="4858783" y="10047041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A84CAF-D010-0734-D58A-1C03BFF49095}"/>
              </a:ext>
            </a:extLst>
          </p:cNvPr>
          <p:cNvSpPr txBox="1"/>
          <p:nvPr/>
        </p:nvSpPr>
        <p:spPr>
          <a:xfrm>
            <a:off x="6952670" y="10047041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36464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28EE5B-B4EA-D31D-433A-688D1DDD0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4F716F2-E471-B515-55D7-BFD45D647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Building a Heap from an Array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F617E8-F93A-4D59-4A9B-46DED3287869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E76F7540-7020-669F-A78C-D3203075C0A4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3BDA931-A23B-1679-6699-01958C087433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A783FF-B74A-31D8-49D9-09C7ED1A6152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3B8CFDE-F371-40ED-64D7-82DD6B60023A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5999327-0492-DF1F-F323-D82FE665C612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1CA5B434-D938-08F0-CF97-08D78B88AE64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791831E-D188-21AA-0F3F-2F78312B3E65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25C0D8A-B0CD-ECF9-01DF-0970DE1D074C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DF31407-5AEB-19C7-C01C-7E52DFA1D146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842340FE-6EF2-ABBD-4971-7B33E046824F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5EC5745-E1C2-8BFE-2B78-84D662A09F63}"/>
              </a:ext>
            </a:extLst>
          </p:cNvPr>
          <p:cNvCxnSpPr>
            <a:cxnSpLocks/>
            <a:stCxn id="28" idx="7"/>
            <a:endCxn id="24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30E3198-E312-F709-F818-F56613B4A532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88E387-E1B6-A380-57A3-599274C7ACCB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888B15-370D-6216-C76E-6B237FA8B212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D81AE8-DB76-8B75-FBE1-86A2B4A2BAE4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FFFD9B-E3AC-E3B1-D6B6-632769A2DB47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AB4478-0B52-7DA3-7A64-9171568C0422}"/>
              </a:ext>
            </a:extLst>
          </p:cNvPr>
          <p:cNvSpPr txBox="1"/>
          <p:nvPr/>
        </p:nvSpPr>
        <p:spPr>
          <a:xfrm>
            <a:off x="6952670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72025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4D31E-83D2-0811-45E6-56483D7C3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CEE5B27-C783-69AB-3383-BD92A3B96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Building a max-heap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EB654D8-EFC1-B2D8-9AA1-20ABB7FCA597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9B120C-8282-8618-FF22-AB194E56D69E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34B11FD-722F-A02A-4387-5CD826C189E5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D762E25-5F13-8BCC-9483-30E8E2B29C06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DBA478F-ABE6-980B-4B3C-5F2EE44F3A45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5EB2349C-05CB-871E-9AFF-400745E86CB2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E6C46A-3C50-9F12-5603-205E5FE5A240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9315493-3521-B561-3ECF-42103097876D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8B2FE37-C167-CEDB-7045-06D05EAD6383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D8B932B-3700-59F1-07B1-92531830B80D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B5FE78C-C4A5-E05F-7D31-777EF29286DA}"/>
              </a:ext>
            </a:extLst>
          </p:cNvPr>
          <p:cNvCxnSpPr>
            <a:cxnSpLocks/>
            <a:stCxn id="28" idx="7"/>
            <a:endCxn id="24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331B14-F834-AA7A-B1F2-24F7A9B5E25A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0693E3-A17C-461D-F536-8062C3DFE3AB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8C817B-1184-A14F-8808-F4389340897D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D7F3C4-ADD5-D4AE-FC0D-E29D111C9CE2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DAE943-4902-BF34-3621-7866653E67C2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1D2F5F-E9C5-9D7C-F76A-97FF5B5DB2C1}"/>
              </a:ext>
            </a:extLst>
          </p:cNvPr>
          <p:cNvSpPr txBox="1"/>
          <p:nvPr/>
        </p:nvSpPr>
        <p:spPr>
          <a:xfrm>
            <a:off x="6952670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765AE9B-52F1-16DE-CF28-6027E0A67435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59EE9D2-66DE-E725-4575-81673C5F47F1}"/>
              </a:ext>
            </a:extLst>
          </p:cNvPr>
          <p:cNvSpPr txBox="1"/>
          <p:nvPr/>
        </p:nvSpPr>
        <p:spPr>
          <a:xfrm>
            <a:off x="8355998" y="2859780"/>
            <a:ext cx="277335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Parent &gt; Child 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13" name="Graphic 12" descr="Badge Cross with solid fill">
            <a:extLst>
              <a:ext uri="{FF2B5EF4-FFF2-40B4-BE49-F238E27FC236}">
                <a16:creationId xmlns:a16="http://schemas.microsoft.com/office/drawing/2014/main" id="{AC92EB4B-97EC-DDBE-1D58-1E806BC814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353" y="27090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45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422F33-449B-A120-A508-D4B86B429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3A2F9C7-F5F6-3363-E98B-F0405719CC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Building a max-heap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D34EEF2-6C33-4AC8-B0F9-7B20F0B5FE6F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260F2F0-00BA-3D79-FE4A-F947D3455D45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E5F98DD-326D-89AF-5170-F27A57E4E8E8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5ADFE8E3-9BF8-A011-9BE8-EF94203CE02D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4739BDF-37C9-3568-A193-7B7DE67F0A84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4E130AC-9F95-9139-EF01-D3F54CE945AD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330CD32-F53C-8888-3A56-984FEC196C32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596C1EE-0B36-E1CC-5A61-E726FB0DC939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C4668F7-81E6-259C-04B5-411B197955E1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E88F6DE5-5778-7527-0A78-A1532CE6AF93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D42CB64-0B3E-4CDD-9974-E5AD7E5FEAE2}"/>
              </a:ext>
            </a:extLst>
          </p:cNvPr>
          <p:cNvCxnSpPr>
            <a:cxnSpLocks/>
            <a:stCxn id="28" idx="7"/>
            <a:endCxn id="24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BBEBBF9-AE51-5EF0-BBCD-1D790FC8FD48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63FB86-FD03-BF36-707E-CCCDD0C94AAF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D6B16F-64C3-97A6-F9DA-B035316347FC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82D124-A299-EBF5-1A8C-69267BD11FEA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003A3E-D906-B112-E4EF-84F573396402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27DEF3-35D6-4735-5329-AE0F64E160D1}"/>
              </a:ext>
            </a:extLst>
          </p:cNvPr>
          <p:cNvSpPr txBox="1"/>
          <p:nvPr/>
        </p:nvSpPr>
        <p:spPr>
          <a:xfrm>
            <a:off x="6952670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461849-1D24-2902-1124-AEB278077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888050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92F12D0-8BA9-C780-96D9-50117656C332}"/>
              </a:ext>
            </a:extLst>
          </p:cNvPr>
          <p:cNvSpPr txBox="1"/>
          <p:nvPr/>
        </p:nvSpPr>
        <p:spPr>
          <a:xfrm>
            <a:off x="8355998" y="2859780"/>
            <a:ext cx="277335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Parent &gt; Child 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6" name="Graphic 5" descr="Badge Tick1 with solid fill">
            <a:extLst>
              <a:ext uri="{FF2B5EF4-FFF2-40B4-BE49-F238E27FC236}">
                <a16:creationId xmlns:a16="http://schemas.microsoft.com/office/drawing/2014/main" id="{40F5B9E2-7658-B7F1-0028-BD2FA54998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1296" y="2738307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275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D301F4-DF25-622B-0605-48BF8F55E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257FACD-1716-F289-DAC8-CDFD09B89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Building a max-heap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61320CA-E33C-68AA-5DD3-F5E4F6F9AA17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99F33B3-CCE9-3B9E-7358-518C3747FD09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216AE0-0D36-A93B-CBD7-488CC7536F98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5D1C3B88-F45F-C743-1532-AD301D98A147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38434D-D0F5-FC41-F704-06EC533E1D41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71165E56-4850-1267-9980-CBB5203682F2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58BB40C-4FDA-DBBC-D6BF-B1A3D46DE264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CFF1BCA-D367-0885-6F7E-01BA19E5CE72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480B30F-7E2C-7B19-50EB-ACA3A991B140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672238EF-D8FB-C4BC-81E9-2B76FF50C729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FE41010-11A6-CDC8-2564-711B7B325CA1}"/>
              </a:ext>
            </a:extLst>
          </p:cNvPr>
          <p:cNvCxnSpPr>
            <a:cxnSpLocks/>
            <a:stCxn id="28" idx="7"/>
            <a:endCxn id="24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D506E68-5F68-5E49-BA33-9C93EDDC775A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64FB44-9FEC-D770-A1D4-57092EEED0C6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B99BE4-F7BE-72E7-6843-86FE23FE1F2B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842756-2487-74C5-1AC5-A63E7635B9FA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881AE8-EF42-45FB-1470-3E3E8A76CFA5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056E3B-A130-D6A5-A1F6-E9C722D05377}"/>
              </a:ext>
            </a:extLst>
          </p:cNvPr>
          <p:cNvSpPr txBox="1"/>
          <p:nvPr/>
        </p:nvSpPr>
        <p:spPr>
          <a:xfrm>
            <a:off x="6952670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2DD00B-BB28-463D-C966-7C72ACE35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68750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6618F5D-5994-D477-2DAD-5CEBA61D8972}"/>
              </a:ext>
            </a:extLst>
          </p:cNvPr>
          <p:cNvSpPr txBox="1"/>
          <p:nvPr/>
        </p:nvSpPr>
        <p:spPr>
          <a:xfrm>
            <a:off x="383522" y="2859780"/>
            <a:ext cx="277335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Parent &gt; Child 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4" name="Graphic 3" descr="Badge Tick1 with solid fill">
            <a:extLst>
              <a:ext uri="{FF2B5EF4-FFF2-40B4-BE49-F238E27FC236}">
                <a16:creationId xmlns:a16="http://schemas.microsoft.com/office/drawing/2014/main" id="{8A814D22-D908-30CF-C488-91ED50CBC2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8820" y="2738307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43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8E858B-68F1-4F3C-3361-33575B678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8E0BF89-449C-6484-033F-D55DD2337E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Building a max-heap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23C3FFC-1006-1566-9F1B-6B33967DA48B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081FA34-6290-2A8A-C9E2-C3667EA59174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4E7A369-B81F-2AEC-3AAE-110256C76E84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9C65787C-335F-6517-0DAB-AEB8240FAC06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0F1953-61B2-1D60-607D-6C2C943DDE69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7EB8BF29-67B7-4E07-262F-4400EC03F494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54980A3-1931-E926-D58E-6E87EFDF9A87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CCDEA495-23C8-74B4-D486-AC1B7C3E6C9B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70A1538-B51A-730D-20B2-49686CEFC435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4CC35AC-E9FF-98F2-C9C3-3E25D9265D20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BC6ED4A-FDFF-6EF5-ABE3-ACF21C0BD3F9}"/>
              </a:ext>
            </a:extLst>
          </p:cNvPr>
          <p:cNvCxnSpPr>
            <a:cxnSpLocks/>
            <a:stCxn id="28" idx="7"/>
            <a:endCxn id="24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4A5D7C8-DBE4-D928-69D6-01F32121EE29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BB80E4-822C-A1E6-0744-6A89EE793A24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411F33-2626-762A-F7B7-70054D039CC0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6765F5-A6D7-1F22-7301-A06E16970C73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FFA5C0-94E2-8C57-EF3C-B4FBA0DB6CB2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DF1DA5-B1CE-2B7B-BE45-C7D5163C4982}"/>
              </a:ext>
            </a:extLst>
          </p:cNvPr>
          <p:cNvSpPr txBox="1"/>
          <p:nvPr/>
        </p:nvSpPr>
        <p:spPr>
          <a:xfrm>
            <a:off x="6952670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B1731F-8B0D-6D46-8183-3A4861745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467169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22E8D72-A3C0-9444-01C8-6604BCFE67D4}"/>
              </a:ext>
            </a:extLst>
          </p:cNvPr>
          <p:cNvSpPr txBox="1"/>
          <p:nvPr/>
        </p:nvSpPr>
        <p:spPr>
          <a:xfrm>
            <a:off x="2290249" y="1763266"/>
            <a:ext cx="277335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Parent &gt; Child 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4" name="Graphic 3" descr="Badge Cross with solid fill">
            <a:extLst>
              <a:ext uri="{FF2B5EF4-FFF2-40B4-BE49-F238E27FC236}">
                <a16:creationId xmlns:a16="http://schemas.microsoft.com/office/drawing/2014/main" id="{3E207645-4A69-250F-05E6-FE02D8E7E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3604" y="1612486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736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6F441A-B229-B5CB-C51E-1ADC338A4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771C5E-B936-7B6E-3FB1-963DE39B0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Building a max-heap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D26CAA1-56BC-F3B3-197A-63C62A8F8154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93EEBE7-8129-44F6-FE53-49908108D3F5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0C50B1F-80AF-DA9C-B893-DEA7289FD373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0EEDF0FA-94BA-F9D1-3D3C-591E4B7512A0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2AE275-66D6-7BF9-A727-E3EEA3AF0892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CEBB814A-97DC-39E7-D714-ABF51A79F575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CFCAFD9-DA47-20F6-448D-AEC537B5AA45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C3CD4853-D222-5E21-89B9-28A8CF7C89C7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D254456-3629-F043-AFCB-4C906CF2086D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333234B1-C84C-1E5F-4E76-3F7A36B85153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1E25C6F-108A-57C5-6A6D-007B54C9152C}"/>
              </a:ext>
            </a:extLst>
          </p:cNvPr>
          <p:cNvCxnSpPr>
            <a:cxnSpLocks/>
            <a:stCxn id="28" idx="7"/>
            <a:endCxn id="24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4E738F8-79F4-A684-B0FD-1FE8EAC63FA7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ED8C6D-D497-64AA-67AE-01C39C2E6A10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65370B-A7B5-4A3A-3988-041E23CE2EC8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DA8E40-E1BE-540C-FC28-E691A152CCFB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F93E8F-286F-6507-7468-F4CE29690F78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36FD64-4D06-FB3D-84A5-75F326B14270}"/>
              </a:ext>
            </a:extLst>
          </p:cNvPr>
          <p:cNvSpPr txBox="1"/>
          <p:nvPr/>
        </p:nvSpPr>
        <p:spPr>
          <a:xfrm>
            <a:off x="6952670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E49E96-5C9B-686E-D0A9-154E1F3D9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501187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AD62977-BC60-D9BD-8846-C66B9BE3A374}"/>
              </a:ext>
            </a:extLst>
          </p:cNvPr>
          <p:cNvSpPr txBox="1"/>
          <p:nvPr/>
        </p:nvSpPr>
        <p:spPr>
          <a:xfrm>
            <a:off x="2342873" y="1714548"/>
            <a:ext cx="277335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Parent &gt; Child 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4" name="Graphic 3" descr="Badge Tick1 with solid fill">
            <a:extLst>
              <a:ext uri="{FF2B5EF4-FFF2-40B4-BE49-F238E27FC236}">
                <a16:creationId xmlns:a16="http://schemas.microsoft.com/office/drawing/2014/main" id="{324CC928-37E1-9119-5182-8CCB064A6C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8171" y="1593075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59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7D5B7C-AD0F-991A-4C9A-51B509DBF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442E80A-34C6-FCA6-087F-E2CCE75CC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Building a max-heap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1C0CC04-6062-5875-0763-C9134FF00F42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80114EB-8342-3ADB-0862-495E131746C9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171F93E-7407-3902-B195-08793153E5EE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5A447B49-A91A-0E20-AC3E-D6CDDA44E702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0181642-0C23-8411-170D-BC44FBBFB491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71EA1BE0-27EE-08C6-A183-D9562579BCBF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80FE4E7-A799-0118-648B-692454D5FA12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D0F26F36-D494-F400-46A6-C86543A8B1F7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FC96367-1B58-701E-01FE-5AD1C46AFB5E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C5FB8C18-D974-1EA0-458F-E0EFE36F9942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3259FCC-C537-3F08-83C6-0AE49CD9BCD2}"/>
              </a:ext>
            </a:extLst>
          </p:cNvPr>
          <p:cNvCxnSpPr>
            <a:cxnSpLocks/>
            <a:stCxn id="28" idx="7"/>
            <a:endCxn id="24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5F27615-557B-EC03-F0A7-659445C038C4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05AEFB-FD77-BAEC-4F73-8D4FE9F1DE4A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26B6F2-E4A3-A39D-AD0D-62C29694D5E9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3C849E-A423-9750-AB34-D1D24135FDD9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3A0804-A288-AC7D-C244-CE6A934469B1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EB5E2A-71F2-5F45-F3D4-F1D7D9BE314D}"/>
              </a:ext>
            </a:extLst>
          </p:cNvPr>
          <p:cNvSpPr txBox="1"/>
          <p:nvPr/>
        </p:nvSpPr>
        <p:spPr>
          <a:xfrm>
            <a:off x="6952670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EFED7A-2323-D0B2-F827-F72D095BF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949293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CDB9708-1090-7678-BC68-D43D89CD70C9}"/>
              </a:ext>
            </a:extLst>
          </p:cNvPr>
          <p:cNvSpPr txBox="1"/>
          <p:nvPr/>
        </p:nvSpPr>
        <p:spPr>
          <a:xfrm>
            <a:off x="4175042" y="2963767"/>
            <a:ext cx="277335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Parent &gt; Child 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4" name="Graphic 3" descr="Badge Cross with solid fill">
            <a:extLst>
              <a:ext uri="{FF2B5EF4-FFF2-40B4-BE49-F238E27FC236}">
                <a16:creationId xmlns:a16="http://schemas.microsoft.com/office/drawing/2014/main" id="{47CC321A-C841-5B53-9849-2260DA2013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8397" y="2812987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32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5C31B-5DA8-FFC1-C927-780591B59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3F8CC35-C31C-ECAE-2DB7-DB2F51668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Building a max-heap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0D3528B-A8A4-40CF-043D-49567725FC20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41AFA5B-2C7C-78DC-21C7-499EFA203050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94F7C84-A1AA-507A-3DB0-ED0C851935CA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DAB59056-0EC9-E795-94D8-470E79FAAFC8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29F0AE9-AD32-BA6A-2EA3-582DE14FCD97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A39D3273-7B06-109B-5AD1-522D18E8CA11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95B9409-63CF-CC52-79D1-E12B80878239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E474E349-5EA9-8BE3-E805-15749898F10C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8FC7609-5C8F-66DA-A57C-41EE496038A1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E8D724B6-2E37-4AB9-444E-37673F311AB2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E9A5D1A-C6E4-ECFB-5F1E-9D6A01155DE9}"/>
              </a:ext>
            </a:extLst>
          </p:cNvPr>
          <p:cNvCxnSpPr>
            <a:cxnSpLocks/>
            <a:stCxn id="28" idx="7"/>
            <a:endCxn id="24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723A991-82B5-DDB7-03DA-9E856082E106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7CC334-7BA0-3FF0-3180-48BDDF4D3291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84D680-6CCF-33D9-5B3A-7AF322CC5DB1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D45D9A-3978-C03C-FD54-786BC88B9DC0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154780-D2E1-B1CC-BD53-CDE1B7F9608D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3C124B-9374-576C-9092-14EC83F37BED}"/>
              </a:ext>
            </a:extLst>
          </p:cNvPr>
          <p:cNvSpPr txBox="1"/>
          <p:nvPr/>
        </p:nvSpPr>
        <p:spPr>
          <a:xfrm>
            <a:off x="6952670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78BA54-1E46-F9B0-0567-A838958030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344883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A55B9B-119E-F25A-55E4-4AA72682DA1A}"/>
              </a:ext>
            </a:extLst>
          </p:cNvPr>
          <p:cNvSpPr txBox="1"/>
          <p:nvPr/>
        </p:nvSpPr>
        <p:spPr>
          <a:xfrm>
            <a:off x="4210056" y="2873069"/>
            <a:ext cx="277335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Parent &gt; Child 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4" name="Graphic 3" descr="Badge Tick1 with solid fill">
            <a:extLst>
              <a:ext uri="{FF2B5EF4-FFF2-40B4-BE49-F238E27FC236}">
                <a16:creationId xmlns:a16="http://schemas.microsoft.com/office/drawing/2014/main" id="{5CD225D6-AE9A-D489-B578-FF7BBC5A2A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5354" y="2751596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91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0B081D-B2F2-D96D-CA6E-E1222EA92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B69185B-CDF2-16C8-0F37-4E2B78368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EDE62FD-51C7-51CB-D96F-486A4941D1DC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5E7DE9A-BCB6-F3C4-832F-B4A3E60E3050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2AFD5F8-8E14-3517-29F3-ABFF66BCC5E2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9AA95EC-8900-7D7B-BC94-B51F855D5120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73DFCD5-EC10-39AA-106F-EE1A24965BB8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7EC9F0B9-0519-3221-ACC6-6A82EAAA2E9B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7A4188-3E6A-D6DF-DF83-77B7C3D35DFB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852D2580-7982-1B09-9DDA-5B305B0CC0B4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2F8EAA3-B543-3334-F503-F424378BB63A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385DFFEF-D544-23FF-40EA-D35926E16A02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4D0B084-4544-B02A-7353-69F331BDBE1B}"/>
              </a:ext>
            </a:extLst>
          </p:cNvPr>
          <p:cNvCxnSpPr>
            <a:cxnSpLocks/>
            <a:stCxn id="28" idx="7"/>
            <a:endCxn id="24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95B1935-8A77-3BBA-E75E-90DAEC4DACA2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03BEC9-8543-7527-8E7B-3FA7BFB0E4F7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578244-EAF8-9C98-69F6-BDAC6FEED7C3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94500F-547A-EE68-3160-FE20676A044D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E15810-21BA-C846-F8C0-1DE2F3A8263B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13FA08-94BF-D161-CF32-A8E5307F3669}"/>
              </a:ext>
            </a:extLst>
          </p:cNvPr>
          <p:cNvSpPr txBox="1"/>
          <p:nvPr/>
        </p:nvSpPr>
        <p:spPr>
          <a:xfrm>
            <a:off x="6952670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A9BC31-194C-B8BC-E94A-D7B4FE685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527907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602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EBBAA-6AF8-92E6-5893-8AE84F718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6377E78-960A-4C30-88F2-7F475037B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2B0638-E383-524D-2A16-A5694DF6E844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AA6FA37-0D15-709B-BF23-F3705776C23E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F1286C-6AF4-05CC-D2A7-1904563E53B2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989BC87-0055-1729-9F6D-80F9D74FA46F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33A94B-1134-F276-2D5E-C65D540FA269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B02AC22F-CCC3-A679-C9B7-A9BBF30711AB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6222CF3-008E-3D1B-CF06-F98231AD4B81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BEFBF13-11D2-3B42-AEAE-2E4BD8743EDF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5707FC3-C3E2-26F3-69FB-F91FB589FD12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5622D25-6E42-2B76-AC47-20D7AA517BA0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6F0F0E0-1315-A2A1-43C1-833DE40C9356}"/>
              </a:ext>
            </a:extLst>
          </p:cNvPr>
          <p:cNvCxnSpPr>
            <a:cxnSpLocks/>
            <a:stCxn id="28" idx="7"/>
            <a:endCxn id="24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64B18BF-EDBE-5186-44A8-3E1640F2F991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A7D899-FD63-8EAA-C6A3-450507311943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F4CECE-E973-C7E9-8C06-345C6BE63F70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886EFF-62B7-21B9-92E2-EB91656E6060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2A4D5B-D2A9-88A8-83B3-21B88449D59E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0F7798-C193-6391-6019-DEA186783820}"/>
              </a:ext>
            </a:extLst>
          </p:cNvPr>
          <p:cNvSpPr txBox="1"/>
          <p:nvPr/>
        </p:nvSpPr>
        <p:spPr>
          <a:xfrm>
            <a:off x="6952670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653637-9235-43B3-20C3-3DAA7055D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882276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3D20DC9-53E2-FDB2-8485-E2490A9A4C52}"/>
              </a:ext>
            </a:extLst>
          </p:cNvPr>
          <p:cNvSpPr txBox="1"/>
          <p:nvPr/>
        </p:nvSpPr>
        <p:spPr>
          <a:xfrm>
            <a:off x="8653432" y="2651389"/>
            <a:ext cx="3125621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Swap the root node with the last element of the tree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392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93AE8-AB49-0BBF-5C7A-56CBC5F26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942A070-34DD-6BF0-6655-295E7D1E7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A8FB2F3-8C16-2E9A-5B3D-C63ED0C2AE69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AADB81C-9DCC-DA87-A8D5-AE7E311722DA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52F90BD-486A-36BB-B045-93B026BB2584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FBE3E519-AB74-5E4D-ECE4-58F86E6A1E02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B34EEFF-1CA1-2918-9519-C09CB4895A9B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0DFDE2F7-341F-6CF9-189C-66CE62DAA9E3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53E281-5BED-DD53-B66F-32B40CAA2C37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6876D40-BB24-456D-3C25-36006BAF17AD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5B141C5-B43F-6608-CC78-6993AEE6E775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F3CBBD54-724F-64B5-6341-8211FFFCF570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34F78AF-C0A5-3C43-56AD-32D6B4F47517}"/>
              </a:ext>
            </a:extLst>
          </p:cNvPr>
          <p:cNvCxnSpPr>
            <a:cxnSpLocks/>
            <a:stCxn id="28" idx="7"/>
            <a:endCxn id="24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B3D8C10-940D-8EC5-910E-D4CC1FB6525F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3609B0-8B35-439B-72EA-7440BFAFB247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46F152-CE79-1DB1-4E95-5F54BE0B1C0E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8BB049-7F78-335E-339B-D638FB401B35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9626B2-2547-F9E6-355C-886FF6439F47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175010-E3F8-12ED-2900-38A9059A94D8}"/>
              </a:ext>
            </a:extLst>
          </p:cNvPr>
          <p:cNvSpPr txBox="1"/>
          <p:nvPr/>
        </p:nvSpPr>
        <p:spPr>
          <a:xfrm>
            <a:off x="6952670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FC19A1-6DFB-B912-8A97-DC1808E1F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567565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018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27A424-503C-73D1-A8DA-EA26FDCED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8B3C2B2-8356-2799-E3B5-A096602AF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37A5685-5D6B-43E8-8683-C544A70858A8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8125392-7297-19FC-FCC3-ABC50099A214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3F10CB1-53FF-63FF-59C1-A56BC5EACE3D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D593F446-3DB7-761E-EA6F-4A553BAA8CF5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0A32D8-4FC3-299F-C0FC-2DB76EBE98EE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93D48188-A12E-19B1-C334-C3E8C8065DD6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19D2E3-C658-6A2D-515B-EBEA85808558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A872B72-05EA-C34A-8ED2-EBCA5CBED78D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DD608FD-AEE8-E118-FF24-35196C4E1564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5BA23B9-6EC8-6B40-6801-0349B95602E4}"/>
              </a:ext>
            </a:extLst>
          </p:cNvPr>
          <p:cNvSpPr/>
          <p:nvPr/>
        </p:nvSpPr>
        <p:spPr>
          <a:xfrm>
            <a:off x="6768397" y="3762143"/>
            <a:ext cx="720000" cy="72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020DB9C-3107-90BE-D01C-B7EF8272F8B0}"/>
              </a:ext>
            </a:extLst>
          </p:cNvPr>
          <p:cNvCxnSpPr>
            <a:cxnSpLocks/>
            <a:stCxn id="28" idx="7"/>
            <a:endCxn id="24" idx="3"/>
          </p:cNvCxnSpPr>
          <p:nvPr/>
        </p:nvCxnSpPr>
        <p:spPr>
          <a:xfrm flipV="1">
            <a:off x="7382955" y="3336834"/>
            <a:ext cx="464937" cy="53075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9295DB7-CFFA-B9D6-8E9E-4519E84EE93A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E30483-5B34-B7C8-4DF1-2B04C7C587C2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A8036A-CF57-31D7-1CF3-8FA8FD1441B5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5E759-097A-AFFA-3C95-A1AA58730597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1EBA10-7EC1-6B44-ACD3-BB51BC434D18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DB1C3C-4E88-9702-AF2D-DA7870613488}"/>
              </a:ext>
            </a:extLst>
          </p:cNvPr>
          <p:cNvSpPr txBox="1"/>
          <p:nvPr/>
        </p:nvSpPr>
        <p:spPr>
          <a:xfrm>
            <a:off x="6952670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954390-003D-80D5-E61D-871220BEF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589122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8AB2A8B-33E4-D102-6C54-E74A3D36E3B4}"/>
              </a:ext>
            </a:extLst>
          </p:cNvPr>
          <p:cNvSpPr txBox="1"/>
          <p:nvPr/>
        </p:nvSpPr>
        <p:spPr>
          <a:xfrm>
            <a:off x="9066378" y="2778029"/>
            <a:ext cx="280583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Remove the last element of the tree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680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2C024-CD15-CFC5-8BD0-1E8151E56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D7A1486-FCC7-0281-1246-4E131A0DB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DBB63D-6F1F-7334-4067-2BF920A27858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ECE63A7-792A-E21D-5A6E-FBDFBE3A790A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0710E25-1987-5AAF-6F6F-4F76DD1CC8C1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52F19E98-4F03-C6FF-E7DF-FDE64225C107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5B91350-594B-EF23-301B-FD59AA65EA7D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6C040994-4794-7370-71C1-636B7580147D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E9D1E39-89C2-0E66-F29F-1960071CF245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F032176E-7333-81AA-3D64-99ADDBC349EF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6760407-2174-E19B-C2C8-F43B787F0E39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9E894B4-27A7-E411-B5D8-BCD1243EE4BE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F2954-E16A-B89C-CF02-34FE6B8C9CE9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AFF164-C34B-F049-C061-64B10AB2D50B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47F5DD-4076-F47E-3888-D1E25A73F2BE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607CC7-3EF7-4464-7582-C2D603910FC4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2CDF51-783E-FEA3-5C8B-0829FA1C1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319839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2647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986DA-A9AB-6D1F-5B9D-FB879BA9B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C92261C-2646-C54A-8359-23DB67925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A73963F-64DF-8E16-46C7-955B5F9E6BF1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E4B7AC4-EC0F-9A30-C0F3-6DDCC2AD39BC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5D8E029-6DDD-98F9-2905-EA1DF24F44BF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38C7900-4CC1-5F83-EDF4-86D2307E9335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6578DB9-CA0E-1CA5-D5D7-6A0EB4A7E8BA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39ACE315-74D0-B7DB-479D-5934AD2C4883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52A2051-E1EA-03EA-D389-256886D8824F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EBBEAD4C-D35E-8911-BE60-AFA1C0F1F6F8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C6DC428-F044-AF4E-469C-302B7364DB26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015B18C-71DB-1497-3594-4F383BBFEA9D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CCA961-1450-5A0F-0505-56F811766F8A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D7A7A9-5B89-CD79-B7FE-38F30C814D22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6A4957-59C7-0B1C-B4C7-D69F18125CB4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EE1F98-22DA-62B8-9C12-390BC57CCEA7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3926EB-C9C8-3FD8-56D2-2C48318A2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923340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9AEB582-E34E-52A8-5877-2863B1B79745}"/>
              </a:ext>
            </a:extLst>
          </p:cNvPr>
          <p:cNvSpPr txBox="1"/>
          <p:nvPr/>
        </p:nvSpPr>
        <p:spPr>
          <a:xfrm>
            <a:off x="9066378" y="2778029"/>
            <a:ext cx="2688971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 err="1">
                <a:solidFill>
                  <a:schemeClr val="bg1"/>
                </a:solidFill>
              </a:rPr>
              <a:t>Heapify</a:t>
            </a:r>
            <a:r>
              <a:rPr lang="en-PH" sz="2500" dirty="0">
                <a:solidFill>
                  <a:schemeClr val="bg1"/>
                </a:solidFill>
              </a:rPr>
              <a:t> the root element again so that we have the highest element at root.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780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BCF9D-56CC-215A-EC7D-2EAE84B29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1BC4E4C-54FF-33CF-3523-6579BA6BA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B36E431-89DB-66D8-DCCD-61297AFE1A28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889194C-F90E-2728-C0AF-0B477B8E316B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7A0498D-9AD9-3872-87F9-3E0A290DC079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BE36672-F878-C858-B0AD-E6A22FC511C6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16C5BA8-0499-07BA-7A1B-E4AFEAF12DE9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36887CCE-7E25-CADB-44D9-BBF4249338F0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EF2BD6-0159-093E-757D-41091D5B232A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F622D77-15F5-E9A9-89F0-ED1F3185F35C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C6F3D66-D790-2874-D838-FF530E4B49AA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7EBBC4E-2F38-32F2-0B02-D59FC2AE8449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086570-7392-5DB4-3939-88CD592CC7D1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0533D1-B2CB-E3CF-1B84-881D4B37AC7A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54D115-84DB-EDC7-3F6C-C0401A398769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B52CC6-2971-7C42-624A-5088E96CEA5F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C36EC0-9B87-BACC-8864-03B5343F1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550829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084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49D60-EB5D-07AB-11B4-6918680BF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3B3A2B-C7B0-0388-9E29-842694D3F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23A03B0-8D83-EAC9-D9EA-A96B2D64F229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C9AA1D-0F53-925E-E010-7DFBECAA1AB8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997211A-36CF-A99E-5633-D3119E770A27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16907623-91ED-38C2-14F9-20FAD0F16A4E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BDBCCDB-00F5-15A9-0B92-8F59BA0423D4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3F70086F-82E3-0AD6-FF10-63E2185010ED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9E034DE-B87D-8DBC-056A-570556499573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104B3AC-37EC-7DDA-84FC-1EA7AAA9A38B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F9E5499-A60D-DE72-5B88-9A95E472B2BE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9F0418C-B7BE-0001-0025-D5BAF000C179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B351EB-42A6-5B52-21B2-01F98648EE04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79FDCC-5249-4BDD-53B9-7F00EF56299D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3CD910-E3F5-1063-C96D-D17055543311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D6ECEB-280C-C84D-E854-A416574797C3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C81619-F7CA-71F2-56DB-D20EEFAEC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458082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5009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729487-8BF6-F600-DC2F-3843F4D50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D266790-BF8F-5BA6-AC6A-6F2D97D67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4A7A2F0-96AA-BB51-6C8C-B3D34DEC58CF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663FB22-EF84-365C-38ED-2F061BDC65F7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E8F523-2C63-5494-7EC8-4568218847E4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924FEE84-1419-111D-3DD5-B58E70EF4A9D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73A5611-156E-6350-C5F1-9DACFF31CA5D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15FAAD48-15C0-174E-AC00-BF48203382BC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4F2218F-17CE-D2F1-2099-FAD7B5823DC9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7DEA4022-178A-21FE-5786-5E167AA3F6EA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0BD77D8-1AAF-BBA9-1B00-099E27E3AF75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9CEA7DA-31A2-4827-4F29-B1F7921EFD47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213428-2937-4D1C-7E0A-88D32AB47FF4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79AD13-6DEF-D59A-A841-D227127CC4FB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A3A405-C62A-4C9D-B65B-3A5445F81188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FFBB41-5FD3-EC0E-242A-5D51442BB144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ECCA89-3BFB-2AFC-6EAB-4C481730D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185731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E20A7B5-7115-1657-1C82-2C19A7431BF7}"/>
              </a:ext>
            </a:extLst>
          </p:cNvPr>
          <p:cNvSpPr txBox="1"/>
          <p:nvPr/>
        </p:nvSpPr>
        <p:spPr>
          <a:xfrm>
            <a:off x="2547491" y="5100715"/>
            <a:ext cx="709701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We repeat this process until we sort all elements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65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8FF52A-F64D-95C2-5894-302F7928D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7626293-D007-A4F5-7B27-CB1034B07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2F730E2-98C6-25EB-7AF7-19EE5BA008C7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D2AA89B-1CBF-9962-4EBD-68377418F963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F9BB3AB-FE76-B09C-6197-4231003FEEBE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F2621B5-C501-2EFC-8EB2-D2C444BFB14B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0BDA0A7-916A-9DE4-F7F8-857DB598CA34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554DCC29-A42E-C3F3-A6AF-67D3C7D53448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95116F5-4668-E340-C824-D49151D93A3D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7CD0F4B7-7071-AD2C-E7A7-264114A6B617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1559538-A5E6-D76C-8E0D-B5ABCF2BA96D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56428CA-C632-2919-366F-B96ED9DBDD5B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AA1C8F-F7FA-F273-62AA-2E60A1696449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CD21DE-6337-49DD-4E71-7F49717DB6BB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0C8845-63FB-4540-613F-8CA03213CF13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69C780-58B4-B742-F7FB-5A64C7C119AD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2E25C8-7842-7648-5F7E-AFE9D590F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111283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8F4E181-1B16-C4EC-7F9D-E06659258331}"/>
              </a:ext>
            </a:extLst>
          </p:cNvPr>
          <p:cNvSpPr txBox="1"/>
          <p:nvPr/>
        </p:nvSpPr>
        <p:spPr>
          <a:xfrm>
            <a:off x="8653432" y="2651389"/>
            <a:ext cx="3125621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Swap the root node with the last element of the tree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877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BEAB7-F739-CBD3-6553-CAA93ADFF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5D8D15C-2A18-1410-525D-CE9F4458B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67B5AAB-9D44-98CD-28E3-F75F11410502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94F163B-C8A2-1CEC-4916-C5B141A37509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F30E99C-69D4-E28C-7F63-7E1A959A3C42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5156FBF3-6CDE-1807-EBDD-5946131DC816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02BB1B7-CB6D-D14B-26D7-D63C026E5118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354269DD-0106-4A7D-4C9B-EFCCA5B08D7B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1F28738-2DA5-685E-52D4-B758EC56B57A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A3B76CC-22E4-EF38-666A-F263AE579B0A}"/>
              </a:ext>
            </a:extLst>
          </p:cNvPr>
          <p:cNvSpPr/>
          <p:nvPr/>
        </p:nvSpPr>
        <p:spPr>
          <a:xfrm>
            <a:off x="4703604" y="3761099"/>
            <a:ext cx="720000" cy="72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10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03919CE-A54B-6A61-69B2-7F9BF9C56EC9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>
          <a:xfrm flipH="1" flipV="1">
            <a:off x="4344109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A015DCF-A6B9-0114-674A-1510EA7A0A6C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D0BFD1-DDAC-F92F-6857-08AF500F9FA0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612244-3229-D9BC-22D6-B1272E91149D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255103-A339-73FD-0947-D49E493DDF0F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772A86-BFBC-1D76-D0FF-1589648A8063}"/>
              </a:ext>
            </a:extLst>
          </p:cNvPr>
          <p:cNvSpPr txBox="1"/>
          <p:nvPr/>
        </p:nvSpPr>
        <p:spPr>
          <a:xfrm>
            <a:off x="4858783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4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551C62-537B-7680-06BF-26FE19FB9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156155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9965D3B-DAED-75E5-485D-DFEDD4F80BDE}"/>
              </a:ext>
            </a:extLst>
          </p:cNvPr>
          <p:cNvSpPr txBox="1"/>
          <p:nvPr/>
        </p:nvSpPr>
        <p:spPr>
          <a:xfrm>
            <a:off x="9066378" y="2778029"/>
            <a:ext cx="280583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Remove the last element of the tree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230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3851D6-E365-BE3D-770B-BC7196DBF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8BE16C-8AC9-0B17-AC8F-7399F34A0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3C7DDEB-C20E-E97C-DA92-A036988E5090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8AB66F4-3D5C-3BD9-FCD7-4A18B407FC25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0280D9-A656-3B0C-2552-8892AC9A982E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5D9E012-4844-58CE-EAB2-D9C7FFC7C24D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0E0E502-426A-0B50-238C-40B9078E224C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10CBF777-8729-3AE0-AAAD-1F6ACAB3E825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B16AD66-80BB-1284-4657-5DE1341AADF0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B237044-4DBE-5282-EAB1-261C45886B7D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7ED645-EDB2-BB7E-D8CC-1491EAC0F679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2830CE-C7F4-3490-6D48-DA2A52C6CA01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98FE82-1766-1948-480E-DA86D4CC1041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6A9E0A-F829-4599-D4BC-B86AB8BDC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33149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450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F6F24-E382-5C1F-ECEC-368CCFE37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C0B5756-6144-37A0-B6C0-CC41002AC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CBA0517-EBD8-4A00-0F78-1889814A7A65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BC0966F-78F5-5BBF-D1A3-8925309E3980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1DC50E5-347D-93C9-72C6-4EE0462C334C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BE14FE5-5E1A-DA27-C466-230F26D0F6E0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741BFB-8575-E1F6-9A34-CD4E5E1B74A3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8889000C-E73A-8B31-2D6D-8399F70B2967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02B858-4142-B26C-D158-694BCC48C09B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528F2A4-EF2C-2BF9-CE14-BA959191B750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F98628-2942-C51C-CD5A-F1A8215EB82A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9C7C01-4620-C74D-563A-36DC262A1848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59F478-4DE2-1059-44D9-157A8A0E3C48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584BBE-F336-839C-3097-9B8545516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965895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84A9E14-FE26-F1B4-8E0C-B7E3B4893A52}"/>
              </a:ext>
            </a:extLst>
          </p:cNvPr>
          <p:cNvSpPr txBox="1"/>
          <p:nvPr/>
        </p:nvSpPr>
        <p:spPr>
          <a:xfrm>
            <a:off x="9066378" y="2778029"/>
            <a:ext cx="2688971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 err="1">
                <a:solidFill>
                  <a:schemeClr val="bg1"/>
                </a:solidFill>
              </a:rPr>
              <a:t>Heapify</a:t>
            </a:r>
            <a:r>
              <a:rPr lang="en-PH" sz="2500" dirty="0">
                <a:solidFill>
                  <a:schemeClr val="bg1"/>
                </a:solidFill>
              </a:rPr>
              <a:t> the root element again so that we have the highest element at root.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357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12238-D49B-FDEE-D5F9-1C365089D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908E8AD-27CD-25BF-EA49-FBDA4BD0D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3B3EA12-F8B5-62C0-8DA2-98925E911601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BB3304D-9AD0-A06E-5662-504DA7CF75F4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14611E-8BE8-F360-14A9-1EE9019C8F1C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6EB5467C-4943-F9DF-93E0-C06F245204D4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40C4C00-2DBD-A7FA-7117-65B9776DD787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3C122B82-6B2B-E6A3-E0F5-D1EDF084E149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01F942-A7F8-9C99-5BC8-9FCEFAE88154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485CA77-4F45-EA56-11C6-A1187A4BA43D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DDC99C-52D9-B639-800C-4A8134125CBD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CF9AE5-1CF8-1E16-249F-7C510BFEE0B0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FAEE8-7541-F893-64BE-82494FC44CBC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9E58E2-B723-B816-988F-C541E5112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482130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593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41E49A-8F23-E16C-33A1-14ABC3949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A869DC-BBDB-0899-E321-AE1BEE6C8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28BEBA3-5A66-3506-AF7F-76C3275CB67F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7E36EC5-5ECA-F165-4E0F-B70A61B9A967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C647AD-1622-15E5-C0FD-262D0E1CED15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2E7A107-4705-E540-FBE3-26952B0D0D64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2D0ADA-9AF4-C6D4-2BFA-3C29638AC783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BD37DDCE-4A07-6A42-3F87-DA445B1C7EB5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C8765C7-F289-27AF-446A-36DB820C2079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3A778F7-02D0-C310-6EAF-62BB00035E4B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59B53A-C476-C582-14DA-21E75DFE2767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A7D88C-36E1-3FB1-FCEB-1869199FE257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5ED41E-BFDE-3A7B-178F-F7D87BB2D6CA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849192-1652-A1D8-7449-9AB0E1B1F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816198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9B0D7D4-40B5-02C1-CFE3-871D2091A7E6}"/>
              </a:ext>
            </a:extLst>
          </p:cNvPr>
          <p:cNvSpPr txBox="1"/>
          <p:nvPr/>
        </p:nvSpPr>
        <p:spPr>
          <a:xfrm>
            <a:off x="9066378" y="2778029"/>
            <a:ext cx="268897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Swap!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475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0C7E46-ADB5-9457-08AA-18708E4B6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353230E-D661-BB22-8363-DCDFA08E6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0C1DCFC-DC19-0D01-5910-363F894EAA89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E41B9DC-AA33-0A1D-BA1D-6D401FAF9F92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AF58B4A-41A6-9EAE-44E8-6009E4DF1235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30F197C-EAFD-8861-C3FD-5353D2E932DF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8AFCCB3-2F36-093E-63C7-7A4C8EAC5F2D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3EBD897B-844F-5149-81AF-48D3A5E10DA0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74CE483-7E18-C5B9-9838-21C07463BDDD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5C08753-72FE-5282-BC1A-7AE80F3A7BEB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FADE15-C51D-5A86-7077-84DFFBB42BD3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8E5CD1-4861-E0A2-97CF-DD0B884F0B27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87E3DF-AA2E-2F5C-2C39-E4B4E31BAAB4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39BF8A-A577-73CE-B508-258906248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022407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593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5F0452-261C-22FC-CE49-81FD90D6E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BBD5F88-5A9C-F343-1A3D-D667FC409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779B1E5-E7ED-E12F-385D-78BE24D2E0E2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8BC928A-4D85-C1D7-7092-7D0FB8B0BC8A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CB68C58-4945-F5BC-75DD-623245B9EED7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9E01973C-EC2B-FB95-3366-958062C25A94}"/>
              </a:ext>
            </a:extLst>
          </p:cNvPr>
          <p:cNvSpPr/>
          <p:nvPr/>
        </p:nvSpPr>
        <p:spPr>
          <a:xfrm>
            <a:off x="2853137" y="3761099"/>
            <a:ext cx="720000" cy="72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4AE580B-9A35-3D49-2A0B-C52DCA1CAB02}"/>
              </a:ext>
            </a:extLst>
          </p:cNvPr>
          <p:cNvCxnSpPr>
            <a:cxnSpLocks/>
            <a:stCxn id="22" idx="7"/>
            <a:endCxn id="20" idx="3"/>
          </p:cNvCxnSpPr>
          <p:nvPr/>
        </p:nvCxnSpPr>
        <p:spPr>
          <a:xfrm flipV="1">
            <a:off x="3467695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946241D3-6412-1338-1093-3693FBCA7E0F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9C7B4B0-FAFF-0756-3AB5-DF99CE430742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2598DD2-5BCE-69F9-99DC-8B68D5EAC5DC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5B1F44-FEA6-FED0-237F-94219D8A8771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AA5F48-8E7B-EA44-03AF-B58A1A5F40EC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BD1C49-E990-B158-031C-51BE2F6F9603}"/>
              </a:ext>
            </a:extLst>
          </p:cNvPr>
          <p:cNvSpPr txBox="1"/>
          <p:nvPr/>
        </p:nvSpPr>
        <p:spPr>
          <a:xfrm>
            <a:off x="3039992" y="44557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F9A3A2-BE18-4BF4-4D5C-7D238BED3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442397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E6A2CA8-FC69-00E1-421A-20B876C3356C}"/>
              </a:ext>
            </a:extLst>
          </p:cNvPr>
          <p:cNvSpPr txBox="1"/>
          <p:nvPr/>
        </p:nvSpPr>
        <p:spPr>
          <a:xfrm>
            <a:off x="9066378" y="2778029"/>
            <a:ext cx="268897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Remove!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576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AE0F9D-5E44-B076-1B12-A95C4BDC5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F9F876B-3692-370B-0452-76F93399E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B10659E-82A0-2EDA-C778-16554CBB4F7F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505EBF8-5246-F5FA-3718-551FA7C9E25C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1A5BCE2-9C09-70DB-5CF4-044EBA4AD866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84F98E6F-9E6D-F8B0-C67C-82B026883B45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5BF9015-C40E-B091-605F-76A31C4901EC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A359D81-A87E-BFF4-24E6-1AC1089BA34A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555580-C2C8-6A3A-9BD3-74FDB8C99BD2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35F01E-5E01-30BC-A171-97B77C2B91D8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0E4D8B-2DC9-8D1C-58CF-3E846D7B7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584726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5576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54D9C-5475-4EDF-CCA7-54DA9206B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0B38EE-03F5-E86A-B648-E6FB0CA30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FBB8C7B-4B95-19E9-EE1E-FE6614A2AF55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6063986-2C53-2F04-0C13-30BAE106893A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4F923C0-19BD-6237-348D-7BCC977D8C6A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2AD1E974-74F2-BE65-47E5-9449181C49CB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94417B5-33D4-3D6C-D7E0-CB9D6A325669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2C56A8A-1FB2-8C92-7420-9B57BBF09EAC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6BA406-D5E8-AF53-AF6C-07A7D5733216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0EBCDE-197E-2CB0-ADB0-02FE6219498F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EB91FC-6839-9AC2-3112-0C46127E1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170747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619FA54-9392-EE51-4914-B917610A7692}"/>
              </a:ext>
            </a:extLst>
          </p:cNvPr>
          <p:cNvSpPr txBox="1"/>
          <p:nvPr/>
        </p:nvSpPr>
        <p:spPr>
          <a:xfrm>
            <a:off x="9066378" y="2778029"/>
            <a:ext cx="268897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 err="1">
                <a:solidFill>
                  <a:schemeClr val="bg1"/>
                </a:solidFill>
              </a:rPr>
              <a:t>Heapify</a:t>
            </a:r>
            <a:r>
              <a:rPr lang="en-PH" sz="2500" dirty="0">
                <a:solidFill>
                  <a:schemeClr val="bg1"/>
                </a:solidFill>
              </a:rPr>
              <a:t>!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950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54CDF-F4CF-4BC5-E1CB-16BB99AE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D38DB83-06E3-D008-12B9-8B81F0130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93A09E4-2773-533F-3F7B-8A5E59760E55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E433E9D-AD66-9EED-5373-F589DAF65843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1D1BD2F-FE3C-DC96-5BC0-0EE1A9A26A3C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8EEF49B6-75AF-E6CA-08F8-E41D920040F2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53FF133-3319-2645-CCCB-678D3DF9A56B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D8EF593-D239-D9D3-DB02-A8FA57003798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6B4F8D-C5B9-BBDE-1A29-A1149D7FD8E5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E299DE-CD6D-2810-F095-6ED094093336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A7433A-CD73-C0B8-9282-AA8B025DD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105445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8016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C7E51-A45D-69F5-0681-77CA4D7B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BFCD9C8-6CF4-BBEC-C7B4-62DDAFBE10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85CCEA9-4C73-9BA9-CF5F-F022C360478D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FD047E5-8D92-A023-E151-5ECCF38C89B9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E1D3651-AE06-405D-6DE0-66EDEF90A9A8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A83EB05-17C4-6BC8-A196-EFDA08DCBFF1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2FD451-7F73-D4AA-5D07-823F73CFD22B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F7A39B3-4C45-56D2-09DD-91FDA6BC0A62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F57A40-AC3F-BE64-2161-138039D4D8C9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419CA1-7AFF-A048-C103-4E17D31FC2CB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A1352C-5938-1050-5B91-FB8F44B18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720464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C0EB9C6-C20F-E60A-96F6-8553074E91E1}"/>
              </a:ext>
            </a:extLst>
          </p:cNvPr>
          <p:cNvSpPr txBox="1"/>
          <p:nvPr/>
        </p:nvSpPr>
        <p:spPr>
          <a:xfrm>
            <a:off x="9066378" y="2778029"/>
            <a:ext cx="268897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Swap!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258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34F49-02CD-6D65-D87F-EEFDF76C5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7E5EF3A-4F17-CB72-0697-8E8D877C6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37F7B1E-A013-16F9-EA1A-B0843A791BAB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699DBD-09F4-448B-815F-C90882EECD2E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DAB4EB4-DE0F-92CF-25DB-3CE5108A679F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4234F138-84C1-DDFA-D7D8-23FFB016229B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87ABA87-8046-875E-142D-922D7CDC4301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C885ECF-CDF4-5C92-C67C-0012C7AC81C6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F61BF0-D694-1DF2-9D19-5D00B933C786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DDA4AF-E278-0701-886A-391D5CE0BD53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FB3363-DB91-A2B9-206E-9FABDC89D0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92268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904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6459AA-EC7B-F242-2503-71663E1DC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5DA52B1-079E-DC96-F0EF-B1A7346C6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6EF52EB-356C-493E-3100-45A8158B6FAE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EFB7374-36D9-D41D-ABFE-79E7EEF49F03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02F4F5B-23B5-33DF-7899-439A95382C1F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B393A1A8-EA3C-38D7-9F06-1481AE643D60}"/>
              </a:ext>
            </a:extLst>
          </p:cNvPr>
          <p:cNvSpPr/>
          <p:nvPr/>
        </p:nvSpPr>
        <p:spPr>
          <a:xfrm>
            <a:off x="7742450" y="2722276"/>
            <a:ext cx="720000" cy="72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AD838C3-1DA6-165B-5859-F6673B69B395}"/>
              </a:ext>
            </a:extLst>
          </p:cNvPr>
          <p:cNvCxnSpPr>
            <a:cxnSpLocks/>
            <a:stCxn id="24" idx="1"/>
            <a:endCxn id="19" idx="5"/>
          </p:cNvCxnSpPr>
          <p:nvPr/>
        </p:nvCxnSpPr>
        <p:spPr>
          <a:xfrm flipH="1" flipV="1">
            <a:off x="6229144" y="2251287"/>
            <a:ext cx="1618748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D350935-44F4-5340-6B60-BB0F2D90BCDD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759305-9EB1-17A2-7AE1-0884481631D1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3A8F85-62D5-D866-DB13-7CB584FC3C35}"/>
              </a:ext>
            </a:extLst>
          </p:cNvPr>
          <p:cNvSpPr txBox="1"/>
          <p:nvPr/>
        </p:nvSpPr>
        <p:spPr>
          <a:xfrm>
            <a:off x="7928660" y="344227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2DA49C-2A18-4741-1D4E-528F71D59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164959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A38D117-FA4B-328B-5414-10DF13D5F6FF}"/>
              </a:ext>
            </a:extLst>
          </p:cNvPr>
          <p:cNvSpPr txBox="1"/>
          <p:nvPr/>
        </p:nvSpPr>
        <p:spPr>
          <a:xfrm>
            <a:off x="9066378" y="2778029"/>
            <a:ext cx="268897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Remove!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167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0F221-EBD3-DF69-FA3C-CD7DA7E7F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0767C7-3178-AF74-DA0F-E8033730A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1E16CDC-6D28-C1DE-9049-9F9CFFAB0DE1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A196AE7-BEE4-DC4C-D8B6-FA3B75FA585B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9DDDF15-F5EE-3D00-FD1D-E44797210147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627DA93-4FB1-A821-A33E-62E5F5A978E1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ECA3F9-6D4D-D01B-347A-C49B76A97426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30F8E58-9980-467E-49D0-33E518136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588785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455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021010-8EDE-9A0E-9C03-F2F5CAB10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798283F-A733-61F0-E3AD-DBAE53BAE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7194615-C40F-004A-5D03-499267E78C38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6797280-A276-4839-FC1E-DE8895C56B7B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AE599F-E018-0C21-9E5A-DB8268B8CD01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66D1954-3E05-859E-DDEB-F472E9F62D43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670952-7922-7296-3CA5-9B806ED4B7C6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3E6043-5BA0-D3F3-0470-23E7A38BB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978550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72DC0E7-F7D8-0CFF-5E61-45AEDEC096A9}"/>
              </a:ext>
            </a:extLst>
          </p:cNvPr>
          <p:cNvSpPr txBox="1"/>
          <p:nvPr/>
        </p:nvSpPr>
        <p:spPr>
          <a:xfrm>
            <a:off x="9066378" y="2778029"/>
            <a:ext cx="268897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 err="1">
                <a:solidFill>
                  <a:schemeClr val="bg1"/>
                </a:solidFill>
              </a:rPr>
              <a:t>Heapify</a:t>
            </a:r>
            <a:r>
              <a:rPr lang="en-PH" sz="2500" dirty="0">
                <a:solidFill>
                  <a:schemeClr val="bg1"/>
                </a:solidFill>
              </a:rPr>
              <a:t>!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467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2F0727-FAA3-7E5D-14A0-7288C4E1A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04A1356-2A22-C86E-7E1C-C0AEBE6B97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9781700-1AE5-81A7-59CF-ADE9F32F4961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C1D344-CED2-8310-493B-24FF9BE5EB9D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6BDDAD4-EBD1-A0D8-7C6C-66E835EF4033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490F2CE-F578-A152-54D1-8B5378851B4E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32F2C4-234C-8C01-7B2A-590ADFD61EED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90A5CA-7C57-CE50-4058-6548F688E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801907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A3818D6-DCD8-BF3E-FAA9-9FEAC0C9A8D0}"/>
              </a:ext>
            </a:extLst>
          </p:cNvPr>
          <p:cNvSpPr txBox="1"/>
          <p:nvPr/>
        </p:nvSpPr>
        <p:spPr>
          <a:xfrm>
            <a:off x="9066378" y="2778029"/>
            <a:ext cx="268897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Swap!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547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DE402-28DD-1660-144C-6911A9231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D270955-3186-C40C-06AC-1708FBCCB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2DA760C-9FA6-0995-2E11-1BB86017B95A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1417D8C-6385-66C7-E587-7140EB107638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597024-E991-0C57-730A-812634025A3A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6A72C24-42D8-CA08-A67B-CD500119F7F4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495AAE-BABC-771D-DDC6-A3A365850379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23C829-FE82-C9A9-4B34-9488E5413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255335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753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57CDA-4FBD-869F-59CC-650B64748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07F2F02-EC5A-D39B-686B-23CFA2615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DCE08DA-9452-25AF-F390-71B7568F45EF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2C3C1C0-906A-F727-4CCC-3E6700A6B2E7}"/>
              </a:ext>
            </a:extLst>
          </p:cNvPr>
          <p:cNvSpPr/>
          <p:nvPr/>
        </p:nvSpPr>
        <p:spPr>
          <a:xfrm>
            <a:off x="3729551" y="2722276"/>
            <a:ext cx="720000" cy="72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04C9626-E23B-8141-8D33-A2EBFC21D204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4344109" y="2251287"/>
            <a:ext cx="1375919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FE01685-7D2F-0F74-53D7-75A8F22156AC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6E7FC3-B8E9-B3B5-A7B4-74C0B48DC90C}"/>
              </a:ext>
            </a:extLst>
          </p:cNvPr>
          <p:cNvSpPr txBox="1"/>
          <p:nvPr/>
        </p:nvSpPr>
        <p:spPr>
          <a:xfrm>
            <a:off x="3932632" y="338948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A94299-E3B0-0196-A155-F944D7D47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317432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4B4FFFF-0B09-163C-BA76-5EF064F5BEB7}"/>
              </a:ext>
            </a:extLst>
          </p:cNvPr>
          <p:cNvSpPr txBox="1"/>
          <p:nvPr/>
        </p:nvSpPr>
        <p:spPr>
          <a:xfrm>
            <a:off x="9066378" y="2778029"/>
            <a:ext cx="268897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Remove!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851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B5851-60AB-98EF-CF06-B33FC2C8F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3F9C595-B22E-ABB6-5D62-1397CA730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90710F8-40BA-C8A5-5A22-3FD5AF314FDC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EB0142-5E4F-2BD0-B514-F471B2FB6C4E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1AF56DE-B39A-7F6B-E391-4539E49D1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037971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6317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C6F2F1-46C2-7D72-B012-1B538044D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CC9AC90-9A20-8B9B-2150-A8EB33CFC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114D5D4-D462-8727-AE43-1B8CDF89FA81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8CF06A-B4C8-7368-064B-61396859926D}"/>
              </a:ext>
            </a:extLst>
          </p:cNvPr>
          <p:cNvSpPr txBox="1"/>
          <p:nvPr/>
        </p:nvSpPr>
        <p:spPr>
          <a:xfrm>
            <a:off x="5801301" y="230097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00B050"/>
                </a:solidFill>
              </a:rPr>
              <a:t>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41C3F7-5ACE-74B3-E014-CF44A2F02594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6A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730D9CC-5238-4C02-C71E-A5B8866F1195}"/>
              </a:ext>
            </a:extLst>
          </p:cNvPr>
          <p:cNvSpPr txBox="1"/>
          <p:nvPr/>
        </p:nvSpPr>
        <p:spPr>
          <a:xfrm>
            <a:off x="9066378" y="2778029"/>
            <a:ext cx="268897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Remove!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559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F3259-DDCE-53FD-B7FB-36AF7A716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BEE8387-B392-D4C0-86D1-E4F4D034C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4D0DC7-65DC-5C08-AB47-0A1A6A5E1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707243"/>
              </p:ext>
            </p:extLst>
          </p:nvPr>
        </p:nvGraphicFramePr>
        <p:xfrm>
          <a:off x="2031999" y="5626331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675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E0C95E-4C1F-7823-4286-AB3B605FC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562A558-AF48-D3E6-1B9E-28FAA37A7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Heap Sort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A47AE7-7682-4B55-FD96-32D0C32E9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606517"/>
              </p:ext>
            </p:extLst>
          </p:nvPr>
        </p:nvGraphicFramePr>
        <p:xfrm>
          <a:off x="2031999" y="2956560"/>
          <a:ext cx="812800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0825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92471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7850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11371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1109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887422"/>
                    </a:ext>
                  </a:extLst>
                </a:gridCol>
              </a:tblGrid>
              <a:tr h="18889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5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6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9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10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12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593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FDC4DF-CF59-72DD-7CDD-4BB07D0DF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D201969-2243-369D-CD1F-43A20ECA44C4}"/>
              </a:ext>
            </a:extLst>
          </p:cNvPr>
          <p:cNvSpPr txBox="1">
            <a:spLocks/>
          </p:cNvSpPr>
          <p:nvPr/>
        </p:nvSpPr>
        <p:spPr>
          <a:xfrm>
            <a:off x="1524000" y="497150"/>
            <a:ext cx="9144000" cy="7184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sz="4500" b="1"/>
              <a:t>Binary Search</a:t>
            </a:r>
            <a:endParaRPr lang="en-PH" sz="4500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578BB8C-D842-9953-DEDC-80A8E1763A95}"/>
              </a:ext>
            </a:extLst>
          </p:cNvPr>
          <p:cNvCxnSpPr/>
          <p:nvPr/>
        </p:nvCxnSpPr>
        <p:spPr>
          <a:xfrm>
            <a:off x="1968500" y="5486400"/>
            <a:ext cx="8020050" cy="0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FA68C9-1D30-AD4B-4954-7C5BB021A27F}"/>
              </a:ext>
            </a:extLst>
          </p:cNvPr>
          <p:cNvCxnSpPr>
            <a:cxnSpLocks/>
          </p:cNvCxnSpPr>
          <p:nvPr/>
        </p:nvCxnSpPr>
        <p:spPr>
          <a:xfrm flipV="1">
            <a:off x="1968500" y="327025"/>
            <a:ext cx="0" cy="5197475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B4EC146-A219-87E5-D861-B9F8946CD02D}"/>
              </a:ext>
            </a:extLst>
          </p:cNvPr>
          <p:cNvSpPr txBox="1"/>
          <p:nvPr/>
        </p:nvSpPr>
        <p:spPr>
          <a:xfrm>
            <a:off x="5321935" y="5652964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72ED3-A849-E5B2-2353-9F3E54713EED}"/>
              </a:ext>
            </a:extLst>
          </p:cNvPr>
          <p:cNvSpPr txBox="1"/>
          <p:nvPr/>
        </p:nvSpPr>
        <p:spPr>
          <a:xfrm rot="5400000" flipH="1">
            <a:off x="513467" y="2571819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0B6C85C-8726-900D-8807-5FA575BCF876}"/>
              </a:ext>
            </a:extLst>
          </p:cNvPr>
          <p:cNvCxnSpPr>
            <a:cxnSpLocks/>
          </p:cNvCxnSpPr>
          <p:nvPr/>
        </p:nvCxnSpPr>
        <p:spPr>
          <a:xfrm flipV="1">
            <a:off x="1968500" y="2125981"/>
            <a:ext cx="5925820" cy="3322320"/>
          </a:xfrm>
          <a:prstGeom prst="straightConnector1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c 11">
            <a:extLst>
              <a:ext uri="{FF2B5EF4-FFF2-40B4-BE49-F238E27FC236}">
                <a16:creationId xmlns:a16="http://schemas.microsoft.com/office/drawing/2014/main" id="{BFE40B29-137E-CA8D-1395-16ECA00EE835}"/>
              </a:ext>
            </a:extLst>
          </p:cNvPr>
          <p:cNvSpPr/>
          <p:nvPr/>
        </p:nvSpPr>
        <p:spPr>
          <a:xfrm rot="16200000">
            <a:off x="7532684" y="-1535115"/>
            <a:ext cx="2933704" cy="13852525"/>
          </a:xfrm>
          <a:prstGeom prst="arc">
            <a:avLst>
              <a:gd name="adj1" fmla="val 16200000"/>
              <a:gd name="adj2" fmla="val 228024"/>
            </a:avLst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4EC60D-2BD6-714B-042C-64568523741B}"/>
              </a:ext>
            </a:extLst>
          </p:cNvPr>
          <p:cNvSpPr txBox="1"/>
          <p:nvPr/>
        </p:nvSpPr>
        <p:spPr>
          <a:xfrm>
            <a:off x="8179435" y="1667966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FFFF00"/>
                </a:solidFill>
                <a:latin typeface="Consolas" panose="020B0609020204030204" pitchFamily="49" charset="0"/>
              </a:rPr>
              <a:t>O(n)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25C931-A52C-785D-9B08-4E6DD1E58845}"/>
              </a:ext>
            </a:extLst>
          </p:cNvPr>
          <p:cNvSpPr txBox="1"/>
          <p:nvPr/>
        </p:nvSpPr>
        <p:spPr>
          <a:xfrm>
            <a:off x="9447153" y="3489146"/>
            <a:ext cx="24416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92D050"/>
                </a:solidFill>
                <a:latin typeface="Consolas" panose="020B0609020204030204" pitchFamily="49" charset="0"/>
              </a:rPr>
              <a:t>O(log n)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D81D01E-3C83-89CF-1420-82341044E1F0}"/>
              </a:ext>
            </a:extLst>
          </p:cNvPr>
          <p:cNvSpPr/>
          <p:nvPr/>
        </p:nvSpPr>
        <p:spPr>
          <a:xfrm>
            <a:off x="2109019" y="730045"/>
            <a:ext cx="4856961" cy="4675239"/>
          </a:xfrm>
          <a:custGeom>
            <a:avLst/>
            <a:gdLst>
              <a:gd name="csX0" fmla="*/ 0 w 4856961"/>
              <a:gd name="csY0" fmla="*/ 4675239 h 4675239"/>
              <a:gd name="csX1" fmla="*/ 4100052 w 4856961"/>
              <a:gd name="csY1" fmla="*/ 1932039 h 4675239"/>
              <a:gd name="csX2" fmla="*/ 4844846 w 4856961"/>
              <a:gd name="csY2" fmla="*/ 0 h 46752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856961" h="4675239">
                <a:moveTo>
                  <a:pt x="0" y="4675239"/>
                </a:moveTo>
                <a:cubicBezTo>
                  <a:pt x="1646289" y="3693242"/>
                  <a:pt x="3292578" y="2711245"/>
                  <a:pt x="4100052" y="1932039"/>
                </a:cubicBezTo>
                <a:cubicBezTo>
                  <a:pt x="4907526" y="1152833"/>
                  <a:pt x="4876186" y="576416"/>
                  <a:pt x="4844846" y="0"/>
                </a:cubicBezTo>
              </a:path>
            </a:pathLst>
          </a:cu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D42B4C-0D89-75F0-549A-A9A4A8E94395}"/>
              </a:ext>
            </a:extLst>
          </p:cNvPr>
          <p:cNvSpPr txBox="1"/>
          <p:nvPr/>
        </p:nvSpPr>
        <p:spPr>
          <a:xfrm>
            <a:off x="7106498" y="148493"/>
            <a:ext cx="30059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FFC000"/>
                </a:solidFill>
                <a:latin typeface="Consolas" panose="020B0609020204030204" pitchFamily="49" charset="0"/>
              </a:rPr>
              <a:t>O(n log n)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4FB518-5A17-AD62-A483-EBD286D12755}"/>
              </a:ext>
            </a:extLst>
          </p:cNvPr>
          <p:cNvSpPr txBox="1"/>
          <p:nvPr/>
        </p:nvSpPr>
        <p:spPr>
          <a:xfrm>
            <a:off x="7177030" y="757567"/>
            <a:ext cx="31470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500" b="1" dirty="0">
                <a:solidFill>
                  <a:srgbClr val="FFC000"/>
                </a:solidFill>
                <a:latin typeface="Consolas" panose="020B0609020204030204" pitchFamily="49" charset="0"/>
              </a:rPr>
              <a:t>O(n log n)= quasilinear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500" b="1" dirty="0">
                <a:solidFill>
                  <a:srgbClr val="FFC000"/>
                </a:solidFill>
                <a:latin typeface="Consolas" panose="020B0609020204030204" pitchFamily="49" charset="0"/>
              </a:rPr>
              <a:t>quicksort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5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mergesort</a:t>
            </a:r>
            <a:endParaRPr lang="en-PH" sz="1500" b="1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500" b="1" dirty="0">
                <a:solidFill>
                  <a:srgbClr val="FFC000"/>
                </a:solidFill>
                <a:latin typeface="Consolas" panose="020B0609020204030204" pitchFamily="49" charset="0"/>
              </a:rPr>
              <a:t>heapsort</a:t>
            </a:r>
          </a:p>
        </p:txBody>
      </p:sp>
    </p:spTree>
    <p:extLst>
      <p:ext uri="{BB962C8B-B14F-4D97-AF65-F5344CB8AC3E}">
        <p14:creationId xmlns:p14="http://schemas.microsoft.com/office/powerpoint/2010/main" val="39045331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C2DE78-7F75-46EF-BA1C-8DDDE33EBF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7C6131-C561-4201-AE06-D21CDE528BF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598EE6F-E26B-42BB-A8C4-ECA40997D3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1640</TotalTime>
  <Words>1394</Words>
  <Application>Microsoft Office PowerPoint</Application>
  <PresentationFormat>Widescreen</PresentationFormat>
  <Paragraphs>1103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Calibri</vt:lpstr>
      <vt:lpstr>Calibri Light</vt:lpstr>
      <vt:lpstr>Consolas</vt:lpstr>
      <vt:lpstr>Office Theme</vt:lpstr>
      <vt:lpstr>Heap Data Structure</vt:lpstr>
      <vt:lpstr>Heap Data Structure</vt:lpstr>
      <vt:lpstr>Heap Data Structure</vt:lpstr>
      <vt:lpstr>Heap Data Structure</vt:lpstr>
      <vt:lpstr>Heap Data Structure</vt:lpstr>
      <vt:lpstr>Heap Data Structure</vt:lpstr>
      <vt:lpstr>Heap Data Structure</vt:lpstr>
      <vt:lpstr>Building a Heap from an Array</vt:lpstr>
      <vt:lpstr>Building a Heap from an Array</vt:lpstr>
      <vt:lpstr>Building a Heap from an Array</vt:lpstr>
      <vt:lpstr>Building a Heap from an Array</vt:lpstr>
      <vt:lpstr>Building a max-heap</vt:lpstr>
      <vt:lpstr>Building a max-heap</vt:lpstr>
      <vt:lpstr>Building a max-heap</vt:lpstr>
      <vt:lpstr>Building a max-heap</vt:lpstr>
      <vt:lpstr>Building a max-heap</vt:lpstr>
      <vt:lpstr>Building a max-heap</vt:lpstr>
      <vt:lpstr>Building a max-heap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167</cp:revision>
  <dcterms:created xsi:type="dcterms:W3CDTF">2022-05-11T03:47:05Z</dcterms:created>
  <dcterms:modified xsi:type="dcterms:W3CDTF">2026-07-14T01:33:54Z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  <property fmtid="{D5CDD505-2E9C-101B-9397-08002B2CF9AE}" pid="3" name="MSIP_Label_8a813f4b-519a-4481-a498-85770f517757_Enabled">
    <vt:lpwstr>true</vt:lpwstr>
  </property>
  <property fmtid="{D5CDD505-2E9C-101B-9397-08002B2CF9AE}" pid="4" name="MSIP_Label_8a813f4b-519a-4481-a498-85770f517757_SetDate">
    <vt:lpwstr>2026-06-07T05:59:52Z</vt:lpwstr>
  </property>
  <property fmtid="{D5CDD505-2E9C-101B-9397-08002B2CF9AE}" pid="5" name="MSIP_Label_8a813f4b-519a-4481-a498-85770f517757_Method">
    <vt:lpwstr>Standard</vt:lpwstr>
  </property>
  <property fmtid="{D5CDD505-2E9C-101B-9397-08002B2CF9AE}" pid="6" name="MSIP_Label_8a813f4b-519a-4481-a498-85770f517757_Name">
    <vt:lpwstr>Anyone (unrestricted)</vt:lpwstr>
  </property>
  <property fmtid="{D5CDD505-2E9C-101B-9397-08002B2CF9AE}" pid="7" name="MSIP_Label_8a813f4b-519a-4481-a498-85770f517757_SiteId">
    <vt:lpwstr>1d981f77-3ca3-46ae-b0d4-e8044e6c7f84</vt:lpwstr>
  </property>
  <property fmtid="{D5CDD505-2E9C-101B-9397-08002B2CF9AE}" pid="8" name="MSIP_Label_8a813f4b-519a-4481-a498-85770f517757_ActionId">
    <vt:lpwstr>d7665017-5dc7-426d-aa34-f05dacd38e2d</vt:lpwstr>
  </property>
  <property fmtid="{D5CDD505-2E9C-101B-9397-08002B2CF9AE}" pid="9" name="MSIP_Label_8a813f4b-519a-4481-a498-85770f517757_ContentBits">
    <vt:lpwstr>0</vt:lpwstr>
  </property>
  <property fmtid="{D5CDD505-2E9C-101B-9397-08002B2CF9AE}" pid="10" name="MSIP_Label_8a813f4b-519a-4481-a498-85770f517757_Tag">
    <vt:lpwstr>50, 3, 0, 1</vt:lpwstr>
  </property>
</Properties>
</file>