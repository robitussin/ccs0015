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2"/>
  </p:notesMasterIdLst>
  <p:sldIdLst>
    <p:sldId id="272" r:id="rId5"/>
    <p:sldId id="273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6" autoAdjust="0"/>
    <p:restoredTop sz="94131" autoAdjust="0"/>
  </p:normalViewPr>
  <p:slideViewPr>
    <p:cSldViewPr snapToGrid="0">
      <p:cViewPr varScale="1">
        <p:scale>
          <a:sx n="150" d="100"/>
          <a:sy n="150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0557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2489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562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73009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62595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98619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8539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41959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63989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89715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365872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39234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864568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621127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23023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Sorting?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548116"/>
            <a:ext cx="10803698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dirty="0">
                <a:latin typeface="Calibri Body"/>
              </a:rPr>
              <a:t>A sorting algorithm is used to arrange elements of an array/list in a specific order.</a:t>
            </a: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</p:txBody>
      </p:sp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422856"/>
            <a:ext cx="10803698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dirty="0">
                <a:latin typeface="Calibri Body"/>
              </a:rPr>
              <a:t>Bubble sort is compares two adjacent elements and swaps them until they are in the intended order.</a:t>
            </a: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  <a:p>
            <a:pPr algn="l"/>
            <a:endParaRPr lang="en-US" sz="3000" dirty="0">
              <a:latin typeface="Calibri Body"/>
            </a:endParaRPr>
          </a:p>
        </p:txBody>
      </p:sp>
      <p:pic>
        <p:nvPicPr>
          <p:cNvPr id="7" name="Picture 6" descr="A number line with black numbers&#10;&#10;Description automatically generated with medium confidence">
            <a:extLst>
              <a:ext uri="{FF2B5EF4-FFF2-40B4-BE49-F238E27FC236}">
                <a16:creationId xmlns:a16="http://schemas.microsoft.com/office/drawing/2014/main" id="{345BE7F8-0AC9-4A50-0A9C-6441F5F8C8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212" y="2734254"/>
            <a:ext cx="4762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15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33333E-6 L 0.13489 0.0002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745" y="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04 0.00023 L -0.13385 3.33333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745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178706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279562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814270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0.13646 3.7037E-7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771" y="23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13646 4.44444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797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686708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845598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24600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80123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3.33333E-6 L 0.14427 3.7037E-7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14" y="23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-0.14427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214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900403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86254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01908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332780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55381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965833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Bubble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6" name="7-Point Star 5">
            <a:extLst>
              <a:ext uri="{FF2B5EF4-FFF2-40B4-BE49-F238E27FC236}">
                <a16:creationId xmlns:a16="http://schemas.microsoft.com/office/drawing/2014/main" id="{7B711264-F607-B832-860B-CC5E365DAD85}"/>
              </a:ext>
            </a:extLst>
          </p:cNvPr>
          <p:cNvSpPr/>
          <p:nvPr/>
        </p:nvSpPr>
        <p:spPr>
          <a:xfrm>
            <a:off x="4160174" y="392614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607450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1137</TotalTime>
  <Words>167</Words>
  <Application>Microsoft Office PowerPoint</Application>
  <PresentationFormat>Widescreen</PresentationFormat>
  <Paragraphs>132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Body</vt:lpstr>
      <vt:lpstr>Calibri Light</vt:lpstr>
      <vt:lpstr>Office Theme</vt:lpstr>
      <vt:lpstr>What is Sorting?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132</cp:revision>
  <dcterms:created xsi:type="dcterms:W3CDTF">2022-05-11T03:47:05Z</dcterms:created>
  <dcterms:modified xsi:type="dcterms:W3CDTF">2026-07-06T13:27:20Z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