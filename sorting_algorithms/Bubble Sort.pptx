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72" r:id="rId5"/>
    <p:sldId id="273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6" autoAdjust="0"/>
    <p:restoredTop sz="94131" autoAdjust="0"/>
  </p:normalViewPr>
  <p:slideViewPr>
    <p:cSldViewPr snapToGrid="0">
      <p:cViewPr varScale="1">
        <p:scale>
          <a:sx n="117" d="100"/>
          <a:sy n="117" d="100"/>
        </p:scale>
        <p:origin x="10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9164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0557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5844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489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562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73009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6259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9861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853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195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3989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71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6587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3923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6456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2112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3023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D232D-1101-9698-D72F-BDE36A9B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2103E-9D24-1C56-2CCA-E8E991FBD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91505-CCB6-157E-5916-1A827EE34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CEDCE-3106-78F2-7DA8-695495605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7695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Sorting?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9887DE-B428-5BE2-2F47-C61D85B0141C}"/>
              </a:ext>
            </a:extLst>
          </p:cNvPr>
          <p:cNvSpPr txBox="1">
            <a:spLocks/>
          </p:cNvSpPr>
          <p:nvPr/>
        </p:nvSpPr>
        <p:spPr>
          <a:xfrm>
            <a:off x="732773" y="1548116"/>
            <a:ext cx="10803698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bg1"/>
                </a:solidFill>
                <a:latin typeface="Calibri Body"/>
              </a:rPr>
              <a:t>A sorting algorithm is used to arrange elements of an array/list in a specific order.</a:t>
            </a: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</p:txBody>
      </p:sp>
    </p:spTree>
    <p:extLst>
      <p:ext uri="{BB962C8B-B14F-4D97-AF65-F5344CB8AC3E}">
        <p14:creationId xmlns:p14="http://schemas.microsoft.com/office/powerpoint/2010/main" val="23764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9887DE-B428-5BE2-2F47-C61D85B0141C}"/>
              </a:ext>
            </a:extLst>
          </p:cNvPr>
          <p:cNvSpPr txBox="1">
            <a:spLocks/>
          </p:cNvSpPr>
          <p:nvPr/>
        </p:nvSpPr>
        <p:spPr>
          <a:xfrm>
            <a:off x="732773" y="1422856"/>
            <a:ext cx="10803698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bg1"/>
                </a:solidFill>
                <a:latin typeface="Calibri Body"/>
              </a:rPr>
              <a:t>Bubble sort compares two adjacent elements and swaps them until they are in the intended order.</a:t>
            </a: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  <a:p>
            <a:pPr algn="l"/>
            <a:endParaRPr lang="en-US" sz="3000" dirty="0">
              <a:solidFill>
                <a:schemeClr val="bg1"/>
              </a:solidFill>
              <a:latin typeface="Calibri Body"/>
            </a:endParaRPr>
          </a:p>
        </p:txBody>
      </p:sp>
      <p:pic>
        <p:nvPicPr>
          <p:cNvPr id="7" name="Picture 6" descr="A number line with black numbers&#10;&#10;Description automatically generated with medium confidence">
            <a:extLst>
              <a:ext uri="{FF2B5EF4-FFF2-40B4-BE49-F238E27FC236}">
                <a16:creationId xmlns:a16="http://schemas.microsoft.com/office/drawing/2014/main" id="{345BE7F8-0AC9-4A50-0A9C-6441F5F8C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212" y="2734254"/>
            <a:ext cx="4762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1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56646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0.13489 0.0002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45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023 L -0.13385 3.33333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4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1787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27956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81427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0.13646 3.7037E-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1" y="2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-0.13646 4.44444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9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594" y="505314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68670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84559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2460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80123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0.14427 3.7037E-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14" y="2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-0.14427 -3.7037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1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90040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86254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01908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332780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55381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965833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Bubble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1</a:t>
            </a:r>
            <a:endParaRPr lang="en-PH" sz="3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2</a:t>
            </a:r>
            <a:endParaRPr lang="en-PH" sz="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</a:t>
            </a:r>
            <a:endParaRPr lang="en-PH" sz="3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4</a:t>
            </a:r>
            <a:endParaRPr lang="en-PH" sz="3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5</a:t>
            </a:r>
            <a:endParaRPr lang="en-PH" sz="3000" dirty="0"/>
          </a:p>
        </p:txBody>
      </p:sp>
      <p:sp>
        <p:nvSpPr>
          <p:cNvPr id="6" name="7-Point Star 5">
            <a:extLst>
              <a:ext uri="{FF2B5EF4-FFF2-40B4-BE49-F238E27FC236}">
                <a16:creationId xmlns:a16="http://schemas.microsoft.com/office/drawing/2014/main" id="{7B711264-F607-B832-860B-CC5E365DAD85}"/>
              </a:ext>
            </a:extLst>
          </p:cNvPr>
          <p:cNvSpPr/>
          <p:nvPr/>
        </p:nvSpPr>
        <p:spPr>
          <a:xfrm>
            <a:off x="4160174" y="3926149"/>
            <a:ext cx="3080423" cy="1905831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Sorting Finished!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160745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52635-43ED-878D-40B5-CBD888C7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39FF66-1BB8-4635-9C86-ED40C713ED61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483D74-9B32-7289-31FA-F05A72BB9D69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5CA9A6E-CFF0-89F9-7DA8-927DC5C0ADE9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35F085-813B-260E-F1BA-94DC3E5119EA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877FBD-84EF-ECC2-885F-3BCA474E9FE7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BF50E54C-78B9-4729-ED55-7CA6D0F7112F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9DE403-A124-9EFF-F2FC-79A8B5ADE280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7DE312-A2D7-39AB-F914-98B10D9C689D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106F4C-9155-389C-E373-205B6E3569DD}"/>
              </a:ext>
            </a:extLst>
          </p:cNvPr>
          <p:cNvSpPr/>
          <p:nvPr/>
        </p:nvSpPr>
        <p:spPr>
          <a:xfrm>
            <a:off x="2134419" y="721801"/>
            <a:ext cx="4856961" cy="4675239"/>
          </a:xfrm>
          <a:custGeom>
            <a:avLst/>
            <a:gdLst>
              <a:gd name="csX0" fmla="*/ 0 w 4856961"/>
              <a:gd name="csY0" fmla="*/ 4675239 h 4675239"/>
              <a:gd name="csX1" fmla="*/ 4100052 w 4856961"/>
              <a:gd name="csY1" fmla="*/ 1932039 h 4675239"/>
              <a:gd name="csX2" fmla="*/ 4844846 w 4856961"/>
              <a:gd name="csY2" fmla="*/ 0 h 46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56961" h="4675239">
                <a:moveTo>
                  <a:pt x="0" y="4675239"/>
                </a:moveTo>
                <a:cubicBezTo>
                  <a:pt x="1646289" y="3693242"/>
                  <a:pt x="3292578" y="2711245"/>
                  <a:pt x="4100052" y="1932039"/>
                </a:cubicBezTo>
                <a:cubicBezTo>
                  <a:pt x="4907526" y="1152833"/>
                  <a:pt x="4876186" y="576416"/>
                  <a:pt x="4844846" y="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6229C3-E76A-C7D5-8CE5-44426758EF49}"/>
              </a:ext>
            </a:extLst>
          </p:cNvPr>
          <p:cNvSpPr txBox="1"/>
          <p:nvPr/>
        </p:nvSpPr>
        <p:spPr>
          <a:xfrm>
            <a:off x="7106498" y="148493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7CDCBEF-4732-FE5F-7694-9CAB233A5018}"/>
              </a:ext>
            </a:extLst>
          </p:cNvPr>
          <p:cNvSpPr/>
          <p:nvPr/>
        </p:nvSpPr>
        <p:spPr>
          <a:xfrm>
            <a:off x="2007843" y="549919"/>
            <a:ext cx="2034578" cy="4942875"/>
          </a:xfrm>
          <a:custGeom>
            <a:avLst/>
            <a:gdLst>
              <a:gd name="csX0" fmla="*/ 0 w 2034578"/>
              <a:gd name="csY0" fmla="*/ 4942875 h 4942875"/>
              <a:gd name="csX1" fmla="*/ 1796828 w 2034578"/>
              <a:gd name="csY1" fmla="*/ 2276408 h 4942875"/>
              <a:gd name="csX2" fmla="*/ 1963083 w 2034578"/>
              <a:gd name="csY2" fmla="*/ 0 h 49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4578" h="4942875">
                <a:moveTo>
                  <a:pt x="0" y="4942875"/>
                </a:moveTo>
                <a:cubicBezTo>
                  <a:pt x="734824" y="4021547"/>
                  <a:pt x="1469648" y="3100220"/>
                  <a:pt x="1796828" y="2276408"/>
                </a:cubicBezTo>
                <a:cubicBezTo>
                  <a:pt x="2124008" y="1452596"/>
                  <a:pt x="2043545" y="726298"/>
                  <a:pt x="1963083" y="0"/>
                </a:cubicBezTo>
              </a:path>
            </a:pathLst>
          </a:cu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F98889-FAAC-9CD2-E7EA-CA3553C58D44}"/>
                  </a:ext>
                </a:extLst>
              </p:cNvPr>
              <p:cNvSpPr txBox="1"/>
              <p:nvPr/>
            </p:nvSpPr>
            <p:spPr>
              <a:xfrm>
                <a:off x="4042421" y="0"/>
                <a:ext cx="1608582" cy="721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4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PH" sz="4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4F98889-FAAC-9CD2-E7EA-CA3553C58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421" y="0"/>
                <a:ext cx="1608582" cy="721801"/>
              </a:xfrm>
              <a:prstGeom prst="rect">
                <a:avLst/>
              </a:prstGeom>
              <a:blipFill>
                <a:blip r:embed="rId3"/>
                <a:stretch>
                  <a:fillRect l="-13258" t="-12712" r="-12500" b="-364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F7BB878-4EFC-B462-EDDB-EAD09A21C43D}"/>
                  </a:ext>
                </a:extLst>
              </p:cNvPr>
              <p:cNvSpPr txBox="1"/>
              <p:nvPr/>
            </p:nvSpPr>
            <p:spPr>
              <a:xfrm>
                <a:off x="4077495" y="627358"/>
                <a:ext cx="2426177" cy="103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)= quadratic time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Insertion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Selection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Bubble sort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F7BB878-4EFC-B462-EDDB-EAD09A21C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495" y="627358"/>
                <a:ext cx="2426177" cy="1036630"/>
              </a:xfrm>
              <a:prstGeom prst="rect">
                <a:avLst/>
              </a:prstGeom>
              <a:blipFill>
                <a:blip r:embed="rId4"/>
                <a:stretch>
                  <a:fillRect l="-1005" b="-4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7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1139</TotalTime>
  <Words>200</Words>
  <Application>Microsoft Office PowerPoint</Application>
  <PresentationFormat>Widescreen</PresentationFormat>
  <Paragraphs>143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Body</vt:lpstr>
      <vt:lpstr>Calibri Light</vt:lpstr>
      <vt:lpstr>Cambria Math</vt:lpstr>
      <vt:lpstr>Consolas</vt:lpstr>
      <vt:lpstr>Office Theme</vt:lpstr>
      <vt:lpstr>What is Sorting?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141</cp:revision>
  <dcterms:created xsi:type="dcterms:W3CDTF">2022-05-11T03:47:05Z</dcterms:created>
  <dcterms:modified xsi:type="dcterms:W3CDTF">2026-07-14T01:45:29Z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