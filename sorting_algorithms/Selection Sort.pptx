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sldIdLst>
    <p:sldId id="272" r:id="rId5"/>
    <p:sldId id="276" r:id="rId6"/>
    <p:sldId id="278" r:id="rId7"/>
    <p:sldId id="279" r:id="rId8"/>
    <p:sldId id="280" r:id="rId9"/>
    <p:sldId id="281" r:id="rId10"/>
    <p:sldId id="282" r:id="rId11"/>
    <p:sldId id="283" r:id="rId12"/>
    <p:sldId id="28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11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9701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40171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02422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58392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34481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95602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280E9-BD6A-84C8-9255-CF2D2F9A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EBACE-63E9-6859-0CAF-6FBC20B02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7B4768-9BF9-69FE-606C-AB27B9AB9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26153-5E70-5F21-2888-35E196A704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35494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P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Selection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694150" y="1050966"/>
            <a:ext cx="10803698" cy="134654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dirty="0">
              <a:latin typeface="Calibri (Body)"/>
            </a:endParaRPr>
          </a:p>
          <a:p>
            <a:pPr algn="l"/>
            <a:r>
              <a:rPr lang="en-US" sz="3000" dirty="0">
                <a:latin typeface="Calibri (Body)"/>
              </a:rPr>
              <a:t>Selection sort selects the smallest element from an unsorted list in each iteration and places that element at the beginning of the unsorted list.</a:t>
            </a:r>
          </a:p>
        </p:txBody>
      </p:sp>
      <p:pic>
        <p:nvPicPr>
          <p:cNvPr id="7" name="Picture 6" descr="A number in a row&#10;&#10;Description automatically generated">
            <a:extLst>
              <a:ext uri="{FF2B5EF4-FFF2-40B4-BE49-F238E27FC236}">
                <a16:creationId xmlns:a16="http://schemas.microsoft.com/office/drawing/2014/main" id="{9FDE9B24-F2BA-FCCC-E750-A230C78CC3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908" y="2460287"/>
            <a:ext cx="5746955" cy="328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262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55351 3.7037E-7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56" y="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3.33333E-6 L 0.55352 3.7037E-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656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  <p:bldP spid="10" grpId="0" animBg="1"/>
      <p:bldP spid="1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74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41706 3.7037E-7 " pathEditMode="relative" rAng="0" ptsTypes="AA">
                                      <p:cBhvr>
                                        <p:cTn id="2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33" y="23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3.33333E-6 L 0.41706 3.7037E-7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0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99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28073 4.44444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036" y="6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3.33333E-6 L 0.28073 3.7037E-7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036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0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264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13646 3.7037E-7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2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0.13646 3.7037E-7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4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41760" y="2113765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064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4176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7-Point Star 5">
            <a:extLst>
              <a:ext uri="{FF2B5EF4-FFF2-40B4-BE49-F238E27FC236}">
                <a16:creationId xmlns:a16="http://schemas.microsoft.com/office/drawing/2014/main" id="{CBDC5181-4CB6-6745-234F-F5EB9B2472D6}"/>
              </a:ext>
            </a:extLst>
          </p:cNvPr>
          <p:cNvSpPr/>
          <p:nvPr/>
        </p:nvSpPr>
        <p:spPr>
          <a:xfrm>
            <a:off x="4160174" y="392614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64737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F4E07-43BF-4783-6096-34DAFBBD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5D1681A-6E37-B403-C5FB-20F5652FB5A9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68A164E-E554-758C-D41B-001ED5F2D243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0A53B23-E3D0-DCAC-9C52-083686812B39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043646-2501-A8E7-2C6B-E7AE6E51E8A1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41BD8C5-A5C3-5001-642E-CD049E547871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8D3F06E4-7935-7677-2493-859651FAF411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63D60F-872C-B5FF-A26E-2ECF7EA9EAE3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1624BB-FDFA-4F6D-1AAD-E1D01278BC77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FC42889-863A-CB83-ABEE-BD8B7EE2DC73}"/>
              </a:ext>
            </a:extLst>
          </p:cNvPr>
          <p:cNvSpPr/>
          <p:nvPr/>
        </p:nvSpPr>
        <p:spPr>
          <a:xfrm>
            <a:off x="2134419" y="721801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80F293-BDBA-7B4D-944D-90FBB53F2101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F130D37-5293-48E0-4D15-102E4E9E5B13}"/>
              </a:ext>
            </a:extLst>
          </p:cNvPr>
          <p:cNvSpPr/>
          <p:nvPr/>
        </p:nvSpPr>
        <p:spPr>
          <a:xfrm>
            <a:off x="2007843" y="549919"/>
            <a:ext cx="2034578" cy="4942875"/>
          </a:xfrm>
          <a:custGeom>
            <a:avLst/>
            <a:gdLst>
              <a:gd name="csX0" fmla="*/ 0 w 2034578"/>
              <a:gd name="csY0" fmla="*/ 4942875 h 4942875"/>
              <a:gd name="csX1" fmla="*/ 1796828 w 2034578"/>
              <a:gd name="csY1" fmla="*/ 2276408 h 4942875"/>
              <a:gd name="csX2" fmla="*/ 1963083 w 2034578"/>
              <a:gd name="csY2" fmla="*/ 0 h 49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4578" h="4942875">
                <a:moveTo>
                  <a:pt x="0" y="4942875"/>
                </a:moveTo>
                <a:cubicBezTo>
                  <a:pt x="734824" y="4021547"/>
                  <a:pt x="1469648" y="3100220"/>
                  <a:pt x="1796828" y="2276408"/>
                </a:cubicBezTo>
                <a:cubicBezTo>
                  <a:pt x="2124008" y="1452596"/>
                  <a:pt x="2043545" y="726298"/>
                  <a:pt x="1963083" y="0"/>
                </a:cubicBezTo>
              </a:path>
            </a:pathLst>
          </a:custGeom>
          <a:noFill/>
          <a:ln w="762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6AEE080-E0DC-C2AD-823E-3EEB99232BAC}"/>
                  </a:ext>
                </a:extLst>
              </p:cNvPr>
              <p:cNvSpPr txBox="1"/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</a:t>
                </a: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6AEE080-E0DC-C2AD-823E-3EEB99232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blipFill>
                <a:blip r:embed="rId3"/>
                <a:stretch>
                  <a:fillRect l="-13258" t="-12712" r="-12500" b="-3644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35ED4AE-A7E3-574A-7895-BC9E9B9D9E65}"/>
                  </a:ext>
                </a:extLst>
              </p:cNvPr>
              <p:cNvSpPr txBox="1"/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)= quadratic time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Insertion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Selection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Bubble sort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35ED4AE-A7E3-574A-7895-BC9E9B9D9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blipFill>
                <a:blip r:embed="rId4"/>
                <a:stretch>
                  <a:fillRect l="-1005" b="-4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34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  <p:bldP spid="3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alibri Light"/>
        <a:ea typeface=""/>
        <a:cs typeface=""/>
      </a:majorFont>
      <a:minorFont>
        <a:latin typeface="Constant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1918</TotalTime>
  <Words>124</Words>
  <Application>Microsoft Office PowerPoint</Application>
  <PresentationFormat>Widescreen</PresentationFormat>
  <Paragraphs>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Calibri (Body)</vt:lpstr>
      <vt:lpstr>Calibri Light</vt:lpstr>
      <vt:lpstr>Cambria</vt:lpstr>
      <vt:lpstr>Cambria Math</vt:lpstr>
      <vt:lpstr>Consolas</vt:lpstr>
      <vt:lpstr>Constantia</vt:lpstr>
      <vt:lpstr>Office Theme</vt:lpstr>
      <vt:lpstr>What is Selection Sort?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159</cp:revision>
  <dcterms:created xsi:type="dcterms:W3CDTF">2022-05-11T03:47:05Z</dcterms:created>
  <dcterms:modified xsi:type="dcterms:W3CDTF">2026-07-14T01:40:49Z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