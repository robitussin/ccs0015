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72" r:id="rId5"/>
    <p:sldId id="276" r:id="rId6"/>
    <p:sldId id="278" r:id="rId7"/>
    <p:sldId id="279" r:id="rId8"/>
    <p:sldId id="280" r:id="rId9"/>
    <p:sldId id="281" r:id="rId10"/>
    <p:sldId id="282" r:id="rId11"/>
    <p:sldId id="28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B5FF"/>
    <a:srgbClr val="AAA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44" autoAdjust="0"/>
    <p:restoredTop sz="93653" autoAdjust="0"/>
  </p:normalViewPr>
  <p:slideViewPr>
    <p:cSldViewPr snapToGrid="0">
      <p:cViewPr varScale="1">
        <p:scale>
          <a:sx n="149" d="100"/>
          <a:sy n="149" d="100"/>
        </p:scale>
        <p:origin x="11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991647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5844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797018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401712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02422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583927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34481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95602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P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Selection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694150" y="1050966"/>
            <a:ext cx="10803698" cy="134654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000" dirty="0">
              <a:latin typeface="Calibri (Body)"/>
            </a:endParaRPr>
          </a:p>
          <a:p>
            <a:pPr algn="l"/>
            <a:r>
              <a:rPr lang="en-US" sz="3000" dirty="0">
                <a:latin typeface="Calibri (Body)"/>
              </a:rPr>
              <a:t>Selection sort selects the smallest element from an unsorted list in each iteration and places that element at the beginning of the unsorted list.</a:t>
            </a:r>
          </a:p>
        </p:txBody>
      </p:sp>
      <p:pic>
        <p:nvPicPr>
          <p:cNvPr id="7" name="Picture 6" descr="A number in a row&#10;&#10;Description automatically generated">
            <a:extLst>
              <a:ext uri="{FF2B5EF4-FFF2-40B4-BE49-F238E27FC236}">
                <a16:creationId xmlns:a16="http://schemas.microsoft.com/office/drawing/2014/main" id="{9FDE9B24-F2BA-FCCC-E750-A230C78CC3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6908" y="2460287"/>
            <a:ext cx="5746955" cy="328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44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467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262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3.33333E-6 L -0.55351 3.7037E-7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656" y="2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3.33333E-6 L 0.55352 3.7037E-7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656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9" grpId="0" animBg="1"/>
      <p:bldP spid="10" grpId="0" animBg="1"/>
      <p:bldP spid="10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674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3.33333E-6 L -0.41706 3.7037E-7 " pathEditMode="relative" rAng="0" ptsTypes="AA">
                                      <p:cBhvr>
                                        <p:cTn id="27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833" y="23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3.33333E-6 L 0.41706 3.7037E-7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59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0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99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3.33333E-6 L -0.28073 4.44444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036" y="6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3.33333E-6 L 0.28073 3.7037E-7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036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0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264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3.33333E-6 L -0.13646 3.7037E-7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823" y="23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3.33333E-6 L 0.13646 3.7037E-7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49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0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41760" y="2113765"/>
            <a:ext cx="1465545" cy="1315233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0064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Selection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6257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41760" y="2113765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lang="en-PH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7-Point Star 5">
            <a:extLst>
              <a:ext uri="{FF2B5EF4-FFF2-40B4-BE49-F238E27FC236}">
                <a16:creationId xmlns:a16="http://schemas.microsoft.com/office/drawing/2014/main" id="{CBDC5181-4CB6-6745-234F-F5EB9B2472D6}"/>
              </a:ext>
            </a:extLst>
          </p:cNvPr>
          <p:cNvSpPr/>
          <p:nvPr/>
        </p:nvSpPr>
        <p:spPr>
          <a:xfrm>
            <a:off x="4160174" y="3926149"/>
            <a:ext cx="3080423" cy="1905831"/>
          </a:xfrm>
          <a:prstGeom prst="star7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Sorting Finished!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64737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alibri Light"/>
        <a:ea typeface=""/>
        <a:cs typeface=""/>
      </a:majorFont>
      <a:minorFont>
        <a:latin typeface="Constant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1918</TotalTime>
  <Words>90</Words>
  <Application>Microsoft Office PowerPoint</Application>
  <PresentationFormat>Widescreen</PresentationFormat>
  <Paragraphs>58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(Body)</vt:lpstr>
      <vt:lpstr>Calibri Light</vt:lpstr>
      <vt:lpstr>Cambria</vt:lpstr>
      <vt:lpstr>Constantia</vt:lpstr>
      <vt:lpstr>Office Theme</vt:lpstr>
      <vt:lpstr>What is Selection Sort?</vt:lpstr>
      <vt:lpstr>Selection Sort</vt:lpstr>
      <vt:lpstr>Selection Sort</vt:lpstr>
      <vt:lpstr>Selection Sort</vt:lpstr>
      <vt:lpstr>Selection Sort</vt:lpstr>
      <vt:lpstr>Selection Sort</vt:lpstr>
      <vt:lpstr>Selection Sort</vt:lpstr>
      <vt:lpstr>Selection Sort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158</cp:revision>
  <dcterms:created xsi:type="dcterms:W3CDTF">2022-05-11T03:47:05Z</dcterms:created>
  <dcterms:modified xsi:type="dcterms:W3CDTF">2026-07-06T13:29:02Z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