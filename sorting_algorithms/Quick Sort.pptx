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3"/>
  </p:notesMasterIdLst>
  <p:sldIdLst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  <p:sldId id="289" r:id="rId21"/>
    <p:sldId id="290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515" autoAdjust="0"/>
    <p:restoredTop sz="94182" autoAdjust="0"/>
  </p:normalViewPr>
  <p:slideViewPr>
    <p:cSldViewPr snapToGrid="0">
      <p:cViewPr varScale="1">
        <p:scale>
          <a:sx n="150" d="100"/>
          <a:sy n="150" d="100"/>
        </p:scale>
        <p:origin x="19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05576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697161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5504916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493936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01738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3115720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41783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81633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576984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623057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546881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3698069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0272969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6175023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2333661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20598230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14999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473029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06/07/2026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79887DE-B428-5BE2-2F47-C61D85B0141C}"/>
              </a:ext>
            </a:extLst>
          </p:cNvPr>
          <p:cNvSpPr txBox="1">
            <a:spLocks/>
          </p:cNvSpPr>
          <p:nvPr/>
        </p:nvSpPr>
        <p:spPr>
          <a:xfrm>
            <a:off x="732773" y="1516449"/>
            <a:ext cx="10803698" cy="130207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000" dirty="0" err="1">
                <a:latin typeface="Calibri Body"/>
              </a:rPr>
              <a:t>QuickSort</a:t>
            </a:r>
            <a:r>
              <a:rPr lang="en-US" sz="3000" dirty="0">
                <a:latin typeface="Calibri Body"/>
              </a:rPr>
              <a:t> is based on the </a:t>
            </a:r>
            <a:r>
              <a:rPr lang="en-US" sz="3000" b="1" dirty="0">
                <a:solidFill>
                  <a:srgbClr val="0070C0"/>
                </a:solidFill>
                <a:latin typeface="Calibri Body"/>
              </a:rPr>
              <a:t>Divide and Conquer algorithm </a:t>
            </a:r>
            <a:r>
              <a:rPr lang="en-US" sz="3000" dirty="0">
                <a:latin typeface="Calibri Body"/>
              </a:rPr>
              <a:t>that picks an element as a </a:t>
            </a:r>
            <a:r>
              <a:rPr lang="en-US" sz="3000" b="1" dirty="0">
                <a:latin typeface="Calibri Body"/>
              </a:rPr>
              <a:t>pivot</a:t>
            </a:r>
            <a:r>
              <a:rPr lang="en-US" sz="3000" dirty="0">
                <a:latin typeface="Calibri Body"/>
              </a:rPr>
              <a:t> and partitions the given array around the picked pivot by placing the pivot in its correct position in the sorted array.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0A967E-B262-6D82-D7A3-162C5CDD7C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8172" y="3044853"/>
            <a:ext cx="4972564" cy="2983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15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53653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9542B9-3D0D-DAFB-D4EB-2924E032A2CC}"/>
              </a:ext>
            </a:extLst>
          </p:cNvPr>
          <p:cNvSpPr txBox="1"/>
          <p:nvPr/>
        </p:nvSpPr>
        <p:spPr>
          <a:xfrm>
            <a:off x="4505541" y="3007925"/>
            <a:ext cx="7650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PIVOT</a:t>
            </a:r>
          </a:p>
        </p:txBody>
      </p:sp>
    </p:spTree>
    <p:extLst>
      <p:ext uri="{BB962C8B-B14F-4D97-AF65-F5344CB8AC3E}">
        <p14:creationId xmlns:p14="http://schemas.microsoft.com/office/powerpoint/2010/main" val="1854052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3321459" y="3007925"/>
            <a:ext cx="266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8310591" y="2925010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535932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92D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3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6.25E-7 4.81481E-6 L -0.04948 0.00532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474" y="25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3321459" y="3007925"/>
            <a:ext cx="2664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7594681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51979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3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5.55112E-17 L 0.35221 3.7037E-6 " pathEditMode="relative" rAng="0" ptsTypes="AA">
                                      <p:cBhvr>
                                        <p:cTn id="1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565" y="440"/>
                                    </p:animMotion>
                                  </p:childTnLst>
                                </p:cTn>
                              </p:par>
                              <p:par>
                                <p:cTn id="19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5.55112E-17 L -0.35222 -5.55112E-17 " pathEditMode="relative" rAng="0" ptsTypes="AA">
                                      <p:cBhvr>
                                        <p:cTn id="2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617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3311039" y="30079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7594681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860198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22222E-6 L -0.05886 -0.002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43" y="-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-2.22222E-6 L 0.05899 -0.0020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43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4030678" y="30079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6875042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710978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2.22222E-6 L -0.05859 -0.002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30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27EE1B-0B44-A838-DF51-E18CFEC89BBA}"/>
              </a:ext>
            </a:extLst>
          </p:cNvPr>
          <p:cNvSpPr txBox="1"/>
          <p:nvPr/>
        </p:nvSpPr>
        <p:spPr>
          <a:xfrm>
            <a:off x="4030678" y="30079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805413-E235-2B9A-F329-70740C81E0A8}"/>
              </a:ext>
            </a:extLst>
          </p:cNvPr>
          <p:cNvSpPr txBox="1"/>
          <p:nvPr/>
        </p:nvSpPr>
        <p:spPr>
          <a:xfrm>
            <a:off x="6155403" y="30079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48571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2.22222E-6 L -0.05847 -0.0020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930" y="-1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FFC000"/>
                                      </p:to>
                                    </p:animClr>
                                    <p:set>
                                      <p:cBhvr>
                                        <p:cTn id="1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5.55112E-17 L -0.11719 3.7037E-6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313" y="44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5.55112E-17 L 0.11719 3.7037E-6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107" y="44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6" grpId="0" animBg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137969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FA8937-0E25-00EA-8BB8-6EC71E67B733}"/>
              </a:ext>
            </a:extLst>
          </p:cNvPr>
          <p:cNvSpPr txBox="1"/>
          <p:nvPr/>
        </p:nvSpPr>
        <p:spPr>
          <a:xfrm>
            <a:off x="3311039" y="299342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0DCA5F-FDC5-E45C-EEA9-9531F22CCAF5}"/>
              </a:ext>
            </a:extLst>
          </p:cNvPr>
          <p:cNvSpPr txBox="1"/>
          <p:nvPr/>
        </p:nvSpPr>
        <p:spPr>
          <a:xfrm>
            <a:off x="4020259" y="2993425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46064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54167E-6 -5.55112E-17 L -0.05912 -2.96296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268" y="-301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-5.55112E-17 L 0.05911 3.7037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073" y="44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4043323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7749961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78B814-4E46-29C8-D548-D902F04B9131}"/>
              </a:ext>
            </a:extLst>
          </p:cNvPr>
          <p:cNvSpPr txBox="1"/>
          <p:nvPr/>
        </p:nvSpPr>
        <p:spPr>
          <a:xfrm>
            <a:off x="5460331" y="2961758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71365-6598-FC5C-B197-1154783CAFB1}"/>
              </a:ext>
            </a:extLst>
          </p:cNvPr>
          <p:cNvSpPr txBox="1"/>
          <p:nvPr/>
        </p:nvSpPr>
        <p:spPr>
          <a:xfrm>
            <a:off x="8300172" y="2993423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41317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5.55112E-17 L -0.23385 -3.33333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549" y="9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95833E-6 -5.55112E-17 L 0.23386 -3.33333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680" y="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23908717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D327EF-DB9C-F798-66C5-2CE93ABBDD26}"/>
              </a:ext>
            </a:extLst>
          </p:cNvPr>
          <p:cNvSpPr txBox="1"/>
          <p:nvPr/>
        </p:nvSpPr>
        <p:spPr>
          <a:xfrm>
            <a:off x="6165822" y="2961755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766CF1-E117-8F57-D7DA-9FDD16BB761B}"/>
              </a:ext>
            </a:extLst>
          </p:cNvPr>
          <p:cNvSpPr txBox="1"/>
          <p:nvPr/>
        </p:nvSpPr>
        <p:spPr>
          <a:xfrm>
            <a:off x="8300172" y="2961756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30434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875E-6 -5.55112E-17 L -0.17591 -3.33333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672" y="93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5.55112E-17 L 0.17591 -3.33333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8841" y="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30887976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6011DE-26D8-CF61-EB85-F8325992FF40}"/>
              </a:ext>
            </a:extLst>
          </p:cNvPr>
          <p:cNvSpPr txBox="1"/>
          <p:nvPr/>
        </p:nvSpPr>
        <p:spPr>
          <a:xfrm>
            <a:off x="6885461" y="2920089"/>
            <a:ext cx="2664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279C07-C57D-7EDA-12DE-57170CC826C2}"/>
              </a:ext>
            </a:extLst>
          </p:cNvPr>
          <p:cNvSpPr txBox="1"/>
          <p:nvPr/>
        </p:nvSpPr>
        <p:spPr>
          <a:xfrm>
            <a:off x="7594681" y="2920088"/>
            <a:ext cx="2872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C000"/>
                </a:solidFill>
              </a:rPr>
              <a:t>J</a:t>
            </a:r>
          </a:p>
        </p:txBody>
      </p:sp>
    </p:spTree>
    <p:extLst>
      <p:ext uri="{BB962C8B-B14F-4D97-AF65-F5344CB8AC3E}">
        <p14:creationId xmlns:p14="http://schemas.microsoft.com/office/powerpoint/2010/main" val="1190383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mph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  <p:set>
                                      <p:cBhvr>
                                        <p:cTn id="7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8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5.55112E-17 L -0.05899 -4.81481E-6 " pathEditMode="relative" rAng="0" ptsTypes="AA">
                                      <p:cBhvr>
                                        <p:cTn id="12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91" y="-208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-5.55112E-17 L 0.05899 -4.81481E-6 " pathEditMode="relative" rAng="0" ptsTypes="AA">
                                      <p:cBhvr>
                                        <p:cTn id="14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943" y="-20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DCE86-C2BA-4713-9E7A-73589E8D6C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2773" y="497150"/>
            <a:ext cx="9935227" cy="718459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What is Quick Sort?</a:t>
            </a:r>
            <a:endParaRPr lang="en-PH" b="1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3444037F-B658-D82C-5DCA-53E8AA1493D7}"/>
              </a:ext>
            </a:extLst>
          </p:cNvPr>
          <p:cNvSpPr txBox="1">
            <a:spLocks/>
          </p:cNvSpPr>
          <p:nvPr/>
        </p:nvSpPr>
        <p:spPr>
          <a:xfrm>
            <a:off x="1524000" y="1516449"/>
            <a:ext cx="9144000" cy="429058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100" dirty="0"/>
          </a:p>
          <a:p>
            <a:pPr algn="l"/>
            <a:endParaRPr lang="en-US" sz="3000" dirty="0"/>
          </a:p>
          <a:p>
            <a:pPr algn="l"/>
            <a:endParaRPr lang="en-US" sz="3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64F652-83E3-07B2-CAC5-D005C93AC7ED}"/>
              </a:ext>
            </a:extLst>
          </p:cNvPr>
          <p:cNvSpPr/>
          <p:nvPr/>
        </p:nvSpPr>
        <p:spPr>
          <a:xfrm>
            <a:off x="5997146" y="2337476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5</a:t>
            </a:r>
            <a:endParaRPr lang="en-PH" sz="30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63511C-7091-D032-4529-22F991B5AD2C}"/>
              </a:ext>
            </a:extLst>
          </p:cNvPr>
          <p:cNvSpPr/>
          <p:nvPr/>
        </p:nvSpPr>
        <p:spPr>
          <a:xfrm>
            <a:off x="6716785" y="2337473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6</a:t>
            </a:r>
            <a:endParaRPr lang="en-PH" sz="30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84FDF6-6255-A7C3-0B1D-6D9AA565DCF1}"/>
              </a:ext>
            </a:extLst>
          </p:cNvPr>
          <p:cNvSpPr/>
          <p:nvPr/>
        </p:nvSpPr>
        <p:spPr>
          <a:xfrm>
            <a:off x="7436424" y="2337473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7</a:t>
            </a:r>
            <a:endParaRPr lang="en-PH" sz="30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1C967-2E8D-F0F1-5772-3E08C3918EEC}"/>
              </a:ext>
            </a:extLst>
          </p:cNvPr>
          <p:cNvSpPr/>
          <p:nvPr/>
        </p:nvSpPr>
        <p:spPr>
          <a:xfrm>
            <a:off x="8141915" y="2337472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8</a:t>
            </a:r>
            <a:endParaRPr lang="en-PH" sz="30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E40F2A-9FFD-2EC2-B112-97905E915737}"/>
              </a:ext>
            </a:extLst>
          </p:cNvPr>
          <p:cNvSpPr/>
          <p:nvPr/>
        </p:nvSpPr>
        <p:spPr>
          <a:xfrm>
            <a:off x="3142363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1</a:t>
            </a:r>
            <a:endParaRPr lang="en-PH" sz="300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676D4C-7EBD-497F-FCC5-22EA8970BA32}"/>
              </a:ext>
            </a:extLst>
          </p:cNvPr>
          <p:cNvSpPr/>
          <p:nvPr/>
        </p:nvSpPr>
        <p:spPr>
          <a:xfrm>
            <a:off x="3862002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2</a:t>
            </a:r>
            <a:endParaRPr lang="en-PH" sz="30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F8CC81-6EA4-D960-107B-F2917BE736E8}"/>
              </a:ext>
            </a:extLst>
          </p:cNvPr>
          <p:cNvSpPr/>
          <p:nvPr/>
        </p:nvSpPr>
        <p:spPr>
          <a:xfrm>
            <a:off x="4586164" y="2337475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3</a:t>
            </a:r>
            <a:endParaRPr lang="en-PH" sz="30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0A5CFC-8424-4CA2-612C-08539EF09505}"/>
              </a:ext>
            </a:extLst>
          </p:cNvPr>
          <p:cNvSpPr/>
          <p:nvPr/>
        </p:nvSpPr>
        <p:spPr>
          <a:xfrm>
            <a:off x="5291655" y="2337474"/>
            <a:ext cx="603773" cy="554277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4</a:t>
            </a:r>
            <a:endParaRPr lang="en-PH" sz="3000" dirty="0"/>
          </a:p>
        </p:txBody>
      </p:sp>
      <p:sp>
        <p:nvSpPr>
          <p:cNvPr id="12" name="7-Point Star 11">
            <a:extLst>
              <a:ext uri="{FF2B5EF4-FFF2-40B4-BE49-F238E27FC236}">
                <a16:creationId xmlns:a16="http://schemas.microsoft.com/office/drawing/2014/main" id="{4AE624F5-CC0D-9186-AF2B-9B0CDE3BDCFB}"/>
              </a:ext>
            </a:extLst>
          </p:cNvPr>
          <p:cNvSpPr/>
          <p:nvPr/>
        </p:nvSpPr>
        <p:spPr>
          <a:xfrm>
            <a:off x="4456934" y="3661741"/>
            <a:ext cx="3080423" cy="1905831"/>
          </a:xfrm>
          <a:prstGeom prst="star7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000" dirty="0"/>
              <a:t>Sorting Finished!</a:t>
            </a:r>
            <a:endParaRPr lang="en-PH" sz="3000" dirty="0"/>
          </a:p>
        </p:txBody>
      </p:sp>
    </p:spTree>
    <p:extLst>
      <p:ext uri="{BB962C8B-B14F-4D97-AF65-F5344CB8AC3E}">
        <p14:creationId xmlns:p14="http://schemas.microsoft.com/office/powerpoint/2010/main" val="190414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A3362E2-FA54-4262-AE94-2FA98FF8142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D61E20B-708A-4719-8C02-DA91A478A7A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51370AF-26B9-4AFA-BA9D-5D4A7E1A672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1236</TotalTime>
  <Words>304</Words>
  <Application>Microsoft Office PowerPoint</Application>
  <PresentationFormat>Widescreen</PresentationFormat>
  <Paragraphs>265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Body</vt:lpstr>
      <vt:lpstr>Calibri Light</vt:lpstr>
      <vt:lpstr>Office Theme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  <vt:lpstr>What is Quick Sort?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147</cp:revision>
  <dcterms:created xsi:type="dcterms:W3CDTF">2022-05-11T03:47:05Z</dcterms:created>
  <dcterms:modified xsi:type="dcterms:W3CDTF">2026-07-06T13:34:10Z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</Properties>
</file>