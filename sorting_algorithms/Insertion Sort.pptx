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72" r:id="rId5"/>
    <p:sldId id="276" r:id="rId6"/>
    <p:sldId id="277" r:id="rId7"/>
    <p:sldId id="278" r:id="rId8"/>
    <p:sldId id="279" r:id="rId9"/>
    <p:sldId id="280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6" autoAdjust="0"/>
    <p:restoredTop sz="94081" autoAdjust="0"/>
  </p:normalViewPr>
  <p:slideViewPr>
    <p:cSldViewPr snapToGrid="0">
      <p:cViewPr varScale="1">
        <p:scale>
          <a:sx n="143" d="100"/>
          <a:sy n="143" d="100"/>
        </p:scale>
        <p:origin x="1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9164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25844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6093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81274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13227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4674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1128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Insertion Sort?</a:t>
            </a:r>
            <a:endParaRPr lang="en-PH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9887DE-B428-5BE2-2F47-C61D85B0141C}"/>
              </a:ext>
            </a:extLst>
          </p:cNvPr>
          <p:cNvSpPr txBox="1">
            <a:spLocks/>
          </p:cNvSpPr>
          <p:nvPr/>
        </p:nvSpPr>
        <p:spPr>
          <a:xfrm>
            <a:off x="732773" y="1318581"/>
            <a:ext cx="10803698" cy="22291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700" dirty="0">
                <a:latin typeface="Calibri (Body)"/>
              </a:rPr>
              <a:t>Insertion sort is a sorting algorithm that places an unsorted element at its suitable place in each iteration.</a:t>
            </a:r>
          </a:p>
          <a:p>
            <a:pPr algn="l"/>
            <a:endParaRPr lang="en-US" sz="2700" dirty="0">
              <a:latin typeface="Calibri (Body)"/>
            </a:endParaRPr>
          </a:p>
          <a:p>
            <a:pPr algn="l"/>
            <a:r>
              <a:rPr lang="en-US" sz="2700" b="0" i="1" dirty="0">
                <a:solidFill>
                  <a:srgbClr val="273239"/>
                </a:solidFill>
                <a:effectLst/>
                <a:latin typeface="Calibri (Body)"/>
              </a:rPr>
              <a:t>The array is virtually split into a </a:t>
            </a:r>
            <a:r>
              <a:rPr lang="en-US" sz="2700" b="1" i="1" dirty="0">
                <a:solidFill>
                  <a:srgbClr val="00B050"/>
                </a:solidFill>
                <a:effectLst/>
                <a:latin typeface="Calibri (Body)"/>
              </a:rPr>
              <a:t>sorted</a:t>
            </a:r>
            <a:r>
              <a:rPr lang="en-US" sz="2700" b="0" i="1" dirty="0">
                <a:solidFill>
                  <a:srgbClr val="273239"/>
                </a:solidFill>
                <a:effectLst/>
                <a:latin typeface="Calibri (Body)"/>
              </a:rPr>
              <a:t> and an </a:t>
            </a:r>
            <a:r>
              <a:rPr lang="en-US" sz="2700" b="1" i="1" dirty="0">
                <a:solidFill>
                  <a:srgbClr val="FF0000"/>
                </a:solidFill>
                <a:effectLst/>
                <a:latin typeface="Calibri (Body)"/>
              </a:rPr>
              <a:t>unsorted part</a:t>
            </a:r>
            <a:r>
              <a:rPr lang="en-US" sz="2700" b="0" i="1" dirty="0">
                <a:solidFill>
                  <a:srgbClr val="273239"/>
                </a:solidFill>
                <a:effectLst/>
                <a:latin typeface="Calibri (Body)"/>
              </a:rPr>
              <a:t>. Values from the unsorted part are picked and placed at the correct position in the sorted part.</a:t>
            </a:r>
            <a:endParaRPr lang="en-US" sz="2700" dirty="0">
              <a:latin typeface="Calibri (Body)"/>
            </a:endParaRPr>
          </a:p>
        </p:txBody>
      </p:sp>
      <p:pic>
        <p:nvPicPr>
          <p:cNvPr id="8" name="Picture 7" descr="A number line with black numbers&#10;&#10;Description automatically generated with medium confidence">
            <a:extLst>
              <a:ext uri="{FF2B5EF4-FFF2-40B4-BE49-F238E27FC236}">
                <a16:creationId xmlns:a16="http://schemas.microsoft.com/office/drawing/2014/main" id="{87B9ADBA-8CBE-4E63-AD02-DFBB370F95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136" y="3163235"/>
            <a:ext cx="4762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4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Insertion Sort</a:t>
            </a:r>
            <a:endParaRPr lang="en-PH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56646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Insertion Sort</a:t>
            </a:r>
            <a:endParaRPr lang="en-PH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70425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Insertion Sort</a:t>
            </a:r>
            <a:endParaRPr lang="en-PH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4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74775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33333E-6 L 0.13633 3.7037E-7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23" y="2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33333E-6 L -0.13633 3.33333E-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Insertion Sort</a:t>
            </a:r>
            <a:endParaRPr lang="en-PH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54759" y="2098422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5017589" y="2113764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09976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3.33333E-6 L -0.11146 0.27037 C -0.13464 0.33194 -0.16954 0.36527 -0.20612 0.36527 C -0.24766 0.36527 -0.28099 0.33194 -0.30417 0.27037 L -0.4155 3.33333E-6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81" y="1826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L 0.1362 -0.0023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10" y="-11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85185E-6 L 0.1388 -1.85185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4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33333E-6 L 0.14428 3.33333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1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Insertion Sort</a:t>
            </a:r>
            <a:endParaRPr lang="en-PH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54759" y="2098422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5017589" y="2113764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098422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098422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76723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.00046 L -0.07461 0.21343 C -0.0901 0.26204 -0.11341 0.28843 -0.13789 0.28843 C -0.16576 0.28843 -0.18802 0.26204 -0.20352 0.21343 L -0.27799 0.00046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06" y="14398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33333E-6 L 0.1418 -0.0023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70" y="-69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0.13646 0.0004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2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Insertion Sort</a:t>
            </a:r>
            <a:endParaRPr lang="en-PH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54759" y="2098422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5017589" y="2113764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098422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098422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6" name="7-Point Star 5">
            <a:extLst>
              <a:ext uri="{FF2B5EF4-FFF2-40B4-BE49-F238E27FC236}">
                <a16:creationId xmlns:a16="http://schemas.microsoft.com/office/drawing/2014/main" id="{6A00268A-AB37-940C-9597-BEF686D61529}"/>
              </a:ext>
            </a:extLst>
          </p:cNvPr>
          <p:cNvSpPr/>
          <p:nvPr/>
        </p:nvSpPr>
        <p:spPr>
          <a:xfrm>
            <a:off x="4160174" y="3926149"/>
            <a:ext cx="3080423" cy="1905831"/>
          </a:xfrm>
          <a:prstGeom prst="star7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Sorting Finished!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47112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61E20B-708A-4719-8C02-DA91A478A7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1370AF-26B9-4AFA-BA9D-5D4A7E1A67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3362E2-FA54-4262-AE94-2FA98FF8142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1187</TotalTime>
  <Words>107</Words>
  <Application>Microsoft Office PowerPoint</Application>
  <PresentationFormat>Widescreen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(Body)</vt:lpstr>
      <vt:lpstr>Calibri Light</vt:lpstr>
      <vt:lpstr>Office Theme</vt:lpstr>
      <vt:lpstr>What is Insertion Sort?</vt:lpstr>
      <vt:lpstr>Insertion Sort</vt:lpstr>
      <vt:lpstr>Insertion Sort</vt:lpstr>
      <vt:lpstr>Insertion Sort</vt:lpstr>
      <vt:lpstr>Insertion Sort</vt:lpstr>
      <vt:lpstr>Insertion Sort</vt:lpstr>
      <vt:lpstr>Insertion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158</cp:revision>
  <dcterms:created xsi:type="dcterms:W3CDTF">2022-05-11T03:47:05Z</dcterms:created>
  <dcterms:modified xsi:type="dcterms:W3CDTF">2026-07-06T13:30:29Z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</Properties>
</file>