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324" r:id="rId5"/>
    <p:sldId id="357" r:id="rId6"/>
    <p:sldId id="356" r:id="rId7"/>
    <p:sldId id="358" r:id="rId8"/>
    <p:sldId id="359" r:id="rId9"/>
    <p:sldId id="360" r:id="rId10"/>
    <p:sldId id="361" r:id="rId11"/>
    <p:sldId id="362" r:id="rId12"/>
    <p:sldId id="363" r:id="rId13"/>
    <p:sldId id="326" r:id="rId14"/>
    <p:sldId id="332" r:id="rId15"/>
    <p:sldId id="331" r:id="rId16"/>
    <p:sldId id="327" r:id="rId17"/>
    <p:sldId id="328" r:id="rId18"/>
    <p:sldId id="329" r:id="rId19"/>
    <p:sldId id="330" r:id="rId20"/>
    <p:sldId id="335" r:id="rId21"/>
    <p:sldId id="333" r:id="rId22"/>
    <p:sldId id="336" r:id="rId23"/>
    <p:sldId id="334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55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46" r:id="rId42"/>
    <p:sldId id="364" r:id="rId43"/>
    <p:sldId id="36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6AB5FF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56" autoAdjust="0"/>
    <p:restoredTop sz="93653" autoAdjust="0"/>
  </p:normalViewPr>
  <p:slideViewPr>
    <p:cSldViewPr snapToGrid="0">
      <p:cViewPr varScale="1">
        <p:scale>
          <a:sx n="149" d="100"/>
          <a:sy n="149" d="100"/>
        </p:scale>
        <p:origin x="14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8841-FBA4-2D46-C404-D4B90E55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F08DE-08C4-25E8-5566-46D617DD6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24BAC-78CF-42A3-E087-6D2D2DDDB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D9BED-6E36-1052-4BAD-46E1A7EA8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872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8A71-FC58-4B0E-F970-C6F9A3D2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5CE79-341B-4046-9C1A-5619A8C26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95BBB-40BD-8F11-CAA8-87A744972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FBA18-E237-1F46-A684-21F99305F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3450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E268-46FD-BA1A-FE2B-158C6695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D0D3B-9903-2E13-4D69-D78C08D04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63E38-33AC-926E-9F75-0DD19897F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A9F5A-A81F-AB90-DD3A-8116D3FD8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0896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9E12-CA36-DB3B-F3CA-4C03E60E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CB2CC-132F-700D-8238-952A25010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56624-D116-6974-0849-8107CAAC4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D9131-44FE-D3A2-AEE2-77F59EF23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6671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D3EB-F921-C94C-B1B2-23527DCF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E5DD3-C4D6-21CC-2F2A-9A93B8E38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62374-C6A5-8F7E-EB8A-747B2F26A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ED746-EC9D-6148-68F1-2499C0BD2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9098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2883-AEE8-E98B-EA62-8F8D6A7A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9BD2E-50D7-42AF-F970-0C1392500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4231F-3E84-85C7-2038-7F12748E8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7E36B-BFF6-83E5-1566-BE4ECD261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7230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BD14-875B-C0EC-CED9-2DE8A0AC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81B9F-445B-2EF8-3D31-690440DA0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408C1-54A0-A04A-74DE-9B34C7C96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BE47E-BC4F-680A-DD8A-A698D60EA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1328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8B7D-FB93-8C1E-428D-6DB88DE3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51657-EBE9-0940-5E56-CB3BF5A5C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CD878-A0EB-96CE-1769-DC70B7CA5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FD996-4E9F-5585-C182-991266C52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4833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0058-BEF3-6201-1B48-9AD46E2E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34F41-F850-669B-55B4-37D34E0E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111E9-5729-C905-14D5-47316A4F5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46768-60C7-3174-A53B-2FBF17288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0627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EA96-E833-0346-BD03-9CDE9246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9B68A-D648-220E-FCDA-144752D5B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95BC0-8E13-3789-4E92-17C90CB8D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6A072-20B2-0CD4-32FE-53D9C2F5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6705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665D9-8941-8FDC-77E6-1785DD36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3F96D-F30C-A9D8-2783-D1962450E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9A2F4-984F-B4D8-C0D1-1C75C6110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83C4C-5158-EDEA-1024-6BEC27615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90963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3A7D-2C7D-53D4-54DB-F4FB14B0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5C22E-D377-DE74-0AA4-D77321E16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05B60-6371-15F1-51BD-F027AD37D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CF5F6-3F6C-8F46-E767-C0253AC90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9825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AA17-BA56-DC95-0761-824D99E5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EC583-1D44-6201-E9BC-AD48234E2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EFC5D-8727-2982-8296-FDBFA1B8C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86CCA-28FB-A478-7955-10A5C84D4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9541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3C4B-8AFD-7421-7698-EA4F75BE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D53B1-4CE8-4618-2BF3-97D1C461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3180A-F5E7-B78F-3D57-3F7C2231E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63B0A-E6D3-22DC-1479-22D8B327C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8351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2D97-E425-8B37-E214-B8F08984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09B48-F8C9-4418-26E3-FA821329F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B58D2-7D05-6991-F253-70E088D0F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3D28C-06DD-3BF5-0C45-DF986480F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1205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CC42-EB59-047B-353D-4FA86491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63A0A-381C-AD45-3258-49F07F8E6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39C6E-F12C-DC51-85DF-0B63CF51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9875E-7E89-E7C4-3177-3C7C9D289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34150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61E5-B04D-4365-50B3-E37A4E40C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4CAE7-5E61-DBA4-ECFD-D6DF45839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47EB8-FCE9-A314-FBAC-EE966DEF6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37DA2-B843-55C5-5A55-5AB92F960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1178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1826-8A98-0291-98CF-53CE19B4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AD757-E50E-8D5E-B8FD-4973E34AA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D0727-5556-926D-1DFA-AB1343F68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8C2CD-4F82-67E1-A46E-71B9D11D4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0519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4D3C-94DF-B671-BFAB-09CED710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B3BF0-7991-033F-735F-CD36CE3BD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30138-22B2-95EF-A9F3-70DB227CE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A1FF9-F98C-E44C-952A-9CBFDA7F7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2099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60F6-0292-39C5-08D5-0EBF6E53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E0F54-CE3E-6E75-91CE-3A173BB5D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7582F-83CC-9DC6-5B01-66DBE1788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55667-5478-28D7-B0D0-C43CC8620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66626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667D-3C21-5FF7-81C9-50003B6E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6D13B-3C8A-0BC9-5BDB-F058DE2BD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A5F27-0FEE-5FE9-3ED1-6EB6673B5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9BA51-A71A-60DA-08F8-367E9B4A7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5614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4A6F-2CB5-A854-88B3-06DAAAAA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EB0DB-6AAD-FC28-012D-962CE7E6C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D7DC0-F3EC-903E-65A3-66E794C03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8935C-87DB-49AD-E089-21676155B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7809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E960C-0024-BF3B-4309-B05DF1AA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A7611-7320-3B36-4781-13C808C07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2DC72-2A1B-2D69-6BA8-4DAF9EFEA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5753A-E830-55A6-B6F9-0EA6A106A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4725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EC4-A553-097E-972D-CDF96799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E4683-757E-752F-0821-B993105CC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0C2F3-C4C9-A0D1-E00B-A8F8D84D8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46A25-0925-B839-7472-DC0361612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3125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DD56-F290-7EF2-9D02-92B0F79B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D5B74-D7A4-6185-E7FD-57DA5F706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8ACAC-D0B6-8616-AE49-5451CF610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432A3-2035-6071-DB31-8BEC75367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16379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53E6-45A8-BE99-C377-37C23EF1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45E55-5403-4041-5117-45F50785D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27463-34BF-69F2-7608-173E42DE1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E4E2F-B9AA-20D1-F0F7-74B436B4E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9347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70FC7-DE17-1649-A026-F535DEE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FBA15-A3E6-547E-60C1-64A6B0234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E4F5B-26AE-A30D-2620-8A761C523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A0CCF-D196-5A76-0204-583718460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26694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968B-B710-57A5-99BB-DB0C6FE0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D251F-F16D-7F1C-5910-5F35ABED7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45A34-49AC-1111-6AF2-F7ED8F427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0FB0B-F8DA-D42C-1D36-959526941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42278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F6D18-C276-4B98-A132-8D924B29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AD4E5-8B80-59BC-78D6-D06C230BB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AA07C-23A2-DD16-13FF-670D0C3BE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07048-5781-CCE5-C923-1200B72DA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70533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D957-9654-A2E3-0786-93EE5990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B5B0C-10D4-8AA1-2447-DBE9A467F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D7533-FA98-DEEA-F4C3-91672B256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0BAB0-F160-08F3-A242-FCE84C906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5669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E6FD-00D3-015C-EBF6-5E47148D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3354B-6864-5965-B68E-053A7EAC5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93899-55AA-2B44-B9EB-ABD6106B3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83E4D-E0CD-1B81-AB1D-4291FAD4A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89802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0150-8AD6-02AB-0DC7-F5C47929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9293C-4B12-C6AC-DAA9-C304B66D8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07820-E4D4-0EAD-008B-C5BC95023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94FCE-1213-89CF-FF0D-88626B2AE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9543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7912-E867-627B-BE4C-CF93C285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22002-D3FC-F88D-C6D5-84971DECB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09A17-ACBD-F707-91B1-54B9A557D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671D4-5950-AF8A-E4AC-173B4D7A2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69448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9D41-A145-89ED-5642-39408891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71222-492E-6201-381E-B4CEF907F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D50BC-0A24-7C1D-1BDC-B695ACF13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E73B1-0BFF-76C6-8CF9-D267B0BB5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4600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F756-5C34-9F50-6876-B43D1F4A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663E8-5556-35AD-5E27-083599269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F4DE-005E-203F-8CF3-05C11DA70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711FA-5DCD-1E02-8D81-826FE086D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4719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9838-44EA-5F75-9716-3D4BCA643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8B0EA-F5B6-780B-D77D-C12729ADF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E2254-AB74-0D8E-0F68-3E385BC32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58B45-9BC9-8C93-6D4A-B75D7F0B7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37693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43A7-AE0D-C9A8-A8B5-A2414CB4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B8645-1F8E-2A26-15E4-A7BE87649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7704A-F832-518C-8AE5-756F837E4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CDBE-7EC6-0F72-35C7-7709003FE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1486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57DB-ED3A-3337-6846-5A84AEBC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82775-229E-B861-6FB4-ED74414A1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60D66-351B-ABE8-7F2A-4DCD7C47B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A0EC2-0D73-6D0A-4456-9F83B0C33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29973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1D97D-0128-B4B4-AE93-6D05F4A5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13C8F-44C7-389C-2BF9-C02432F08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4FA00-2979-9A42-6C37-A39DF2277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78618-612C-81D0-D5CA-90AEDCFD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99641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16751-47F1-FE4E-8117-7A11FD0D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4E5CE-C6A5-EE8F-C284-D38632798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7FC37-4863-C4C4-BC72-D59063297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8E95A-1D85-AFCF-751E-9A1CF91E7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6114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DC3AA-E7CF-BB44-0E84-3D675D62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81E140-3842-955C-F6EE-74FACE5DD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4FD421-4584-6F59-8103-055A3FADEB7B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43D5BC-41E2-3A27-7E3D-0A4DFA07B00C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76D37C-99BE-B4E7-0321-1BF8B29271E1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F50829-DFC5-B3C5-23A5-66A66928D10A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2F46F9-CF60-CC7C-8A0F-B66ACEA9FC8F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14EB03-0EB2-D5A0-D80A-BD222BB32DAE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C4AC4-5163-1F9C-E69B-9B63EE22573E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C1A6D-3842-2AEE-D455-0182E1417DE3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379AD9-FB0F-0AB3-148E-70BE8CD0FA52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737B53-0827-CD5B-D0A3-5826EBDA276A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54B3E5-8826-FAC7-545D-51E8A049C74A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5CAAE-D26D-F438-5C56-F48BB402B63E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E9BC3B-7CDC-2B4B-61A2-B90946FFCC09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65BA18-41F6-E477-D888-72FF4FDF1FC2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8D12-7246-C06C-C63E-4F56BBDF175D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081B6D-1F31-198F-82B6-D811134F0589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294DFC-2E45-952D-EC58-A80BEAB90729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2D6E32-AF84-3C09-8DC7-BB4F196041AF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9FF79F-AF24-90EB-FDB5-EA38B9650E8D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rgbClr val="00B0F0"/>
                </a:solidFill>
              </a:rPr>
              <a:t>Shell Sort </a:t>
            </a:r>
            <a:r>
              <a:rPr lang="en-PH" sz="2500" dirty="0">
                <a:solidFill>
                  <a:schemeClr val="bg1"/>
                </a:solidFill>
              </a:rPr>
              <a:t>is an in-place comparison sort and an optimization of Insertion Sort. 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15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B70A0-388D-EA8C-250F-01359C23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EEA8CC-7FBE-96D3-5F29-52C0DD031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3A5D3-67E6-E6F0-538F-B840119E9FDE}"/>
              </a:ext>
            </a:extLst>
          </p:cNvPr>
          <p:cNvSpPr txBox="1"/>
          <p:nvPr/>
        </p:nvSpPr>
        <p:spPr>
          <a:xfrm>
            <a:off x="2292986" y="4729634"/>
            <a:ext cx="76060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Steps</a:t>
            </a:r>
          </a:p>
          <a:p>
            <a:pPr marL="457200" indent="-457200">
              <a:buAutoNum type="arabicPeriod"/>
            </a:pPr>
            <a:r>
              <a:rPr lang="en-PH" sz="2500" dirty="0">
                <a:solidFill>
                  <a:schemeClr val="bg1"/>
                </a:solidFill>
              </a:rPr>
              <a:t>Choose a gap sequence</a:t>
            </a:r>
          </a:p>
          <a:p>
            <a:pPr marL="457200" indent="-457200">
              <a:buAutoNum type="arabicPeriod"/>
            </a:pPr>
            <a:r>
              <a:rPr lang="en-PH" sz="2500" dirty="0">
                <a:solidFill>
                  <a:schemeClr val="bg1"/>
                </a:solidFill>
              </a:rPr>
              <a:t>Sort elements at each gap using Insertion Sort.</a:t>
            </a:r>
          </a:p>
          <a:p>
            <a:pPr marL="457200" indent="-457200">
              <a:buAutoNum type="arabicPeriod"/>
            </a:pPr>
            <a:r>
              <a:rPr lang="en-PH" sz="2500" dirty="0">
                <a:solidFill>
                  <a:schemeClr val="bg1"/>
                </a:solidFill>
              </a:rPr>
              <a:t>Reduce the gap and repeat until the gap becomes 1.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A4AA05-953D-4396-A197-3C1C0193D501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90BA4-2C54-4EEB-BCAB-99ECCC282AAE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98803A-8FD1-3FC4-D9B5-DD390E854838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32A44D-44EF-F221-333A-2FEB06A2741B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0058FD-CBAF-4D56-136D-88C4FBF2CC34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6EC1B1-CF47-E8E8-7D45-84420B45219B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D02010-C1A6-25B4-B41C-855D7D3AD2DE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9BA06D-A529-74AA-8269-AF1014CE0EBD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2864E5-B6E7-F8AE-30D9-4891D686FCBA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85B6D8-6B6E-CB84-FE5D-08D9F27A6958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7D10C5-4D2E-0B99-BADF-BF1427D4063E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242D6-9F6B-1CA7-AB15-6EA74F0F4814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F9FB94-EAE5-305A-96AA-7DAE13A84448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47D551-7064-32BE-1EFC-6B657C3C0DB4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CD5685-075E-CED6-8DEA-33B8E2D71BA7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C8FE34-0B9A-A767-C788-0C1B55011D10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70EB15-9D1A-8747-9781-D4E4B8C875A1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C8322E-A1C2-1E24-7655-7CC7A7131718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3712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CA971-8B7E-34E6-B784-FA9348D5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51F3B8-BE35-F22B-E543-5AF555392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E13E0-97AA-382E-1FAF-D5EEF54DCCAD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Given this unsorted array, let us use shell sort.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F5019-48E4-28A0-0D5F-AFCCD9D485D2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88A0A0-DD12-CCF8-E4FE-0992DC72E8D6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FCC612-FA9E-39C6-79AC-EE78DCFD7788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550580-13D0-592C-5C0D-2E76FC4E5E42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39927C-89EF-3BE0-9637-B174640796ED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9D1845-416D-2E92-14AE-A586FE05FD55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2632F-8897-94BB-E93F-EC7ACBF52A25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C8F80E-8265-9B76-E90D-F886496993F2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BADAA-C5B2-F853-A1D7-2DB8149456F5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DD7919-BB6C-1EE1-74FE-F4C6F261A899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FB5601-D93F-C537-8E33-4F9472F947E2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90B377-708A-E5B0-E01D-43155A9D52A6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6A7F7-0D30-D6C0-84F9-0B2BA4AD4079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4E339C-C960-B45B-76F3-CCE85D310B05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EA9C64-5F21-D0DF-7B71-7E992450A264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F33E0B-767B-85B8-D1DE-BEE1642DFE33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3DD2D3-DD0B-CFE4-C3C7-CAEBD0559FAF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95039E-2052-78DE-7968-BA5F06D8F5C3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0240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E680D-91C3-4D83-2030-CC5821E4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88AB5EC-82AA-ABE9-4A50-C8AE9623D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F6F4E-C86D-30F2-4B63-1147A7E91275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The first step is to get the </a:t>
            </a:r>
            <a:r>
              <a:rPr lang="en-PH" sz="2500" b="1" dirty="0">
                <a:solidFill>
                  <a:srgbClr val="00B0F0"/>
                </a:solidFill>
              </a:rPr>
              <a:t>Gap Sequence</a:t>
            </a:r>
            <a:endParaRPr lang="en-US" sz="2500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F9C927-73A6-7535-86B4-2961E283D7C2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3D5C5D-D8D8-1360-CB13-3AB4343CCE25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12524-E4AD-B5BA-8EDE-5A3D0796D893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A8FDF6-FA23-0C84-7632-B68B1C4FA76F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7A89D4-A823-3DC4-65E0-06625D0C4E8A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D3F9E3-A0C5-C2C7-AF64-5BC8663D2499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2322C-F689-1190-0D3E-F62CDB5E3B2E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5A842A-AEAA-4081-4532-E01C984ADF5B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50C59E-8D4E-2DC2-5C0D-35F15464AFFF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3B441E-8FEB-885D-28E2-82BBCEA471EE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5968CC-FF21-E536-1804-A5959592A89D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BFB0A0-93B4-0825-8B3E-DEE80B45990C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05D27-466E-BB24-7D2E-792B7C3EA6E5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FD20C-F79F-E6F4-BEEF-08ABA068695D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C474FD-34DC-D4D1-41E7-680617FE8C0F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FA3114-11A2-4769-FE76-812C4D55C1DC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FE9FC7-E712-9E8A-84F9-1821ACCDEEFB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5DBCA9-16DE-D551-7032-EA049809BBF7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44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0DDE6-B49F-2445-871B-4153EC0C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F48B37C-5A04-456D-DF65-BE076B97F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F620F-BA8E-0AD0-3A3C-47A27FD0C669}"/>
              </a:ext>
            </a:extLst>
          </p:cNvPr>
          <p:cNvSpPr txBox="1"/>
          <p:nvPr/>
        </p:nvSpPr>
        <p:spPr>
          <a:xfrm>
            <a:off x="609600" y="4729634"/>
            <a:ext cx="1097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Since the array has 9 elements, the gap sequence will be the following</a:t>
            </a:r>
          </a:p>
          <a:p>
            <a:pPr marL="457200" indent="-457200">
              <a:buAutoNum type="arabicPeriod"/>
            </a:pPr>
            <a:r>
              <a:rPr lang="en-PH" sz="2500" b="1" dirty="0">
                <a:solidFill>
                  <a:schemeClr val="bg1"/>
                </a:solidFill>
              </a:rPr>
              <a:t>First gap = 9/2 =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  <a:p>
            <a:pPr marL="457200" indent="-457200">
              <a:buAutoNum type="arabicPeriod"/>
            </a:pPr>
            <a:r>
              <a:rPr lang="en-PH" sz="2500" b="1" dirty="0">
                <a:solidFill>
                  <a:schemeClr val="bg1"/>
                </a:solidFill>
              </a:rPr>
              <a:t>Second gap = 9/4 =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  <a:p>
            <a:pPr marL="457200" indent="-457200">
              <a:buAutoNum type="arabicPeriod"/>
            </a:pPr>
            <a:r>
              <a:rPr lang="en-PH" sz="2500" b="1" dirty="0">
                <a:solidFill>
                  <a:schemeClr val="bg1"/>
                </a:solidFill>
              </a:rPr>
              <a:t>Third gap = 9/8 =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  <a:endParaRPr lang="en-US" sz="2500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4301E-B239-DEC7-AB80-9BB0D32859E5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91314-AB16-1C5A-137A-BEDBBE6B60AF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4DFF57-6B0C-BEBC-9A53-12F2DEABB784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D57E3B-EFD1-A7EB-AE46-A911E2AE2112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8122FD-73DA-18A9-7D38-5DFC6A9951C3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8BB8C8-B20E-EEB8-E18B-B07CB1BC2EC0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14BC0-5059-7645-CD2E-67AE10A96129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2878E4-2494-7DC9-F390-0956B7C594E4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DBCF6-B4F6-225F-731B-08D296C14F6F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ED6C9-15A3-C578-F94B-7B24EE06DC82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ACE63-11F6-37BF-A216-F6285769C5EB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B9B001-DE6B-47F6-4B2A-B7FA661C4AAD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87AD68-707B-7686-11AC-89438B709FE6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01C1A3-89DB-7D6F-B758-F5433A2B17C7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E53A0C-2BB7-0D7A-CFD3-1370188C9C83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EDF849-9EED-58B2-FD68-02EAFE29D1CD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DEC59C-63F0-BDDE-49CC-F2E67D347460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A754CD-AD48-6F0E-0635-BB232423E01C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56627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E7C2E-4FDD-FED7-0303-80B9E189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95A200-12DB-86B8-0F1C-B0BAB7D60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68C2A-EBCF-112B-BC19-8BD039110E79}"/>
              </a:ext>
            </a:extLst>
          </p:cNvPr>
          <p:cNvSpPr txBox="1"/>
          <p:nvPr/>
        </p:nvSpPr>
        <p:spPr>
          <a:xfrm>
            <a:off x="609600" y="4729634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To explain what a gap sequence is, this is a </a:t>
            </a:r>
            <a:r>
              <a:rPr lang="en-PH" sz="2500" b="1" dirty="0">
                <a:solidFill>
                  <a:srgbClr val="00B0F0"/>
                </a:solidFill>
              </a:rPr>
              <a:t>gap sequence of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38A96-573E-6B7C-4AFC-0C2BD473AD22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E0281-E955-0262-0653-9540EE0FBF97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9797AF-6A7B-FD7F-AAB7-0C54529320C8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8ED60B-5779-9A10-C2D5-68EC8378528F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1413C-99A0-9C9B-A7E4-495E9A9365D2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39473D-B6F6-4B77-C1B0-E4C417E1B114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9A0CE-0C04-992D-D274-0CB147FBA9E3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BC3A7E-0ACE-59B3-991B-56200F85DED1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9D265D-6131-7BBA-A1EF-7DC1B2F79335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5A92CF-67CB-0541-40D4-60674014AE89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5EE9D-0549-0E27-41A7-0545F8DC7717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E14FD0-92D0-AB1B-E571-3770CBFFF029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846E1B-5C8E-9881-9B05-09836A440050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7DD2F0-49DC-F39B-985F-6895BE032376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F13E73-F1AC-1DB0-97EB-035F5E3A8254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0B4106-6D9C-0F40-2A72-944CF9C10855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528A97-3710-61AB-EDB0-2DC9BF4278E6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39508C-14B6-A529-87BF-7A637B52B126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C0EB6-CC0E-7567-7E1A-F9A44FB8A2D3}"/>
              </a:ext>
            </a:extLst>
          </p:cNvPr>
          <p:cNvSpPr txBox="1"/>
          <p:nvPr/>
        </p:nvSpPr>
        <p:spPr>
          <a:xfrm>
            <a:off x="609600" y="5382777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rgbClr val="00B0F0"/>
                </a:solidFill>
              </a:rPr>
              <a:t>We compare elements that are 4 elements apart</a:t>
            </a:r>
            <a:r>
              <a:rPr lang="en-PH" sz="2500" b="1" dirty="0">
                <a:solidFill>
                  <a:schemeClr val="bg1"/>
                </a:solidFill>
              </a:rPr>
              <a:t>.</a:t>
            </a:r>
            <a:endParaRPr lang="en-PH" sz="25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2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719B2-93EE-F633-60CB-B680B58A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5E7FA2-E98E-4C3E-8D09-F8AC3D457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53CB9-839D-E18E-2616-ED9AB6265EE9}"/>
              </a:ext>
            </a:extLst>
          </p:cNvPr>
          <p:cNvSpPr txBox="1"/>
          <p:nvPr/>
        </p:nvSpPr>
        <p:spPr>
          <a:xfrm>
            <a:off x="609600" y="4729634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This is with a </a:t>
            </a:r>
            <a:r>
              <a:rPr lang="en-PH" sz="2500" b="1" dirty="0">
                <a:solidFill>
                  <a:srgbClr val="00B0F0"/>
                </a:solidFill>
              </a:rPr>
              <a:t>gap sequence of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00B75C-20DE-24D6-9F71-D3D0B235D1A8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7DF146-CE93-16F9-4AF1-9D82C5967DD6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DE9302-5FB2-5A6A-1250-4652714B1839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CAC0D4-4938-7DF4-1599-E1AF43F10C4F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229E9A-6A65-73AE-FB39-ECEB273E1446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BC31EF-30F4-E10C-C431-03EBC5A6E87C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3D32D-5E0C-B5BF-E2E7-AFE39F589581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3C994-10D3-227A-FBF8-1731976AF700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4BDBDA-BA66-4E2C-4341-0BC53A890CFD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11F43-9116-3CEA-8F8C-37029C37E729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7F4BA0-49B2-1D0D-BD1C-E12D79023C4E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5E2CC-021C-FE0A-3F17-237148726AB0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6097D3-40B6-FABF-B10E-66905967768F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56630F-C4EB-51C8-EE59-E12FD4F28E33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F06183-474D-6C3B-99D1-734FB8979EB3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33025C-2A90-9D58-5DAC-E821D6DEF1E5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9A8AA3-8651-2F21-EE30-D41C865E8A4C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7D1130-5815-9A3D-FE2A-71758EB0BB02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17732-C46F-3286-4F36-DB68112D0D2B}"/>
              </a:ext>
            </a:extLst>
          </p:cNvPr>
          <p:cNvSpPr txBox="1"/>
          <p:nvPr/>
        </p:nvSpPr>
        <p:spPr>
          <a:xfrm>
            <a:off x="609600" y="5382777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rgbClr val="00B0F0"/>
                </a:solidFill>
              </a:rPr>
              <a:t>We compare all elements that are 2 elements apart</a:t>
            </a:r>
            <a:r>
              <a:rPr lang="en-PH" sz="2500" b="1" dirty="0">
                <a:solidFill>
                  <a:schemeClr val="bg1"/>
                </a:solidFill>
              </a:rPr>
              <a:t>.</a:t>
            </a:r>
            <a:endParaRPr lang="en-PH" sz="25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08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F55CC-0877-609A-33E3-7D498E31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1BC6DA-783A-0E54-FC09-178721AD3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3D51C-B327-F559-6772-1FFB73BE3408}"/>
              </a:ext>
            </a:extLst>
          </p:cNvPr>
          <p:cNvSpPr txBox="1"/>
          <p:nvPr/>
        </p:nvSpPr>
        <p:spPr>
          <a:xfrm>
            <a:off x="609600" y="4729634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This is with a </a:t>
            </a:r>
            <a:r>
              <a:rPr lang="en-PH" sz="2500" b="1" dirty="0">
                <a:solidFill>
                  <a:srgbClr val="00B0F0"/>
                </a:solidFill>
              </a:rPr>
              <a:t>gap sequence of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06C8A2-A0F9-FFD5-02D9-7B41FC39B15A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40A169-ABC3-4823-06D1-C751B50757A6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6F5D73-79C1-D0F1-4AE8-AB5816B04405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75A21F-B49D-B42F-F96E-FCE81C830B2C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12457-D2C2-F990-5F80-53D32371B826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76E2FD-BEDE-5F43-4FE0-B469AC818B01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62B69-5DC2-D2D9-C2B5-CD59E5FC4209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149756-C56E-DA98-249B-EF59852E4CDA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EE850-0EEB-F176-57D3-06CDC959CED6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5E9C27-E0A6-0B92-AC22-D9E8D824D957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B14899-0535-1B7D-5F59-3BB606F283F7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D50147-1625-1627-AE68-73AEB4B09F03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A958F-94B4-6C02-1E0F-9A8281CF42FA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6C1CB6-643A-3D45-1FA7-69F530525D1F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6527CF-241D-2512-A044-02A5C74E03F4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D6BB61-9484-07A3-2A9B-B75BB40B32D9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D908FE-65EA-5500-D1AA-262832BCF592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133D5C-BDB9-5E59-E0F7-DFCA2CEB55D2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BCC27-2226-0C64-1999-379826BD12D0}"/>
              </a:ext>
            </a:extLst>
          </p:cNvPr>
          <p:cNvSpPr txBox="1"/>
          <p:nvPr/>
        </p:nvSpPr>
        <p:spPr>
          <a:xfrm>
            <a:off x="609600" y="5382777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rgbClr val="00B0F0"/>
                </a:solidFill>
              </a:rPr>
              <a:t>We </a:t>
            </a:r>
            <a:r>
              <a:rPr lang="en-PH" sz="2500" b="1">
                <a:solidFill>
                  <a:srgbClr val="00B0F0"/>
                </a:solidFill>
              </a:rPr>
              <a:t>compare all </a:t>
            </a:r>
            <a:r>
              <a:rPr lang="en-PH" sz="2500" b="1" dirty="0">
                <a:solidFill>
                  <a:srgbClr val="00B0F0"/>
                </a:solidFill>
              </a:rPr>
              <a:t>elements that </a:t>
            </a:r>
            <a:r>
              <a:rPr lang="en-PH" sz="2500" b="1">
                <a:solidFill>
                  <a:srgbClr val="00B0F0"/>
                </a:solidFill>
              </a:rPr>
              <a:t>are 1 elements </a:t>
            </a:r>
            <a:r>
              <a:rPr lang="en-PH" sz="2500" b="1" dirty="0">
                <a:solidFill>
                  <a:srgbClr val="00B0F0"/>
                </a:solidFill>
              </a:rPr>
              <a:t>apart</a:t>
            </a:r>
            <a:r>
              <a:rPr lang="en-PH" sz="2500" b="1" dirty="0">
                <a:solidFill>
                  <a:schemeClr val="bg1"/>
                </a:solidFill>
              </a:rPr>
              <a:t>.</a:t>
            </a:r>
            <a:endParaRPr lang="en-PH" sz="25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41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C9302-DC89-76BE-8743-25270FC9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AF8EE4D-BC42-51F4-F638-6A5158E2D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288D1-6378-3EDB-9E57-D9174EBD2E21}"/>
              </a:ext>
            </a:extLst>
          </p:cNvPr>
          <p:cNvSpPr txBox="1"/>
          <p:nvPr/>
        </p:nvSpPr>
        <p:spPr>
          <a:xfrm>
            <a:off x="609600" y="4729634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We will start with the first gap sequence of 4</a:t>
            </a:r>
            <a:endParaRPr lang="en-US" sz="2500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3470E1-B7CD-2B64-3685-2C7B389EC0F1}"/>
              </a:ext>
            </a:extLst>
          </p:cNvPr>
          <p:cNvSpPr/>
          <p:nvPr/>
        </p:nvSpPr>
        <p:spPr>
          <a:xfrm>
            <a:off x="2355214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81A389-CF0A-EBC4-F4F6-75948F999A4A}"/>
              </a:ext>
            </a:extLst>
          </p:cNvPr>
          <p:cNvSpPr/>
          <p:nvPr/>
        </p:nvSpPr>
        <p:spPr>
          <a:xfrm>
            <a:off x="3231135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14D5C2-3708-045B-FD18-27F08934F028}"/>
              </a:ext>
            </a:extLst>
          </p:cNvPr>
          <p:cNvSpPr/>
          <p:nvPr/>
        </p:nvSpPr>
        <p:spPr>
          <a:xfrm>
            <a:off x="4925421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89153F-664E-D8A2-C5F4-65076554E905}"/>
              </a:ext>
            </a:extLst>
          </p:cNvPr>
          <p:cNvSpPr/>
          <p:nvPr/>
        </p:nvSpPr>
        <p:spPr>
          <a:xfrm>
            <a:off x="407827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B0F58D-2E70-8333-2B09-051C92667D5E}"/>
              </a:ext>
            </a:extLst>
          </p:cNvPr>
          <p:cNvSpPr/>
          <p:nvPr/>
        </p:nvSpPr>
        <p:spPr>
          <a:xfrm>
            <a:off x="5772564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457265-27A9-8382-5676-6DAD83A2FFD3}"/>
              </a:ext>
            </a:extLst>
          </p:cNvPr>
          <p:cNvSpPr/>
          <p:nvPr/>
        </p:nvSpPr>
        <p:spPr>
          <a:xfrm>
            <a:off x="6619707" y="269818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B00F18-D68D-5110-57F7-6ADDEE5D8BD9}"/>
              </a:ext>
            </a:extLst>
          </p:cNvPr>
          <p:cNvSpPr/>
          <p:nvPr/>
        </p:nvSpPr>
        <p:spPr>
          <a:xfrm>
            <a:off x="749562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98D82B-AEA7-F59D-48F8-BF714DBFDC5F}"/>
              </a:ext>
            </a:extLst>
          </p:cNvPr>
          <p:cNvSpPr/>
          <p:nvPr/>
        </p:nvSpPr>
        <p:spPr>
          <a:xfrm>
            <a:off x="8371549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893D8-10C0-1389-5192-E455ACE31071}"/>
              </a:ext>
            </a:extLst>
          </p:cNvPr>
          <p:cNvSpPr/>
          <p:nvPr/>
        </p:nvSpPr>
        <p:spPr>
          <a:xfrm>
            <a:off x="9246908" y="2709000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4D45AA-8711-7288-DDB1-E1860BE5E0DD}"/>
              </a:ext>
            </a:extLst>
          </p:cNvPr>
          <p:cNvSpPr/>
          <p:nvPr/>
        </p:nvSpPr>
        <p:spPr>
          <a:xfrm>
            <a:off x="2355214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C4DE1-D6CE-8229-518C-8E2FCCAC269F}"/>
              </a:ext>
            </a:extLst>
          </p:cNvPr>
          <p:cNvSpPr/>
          <p:nvPr/>
        </p:nvSpPr>
        <p:spPr>
          <a:xfrm>
            <a:off x="3231135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3C11E-154E-C097-3BAC-DC0F3E1AB3DC}"/>
              </a:ext>
            </a:extLst>
          </p:cNvPr>
          <p:cNvSpPr/>
          <p:nvPr/>
        </p:nvSpPr>
        <p:spPr>
          <a:xfrm>
            <a:off x="4925421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1D57A6-FE90-562F-BC12-9786E2B69C9B}"/>
              </a:ext>
            </a:extLst>
          </p:cNvPr>
          <p:cNvSpPr/>
          <p:nvPr/>
        </p:nvSpPr>
        <p:spPr>
          <a:xfrm>
            <a:off x="407827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BAEBD1-8F9E-566C-CADE-1C4ECAE5F21D}"/>
              </a:ext>
            </a:extLst>
          </p:cNvPr>
          <p:cNvSpPr/>
          <p:nvPr/>
        </p:nvSpPr>
        <p:spPr>
          <a:xfrm>
            <a:off x="5772564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5AE2CF-0592-1FC7-3FFC-7E733BC15617}"/>
              </a:ext>
            </a:extLst>
          </p:cNvPr>
          <p:cNvSpPr/>
          <p:nvPr/>
        </p:nvSpPr>
        <p:spPr>
          <a:xfrm>
            <a:off x="6619707" y="3439814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72205E-CDEC-F307-9418-4E6D51615728}"/>
              </a:ext>
            </a:extLst>
          </p:cNvPr>
          <p:cNvSpPr/>
          <p:nvPr/>
        </p:nvSpPr>
        <p:spPr>
          <a:xfrm>
            <a:off x="749562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BC6A89-217C-4994-FA75-8BA72737421D}"/>
              </a:ext>
            </a:extLst>
          </p:cNvPr>
          <p:cNvSpPr/>
          <p:nvPr/>
        </p:nvSpPr>
        <p:spPr>
          <a:xfrm>
            <a:off x="8371549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8ACAAC-1EF8-109F-E4D0-8FF809AB0380}"/>
              </a:ext>
            </a:extLst>
          </p:cNvPr>
          <p:cNvSpPr/>
          <p:nvPr/>
        </p:nvSpPr>
        <p:spPr>
          <a:xfrm>
            <a:off x="9246908" y="3450627"/>
            <a:ext cx="720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05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2710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81788-8DA4-894C-70CE-5702ADFA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561587D-F4BC-3F95-B4CC-B46864C28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32F59-E95D-B509-9339-3A14AD7DE80E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408C00-09F0-5998-4CF7-4BBF4A2F2D90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28239D-4A28-F77B-5C29-96E25EAFBD6B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3B9E29-A1D0-3393-AD70-73AC9D2AD1E3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8966A0-77EF-94FD-CF9A-DEAFA0C6453B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71D084-635D-CC08-AA36-C4CD49D6C49E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9583A-D592-BC14-CC20-0485F53A9582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1F8BC-A6C0-C790-240D-65AD15544DCD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D4470-A484-0BE3-F45D-2B52C735B6D3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F4FF77-C33D-9B51-0E81-E1FB3F07D7D3}"/>
              </a:ext>
            </a:extLst>
          </p:cNvPr>
          <p:cNvSpPr/>
          <p:nvPr/>
        </p:nvSpPr>
        <p:spPr>
          <a:xfrm>
            <a:off x="2355214" y="696924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7F93711-12EA-92FE-386D-3E3DFE8F11BD}"/>
              </a:ext>
            </a:extLst>
          </p:cNvPr>
          <p:cNvSpPr/>
          <p:nvPr/>
        </p:nvSpPr>
        <p:spPr>
          <a:xfrm>
            <a:off x="3231135" y="698005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FA152CA-1C49-1C4D-49C7-4BB59B168716}"/>
              </a:ext>
            </a:extLst>
          </p:cNvPr>
          <p:cNvSpPr/>
          <p:nvPr/>
        </p:nvSpPr>
        <p:spPr>
          <a:xfrm>
            <a:off x="4925421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45BE6A8-8998-2396-9321-50EBC7E3A238}"/>
              </a:ext>
            </a:extLst>
          </p:cNvPr>
          <p:cNvSpPr/>
          <p:nvPr/>
        </p:nvSpPr>
        <p:spPr>
          <a:xfrm>
            <a:off x="4078278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A564893-10E6-C225-E79D-4736B4AA56D3}"/>
              </a:ext>
            </a:extLst>
          </p:cNvPr>
          <p:cNvSpPr/>
          <p:nvPr/>
        </p:nvSpPr>
        <p:spPr>
          <a:xfrm>
            <a:off x="5772564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0245C6B-E4E4-3CD8-2093-7E36CE8D22C5}"/>
              </a:ext>
            </a:extLst>
          </p:cNvPr>
          <p:cNvSpPr/>
          <p:nvPr/>
        </p:nvSpPr>
        <p:spPr>
          <a:xfrm>
            <a:off x="6619707" y="6969244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BE6C7D8-66A5-BCF9-8246-05CCEBD75002}"/>
              </a:ext>
            </a:extLst>
          </p:cNvPr>
          <p:cNvSpPr/>
          <p:nvPr/>
        </p:nvSpPr>
        <p:spPr>
          <a:xfrm>
            <a:off x="7495628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F1D607F-40D3-5423-C945-A66AF7925664}"/>
              </a:ext>
            </a:extLst>
          </p:cNvPr>
          <p:cNvSpPr/>
          <p:nvPr/>
        </p:nvSpPr>
        <p:spPr>
          <a:xfrm>
            <a:off x="8371549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31E5894-2334-5459-7F1D-85B336977921}"/>
              </a:ext>
            </a:extLst>
          </p:cNvPr>
          <p:cNvSpPr/>
          <p:nvPr/>
        </p:nvSpPr>
        <p:spPr>
          <a:xfrm>
            <a:off x="9246908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34944A-66AA-5999-1088-DDE60F470A3D}"/>
              </a:ext>
            </a:extLst>
          </p:cNvPr>
          <p:cNvSpPr/>
          <p:nvPr/>
        </p:nvSpPr>
        <p:spPr>
          <a:xfrm>
            <a:off x="2355214" y="778456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3E3CBBD-289D-5D0E-0A63-1063678C2A2E}"/>
              </a:ext>
            </a:extLst>
          </p:cNvPr>
          <p:cNvSpPr/>
          <p:nvPr/>
        </p:nvSpPr>
        <p:spPr>
          <a:xfrm>
            <a:off x="3231135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470E4BD-4685-E6F0-FF69-B6E3E408F5A0}"/>
              </a:ext>
            </a:extLst>
          </p:cNvPr>
          <p:cNvSpPr/>
          <p:nvPr/>
        </p:nvSpPr>
        <p:spPr>
          <a:xfrm>
            <a:off x="4925421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097DABC-7CB0-907B-89B7-772580AAF431}"/>
              </a:ext>
            </a:extLst>
          </p:cNvPr>
          <p:cNvSpPr/>
          <p:nvPr/>
        </p:nvSpPr>
        <p:spPr>
          <a:xfrm>
            <a:off x="4078278" y="779537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92FFCD7-2F6F-F583-15D2-89327A14053F}"/>
              </a:ext>
            </a:extLst>
          </p:cNvPr>
          <p:cNvSpPr/>
          <p:nvPr/>
        </p:nvSpPr>
        <p:spPr>
          <a:xfrm>
            <a:off x="5772564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6A5D9B-9439-5783-D24A-0A5D9AE032DD}"/>
              </a:ext>
            </a:extLst>
          </p:cNvPr>
          <p:cNvSpPr/>
          <p:nvPr/>
        </p:nvSpPr>
        <p:spPr>
          <a:xfrm>
            <a:off x="6619707" y="778456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3B4825-2011-BDCE-8896-EE2C7A1B96D0}"/>
              </a:ext>
            </a:extLst>
          </p:cNvPr>
          <p:cNvSpPr/>
          <p:nvPr/>
        </p:nvSpPr>
        <p:spPr>
          <a:xfrm>
            <a:off x="7495628" y="7795377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F829F29-9DA1-4B25-1EBC-826086B8BFF0}"/>
              </a:ext>
            </a:extLst>
          </p:cNvPr>
          <p:cNvSpPr/>
          <p:nvPr/>
        </p:nvSpPr>
        <p:spPr>
          <a:xfrm>
            <a:off x="8371549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DDAEF6B-503E-EB9C-D780-90AEC081BDBA}"/>
              </a:ext>
            </a:extLst>
          </p:cNvPr>
          <p:cNvSpPr/>
          <p:nvPr/>
        </p:nvSpPr>
        <p:spPr>
          <a:xfrm>
            <a:off x="9246908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0370AF2-C7AC-AEB9-6845-FFC856DAFDE6}"/>
              </a:ext>
            </a:extLst>
          </p:cNvPr>
          <p:cNvSpPr/>
          <p:nvPr/>
        </p:nvSpPr>
        <p:spPr>
          <a:xfrm>
            <a:off x="2355214" y="859988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D49C87E-44F2-57C0-947E-ECCEAFE4A537}"/>
              </a:ext>
            </a:extLst>
          </p:cNvPr>
          <p:cNvSpPr/>
          <p:nvPr/>
        </p:nvSpPr>
        <p:spPr>
          <a:xfrm>
            <a:off x="3231135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D30B7B0-7555-7F01-9D83-3759EAAD4032}"/>
              </a:ext>
            </a:extLst>
          </p:cNvPr>
          <p:cNvSpPr/>
          <p:nvPr/>
        </p:nvSpPr>
        <p:spPr>
          <a:xfrm>
            <a:off x="4925421" y="861069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C3FABE-E9C8-A1D8-B0A6-DA1E5A75DCD8}"/>
              </a:ext>
            </a:extLst>
          </p:cNvPr>
          <p:cNvSpPr/>
          <p:nvPr/>
        </p:nvSpPr>
        <p:spPr>
          <a:xfrm>
            <a:off x="4078278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C29887E-EF3C-901F-B541-7D9688C86281}"/>
              </a:ext>
            </a:extLst>
          </p:cNvPr>
          <p:cNvSpPr/>
          <p:nvPr/>
        </p:nvSpPr>
        <p:spPr>
          <a:xfrm>
            <a:off x="5772564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DFCCA49-E324-BAA1-077E-48833EDF17DF}"/>
              </a:ext>
            </a:extLst>
          </p:cNvPr>
          <p:cNvSpPr/>
          <p:nvPr/>
        </p:nvSpPr>
        <p:spPr>
          <a:xfrm>
            <a:off x="6619707" y="859988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EE3C258-5AF8-BE64-1B36-FA2623DE1650}"/>
              </a:ext>
            </a:extLst>
          </p:cNvPr>
          <p:cNvSpPr/>
          <p:nvPr/>
        </p:nvSpPr>
        <p:spPr>
          <a:xfrm>
            <a:off x="7495628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825B809-E75E-83B4-3C10-D0051BBD839F}"/>
              </a:ext>
            </a:extLst>
          </p:cNvPr>
          <p:cNvSpPr/>
          <p:nvPr/>
        </p:nvSpPr>
        <p:spPr>
          <a:xfrm>
            <a:off x="8371549" y="8610697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1D4D798-C866-B13F-065C-83728FBD8169}"/>
              </a:ext>
            </a:extLst>
          </p:cNvPr>
          <p:cNvSpPr/>
          <p:nvPr/>
        </p:nvSpPr>
        <p:spPr>
          <a:xfrm>
            <a:off x="9246908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6FF8C12-478D-DC88-E420-0C460948832D}"/>
              </a:ext>
            </a:extLst>
          </p:cNvPr>
          <p:cNvSpPr/>
          <p:nvPr/>
        </p:nvSpPr>
        <p:spPr>
          <a:xfrm>
            <a:off x="2355214" y="941520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0E4B122-8321-5D7F-7161-F72D9D8986B9}"/>
              </a:ext>
            </a:extLst>
          </p:cNvPr>
          <p:cNvSpPr/>
          <p:nvPr/>
        </p:nvSpPr>
        <p:spPr>
          <a:xfrm>
            <a:off x="3231135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22DC6E5-E9B0-7F55-15C1-5C6095DF0F17}"/>
              </a:ext>
            </a:extLst>
          </p:cNvPr>
          <p:cNvSpPr/>
          <p:nvPr/>
        </p:nvSpPr>
        <p:spPr>
          <a:xfrm>
            <a:off x="4925421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499AABD-1B6D-043D-1E6C-3B68F62DEAB6}"/>
              </a:ext>
            </a:extLst>
          </p:cNvPr>
          <p:cNvSpPr/>
          <p:nvPr/>
        </p:nvSpPr>
        <p:spPr>
          <a:xfrm>
            <a:off x="4078278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5AA7FDE-E34A-A770-8B3F-943EE554BD2C}"/>
              </a:ext>
            </a:extLst>
          </p:cNvPr>
          <p:cNvSpPr/>
          <p:nvPr/>
        </p:nvSpPr>
        <p:spPr>
          <a:xfrm>
            <a:off x="5772564" y="942601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CA2CD79-C957-CBAA-FF50-EAC60141E4B5}"/>
              </a:ext>
            </a:extLst>
          </p:cNvPr>
          <p:cNvSpPr/>
          <p:nvPr/>
        </p:nvSpPr>
        <p:spPr>
          <a:xfrm>
            <a:off x="6619707" y="941520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2FA61B2-E751-EF9E-9BA3-4237AE0D04EE}"/>
              </a:ext>
            </a:extLst>
          </p:cNvPr>
          <p:cNvSpPr/>
          <p:nvPr/>
        </p:nvSpPr>
        <p:spPr>
          <a:xfrm>
            <a:off x="7495628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27642DE-9B78-AF96-CE5B-022410EFCFC7}"/>
              </a:ext>
            </a:extLst>
          </p:cNvPr>
          <p:cNvSpPr/>
          <p:nvPr/>
        </p:nvSpPr>
        <p:spPr>
          <a:xfrm>
            <a:off x="8371549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7CD6DBF-678F-93E4-41C6-A1689190C972}"/>
              </a:ext>
            </a:extLst>
          </p:cNvPr>
          <p:cNvSpPr/>
          <p:nvPr/>
        </p:nvSpPr>
        <p:spPr>
          <a:xfrm>
            <a:off x="9246908" y="9426017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308FB65-0D3A-0D23-A95C-18D41C1BEBC0}"/>
              </a:ext>
            </a:extLst>
          </p:cNvPr>
          <p:cNvSpPr/>
          <p:nvPr/>
        </p:nvSpPr>
        <p:spPr>
          <a:xfrm>
            <a:off x="2355214" y="10230524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4ABEEFC-8D7B-4010-ED34-638BE0858BF6}"/>
              </a:ext>
            </a:extLst>
          </p:cNvPr>
          <p:cNvSpPr/>
          <p:nvPr/>
        </p:nvSpPr>
        <p:spPr>
          <a:xfrm>
            <a:off x="3231135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D15333B-F76D-3589-241E-4391A827B5F2}"/>
              </a:ext>
            </a:extLst>
          </p:cNvPr>
          <p:cNvSpPr/>
          <p:nvPr/>
        </p:nvSpPr>
        <p:spPr>
          <a:xfrm>
            <a:off x="4925421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040610F-A5E8-871F-6D6E-6A9A96E63974}"/>
              </a:ext>
            </a:extLst>
          </p:cNvPr>
          <p:cNvSpPr/>
          <p:nvPr/>
        </p:nvSpPr>
        <p:spPr>
          <a:xfrm>
            <a:off x="4078278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47AFA84-1CEA-A0D3-0AA7-A59A2748BC9C}"/>
              </a:ext>
            </a:extLst>
          </p:cNvPr>
          <p:cNvSpPr/>
          <p:nvPr/>
        </p:nvSpPr>
        <p:spPr>
          <a:xfrm>
            <a:off x="5772564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653AE6B-71B2-E5B1-C84D-942AC4D2EA06}"/>
              </a:ext>
            </a:extLst>
          </p:cNvPr>
          <p:cNvSpPr/>
          <p:nvPr/>
        </p:nvSpPr>
        <p:spPr>
          <a:xfrm>
            <a:off x="6619707" y="10230524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E525185-4783-1FEF-9C4F-66DCD1FB3AD9}"/>
              </a:ext>
            </a:extLst>
          </p:cNvPr>
          <p:cNvSpPr/>
          <p:nvPr/>
        </p:nvSpPr>
        <p:spPr>
          <a:xfrm>
            <a:off x="7495628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FAF4A5F-02D0-BEF6-E92C-66D0F760370D}"/>
              </a:ext>
            </a:extLst>
          </p:cNvPr>
          <p:cNvSpPr/>
          <p:nvPr/>
        </p:nvSpPr>
        <p:spPr>
          <a:xfrm>
            <a:off x="8371549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BFFB32A-37D6-9FE7-E4A9-56EA3EAB2C19}"/>
              </a:ext>
            </a:extLst>
          </p:cNvPr>
          <p:cNvSpPr/>
          <p:nvPr/>
        </p:nvSpPr>
        <p:spPr>
          <a:xfrm>
            <a:off x="9246908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4E529-03C5-F862-8D09-1498FE47BDE7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0387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3C10A-6CD4-2A94-270F-8EBA6422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9652E2-F57A-D9DC-1914-2F4BB0945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222903-3D17-8B51-C895-3E51AE4E7552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C252B-7594-0B77-A0C1-97FF5D473E22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9E5669-839E-9007-4ABB-A71FB358FB06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7EDF64-85B5-3C0A-4F21-8D3CD9096FD3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EEF147-F286-A309-489F-30AFE907BFCF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8F97A4-3F27-54A0-E491-C37871CF7FE5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B461A-8981-E0A1-AF80-0EFFB2B69F36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E3C7F-5CF0-6480-C498-C17C9A8DDBA5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21F93E-C1B1-C5CA-F4B0-E507DA37EAD0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8D98B15-B161-2E3E-1ABC-C8843A2F25D4}"/>
              </a:ext>
            </a:extLst>
          </p:cNvPr>
          <p:cNvSpPr/>
          <p:nvPr/>
        </p:nvSpPr>
        <p:spPr>
          <a:xfrm>
            <a:off x="2355214" y="696924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3EFF85C-2A24-1D2F-C2B5-5F1FE665DE8A}"/>
              </a:ext>
            </a:extLst>
          </p:cNvPr>
          <p:cNvSpPr/>
          <p:nvPr/>
        </p:nvSpPr>
        <p:spPr>
          <a:xfrm>
            <a:off x="3231135" y="698005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7F0E08E-AC9D-0009-9537-D66A79F6B424}"/>
              </a:ext>
            </a:extLst>
          </p:cNvPr>
          <p:cNvSpPr/>
          <p:nvPr/>
        </p:nvSpPr>
        <p:spPr>
          <a:xfrm>
            <a:off x="4925421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5CECA0E-393D-E11B-91FE-4F7A9A8054F3}"/>
              </a:ext>
            </a:extLst>
          </p:cNvPr>
          <p:cNvSpPr/>
          <p:nvPr/>
        </p:nvSpPr>
        <p:spPr>
          <a:xfrm>
            <a:off x="4078278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60090C0-922C-BF56-020F-E2531FC472E8}"/>
              </a:ext>
            </a:extLst>
          </p:cNvPr>
          <p:cNvSpPr/>
          <p:nvPr/>
        </p:nvSpPr>
        <p:spPr>
          <a:xfrm>
            <a:off x="5772564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9499814-ACAB-80F6-349B-6611C8FF1609}"/>
              </a:ext>
            </a:extLst>
          </p:cNvPr>
          <p:cNvSpPr/>
          <p:nvPr/>
        </p:nvSpPr>
        <p:spPr>
          <a:xfrm>
            <a:off x="6619707" y="6969244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78C5186-A5E1-DDFB-99B4-2A1E38008F9D}"/>
              </a:ext>
            </a:extLst>
          </p:cNvPr>
          <p:cNvSpPr/>
          <p:nvPr/>
        </p:nvSpPr>
        <p:spPr>
          <a:xfrm>
            <a:off x="7495628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F489287-20AA-F2B1-966A-84660004B60E}"/>
              </a:ext>
            </a:extLst>
          </p:cNvPr>
          <p:cNvSpPr/>
          <p:nvPr/>
        </p:nvSpPr>
        <p:spPr>
          <a:xfrm>
            <a:off x="8371549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08E106-C0C2-07E6-3641-76FBE1A41C57}"/>
              </a:ext>
            </a:extLst>
          </p:cNvPr>
          <p:cNvSpPr/>
          <p:nvPr/>
        </p:nvSpPr>
        <p:spPr>
          <a:xfrm>
            <a:off x="9246908" y="698005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E630564-82AF-5104-2771-51BBEE962027}"/>
              </a:ext>
            </a:extLst>
          </p:cNvPr>
          <p:cNvSpPr/>
          <p:nvPr/>
        </p:nvSpPr>
        <p:spPr>
          <a:xfrm>
            <a:off x="2355214" y="778456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5C32101-43C7-483C-5E36-D2AF73762CD2}"/>
              </a:ext>
            </a:extLst>
          </p:cNvPr>
          <p:cNvSpPr/>
          <p:nvPr/>
        </p:nvSpPr>
        <p:spPr>
          <a:xfrm>
            <a:off x="3231135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E943DEA-711E-E398-988A-A51CB8363581}"/>
              </a:ext>
            </a:extLst>
          </p:cNvPr>
          <p:cNvSpPr/>
          <p:nvPr/>
        </p:nvSpPr>
        <p:spPr>
          <a:xfrm>
            <a:off x="4925421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93D1C5-842D-9926-8D81-9B95AC5E69B6}"/>
              </a:ext>
            </a:extLst>
          </p:cNvPr>
          <p:cNvSpPr/>
          <p:nvPr/>
        </p:nvSpPr>
        <p:spPr>
          <a:xfrm>
            <a:off x="4078278" y="779537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6BCFC12-1650-2580-C1B8-D29AC385335D}"/>
              </a:ext>
            </a:extLst>
          </p:cNvPr>
          <p:cNvSpPr/>
          <p:nvPr/>
        </p:nvSpPr>
        <p:spPr>
          <a:xfrm>
            <a:off x="5772564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8DF43C-60A5-1EBF-DBD0-2005EA53B9B8}"/>
              </a:ext>
            </a:extLst>
          </p:cNvPr>
          <p:cNvSpPr/>
          <p:nvPr/>
        </p:nvSpPr>
        <p:spPr>
          <a:xfrm>
            <a:off x="6619707" y="778456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E91A9A8-6FFF-5060-FEF9-3A8553FA97E3}"/>
              </a:ext>
            </a:extLst>
          </p:cNvPr>
          <p:cNvSpPr/>
          <p:nvPr/>
        </p:nvSpPr>
        <p:spPr>
          <a:xfrm>
            <a:off x="7495628" y="7795377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957E8A7-05F1-3949-C966-DE4145F71181}"/>
              </a:ext>
            </a:extLst>
          </p:cNvPr>
          <p:cNvSpPr/>
          <p:nvPr/>
        </p:nvSpPr>
        <p:spPr>
          <a:xfrm>
            <a:off x="8371549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08A1482-9E15-980E-C6E0-EC557C9351C2}"/>
              </a:ext>
            </a:extLst>
          </p:cNvPr>
          <p:cNvSpPr/>
          <p:nvPr/>
        </p:nvSpPr>
        <p:spPr>
          <a:xfrm>
            <a:off x="9246908" y="779537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281362-08CD-B36B-B7D0-40AEA1324F2E}"/>
              </a:ext>
            </a:extLst>
          </p:cNvPr>
          <p:cNvSpPr/>
          <p:nvPr/>
        </p:nvSpPr>
        <p:spPr>
          <a:xfrm>
            <a:off x="2355214" y="859988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FE3F8EA-3CF5-98E5-0D09-5C133F80D55C}"/>
              </a:ext>
            </a:extLst>
          </p:cNvPr>
          <p:cNvSpPr/>
          <p:nvPr/>
        </p:nvSpPr>
        <p:spPr>
          <a:xfrm>
            <a:off x="3231135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8DACFA7-5616-AEF8-CB6F-FD24CAF22FA1}"/>
              </a:ext>
            </a:extLst>
          </p:cNvPr>
          <p:cNvSpPr/>
          <p:nvPr/>
        </p:nvSpPr>
        <p:spPr>
          <a:xfrm>
            <a:off x="4925421" y="861069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506DE92-C070-159E-9E2B-5BF7C9E0469C}"/>
              </a:ext>
            </a:extLst>
          </p:cNvPr>
          <p:cNvSpPr/>
          <p:nvPr/>
        </p:nvSpPr>
        <p:spPr>
          <a:xfrm>
            <a:off x="4078278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8043443-ECF5-9540-FDCA-995B7436B478}"/>
              </a:ext>
            </a:extLst>
          </p:cNvPr>
          <p:cNvSpPr/>
          <p:nvPr/>
        </p:nvSpPr>
        <p:spPr>
          <a:xfrm>
            <a:off x="5772564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0068A4-2480-AAD3-FFA6-41FA6E942F9A}"/>
              </a:ext>
            </a:extLst>
          </p:cNvPr>
          <p:cNvSpPr/>
          <p:nvPr/>
        </p:nvSpPr>
        <p:spPr>
          <a:xfrm>
            <a:off x="6619707" y="859988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9F2877-7019-5CA2-C23B-8C032AEE1555}"/>
              </a:ext>
            </a:extLst>
          </p:cNvPr>
          <p:cNvSpPr/>
          <p:nvPr/>
        </p:nvSpPr>
        <p:spPr>
          <a:xfrm>
            <a:off x="7495628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4C7803B-E64D-29A0-4BC9-8450DB942932}"/>
              </a:ext>
            </a:extLst>
          </p:cNvPr>
          <p:cNvSpPr/>
          <p:nvPr/>
        </p:nvSpPr>
        <p:spPr>
          <a:xfrm>
            <a:off x="8371549" y="8610697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65445C5-0DC8-6C2A-1C0B-8C9A603A27C7}"/>
              </a:ext>
            </a:extLst>
          </p:cNvPr>
          <p:cNvSpPr/>
          <p:nvPr/>
        </p:nvSpPr>
        <p:spPr>
          <a:xfrm>
            <a:off x="9246908" y="861069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5345D26-67EB-440B-0B83-B377BBFE9AD8}"/>
              </a:ext>
            </a:extLst>
          </p:cNvPr>
          <p:cNvSpPr/>
          <p:nvPr/>
        </p:nvSpPr>
        <p:spPr>
          <a:xfrm>
            <a:off x="2355214" y="941520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8D5E909-C992-0A33-E1AE-ABB7AB63974D}"/>
              </a:ext>
            </a:extLst>
          </p:cNvPr>
          <p:cNvSpPr/>
          <p:nvPr/>
        </p:nvSpPr>
        <p:spPr>
          <a:xfrm>
            <a:off x="3231135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419CF71-49DA-41D5-F1EA-624CB80C7C20}"/>
              </a:ext>
            </a:extLst>
          </p:cNvPr>
          <p:cNvSpPr/>
          <p:nvPr/>
        </p:nvSpPr>
        <p:spPr>
          <a:xfrm>
            <a:off x="4925421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A86360B-86C2-CAD4-505C-BF5F88CE8D9F}"/>
              </a:ext>
            </a:extLst>
          </p:cNvPr>
          <p:cNvSpPr/>
          <p:nvPr/>
        </p:nvSpPr>
        <p:spPr>
          <a:xfrm>
            <a:off x="4078278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EFD73B3-06C9-931E-7B2E-83CF698C6235}"/>
              </a:ext>
            </a:extLst>
          </p:cNvPr>
          <p:cNvSpPr/>
          <p:nvPr/>
        </p:nvSpPr>
        <p:spPr>
          <a:xfrm>
            <a:off x="5772564" y="942601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92A68DC-6F3D-2837-E5B5-CD8CD726E9D1}"/>
              </a:ext>
            </a:extLst>
          </p:cNvPr>
          <p:cNvSpPr/>
          <p:nvPr/>
        </p:nvSpPr>
        <p:spPr>
          <a:xfrm>
            <a:off x="6619707" y="9415204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AA1BF34-F699-6749-E975-01E062195B27}"/>
              </a:ext>
            </a:extLst>
          </p:cNvPr>
          <p:cNvSpPr/>
          <p:nvPr/>
        </p:nvSpPr>
        <p:spPr>
          <a:xfrm>
            <a:off x="7495628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774B4C3-9B1A-5646-9264-D61031A735B3}"/>
              </a:ext>
            </a:extLst>
          </p:cNvPr>
          <p:cNvSpPr/>
          <p:nvPr/>
        </p:nvSpPr>
        <p:spPr>
          <a:xfrm>
            <a:off x="8371549" y="9426017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FCB63E7-ED97-E346-81F8-8AB01479F291}"/>
              </a:ext>
            </a:extLst>
          </p:cNvPr>
          <p:cNvSpPr/>
          <p:nvPr/>
        </p:nvSpPr>
        <p:spPr>
          <a:xfrm>
            <a:off x="9246908" y="9426017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30D6BAE-742D-8E0C-FD60-9013C8D02A3A}"/>
              </a:ext>
            </a:extLst>
          </p:cNvPr>
          <p:cNvSpPr/>
          <p:nvPr/>
        </p:nvSpPr>
        <p:spPr>
          <a:xfrm>
            <a:off x="2355214" y="10230524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4492813-C8BE-C528-8901-3AC1147CCC53}"/>
              </a:ext>
            </a:extLst>
          </p:cNvPr>
          <p:cNvSpPr/>
          <p:nvPr/>
        </p:nvSpPr>
        <p:spPr>
          <a:xfrm>
            <a:off x="3231135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0FA8A15-DEB8-7C77-9A58-B1CF76725115}"/>
              </a:ext>
            </a:extLst>
          </p:cNvPr>
          <p:cNvSpPr/>
          <p:nvPr/>
        </p:nvSpPr>
        <p:spPr>
          <a:xfrm>
            <a:off x="4925421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64BE207-9DAE-AFBE-1B90-1D4CBB99087B}"/>
              </a:ext>
            </a:extLst>
          </p:cNvPr>
          <p:cNvSpPr/>
          <p:nvPr/>
        </p:nvSpPr>
        <p:spPr>
          <a:xfrm>
            <a:off x="4078278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2BA843A-0538-A996-23C6-7885BA9190A0}"/>
              </a:ext>
            </a:extLst>
          </p:cNvPr>
          <p:cNvSpPr/>
          <p:nvPr/>
        </p:nvSpPr>
        <p:spPr>
          <a:xfrm>
            <a:off x="5772564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604543E-310D-F7B9-3B3B-D8E23FB0CA7D}"/>
              </a:ext>
            </a:extLst>
          </p:cNvPr>
          <p:cNvSpPr/>
          <p:nvPr/>
        </p:nvSpPr>
        <p:spPr>
          <a:xfrm>
            <a:off x="6619707" y="10230524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DF4B4D2-54AE-DBAF-5563-81C1B99EA413}"/>
              </a:ext>
            </a:extLst>
          </p:cNvPr>
          <p:cNvSpPr/>
          <p:nvPr/>
        </p:nvSpPr>
        <p:spPr>
          <a:xfrm>
            <a:off x="7495628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D650349-3B29-1394-CF47-868E93423FF8}"/>
              </a:ext>
            </a:extLst>
          </p:cNvPr>
          <p:cNvSpPr/>
          <p:nvPr/>
        </p:nvSpPr>
        <p:spPr>
          <a:xfrm>
            <a:off x="8371549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F59FC4D-9C54-0F20-3AE3-6C02EFE18880}"/>
              </a:ext>
            </a:extLst>
          </p:cNvPr>
          <p:cNvSpPr/>
          <p:nvPr/>
        </p:nvSpPr>
        <p:spPr>
          <a:xfrm>
            <a:off x="9246908" y="10241337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C3CF9-9DF1-09D2-F4B0-9551F260C0E5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CBECF-F39A-778F-B944-14F270A980A2}"/>
              </a:ext>
            </a:extLst>
          </p:cNvPr>
          <p:cNvSpPr txBox="1"/>
          <p:nvPr/>
        </p:nvSpPr>
        <p:spPr>
          <a:xfrm>
            <a:off x="609600" y="4794905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We compare element 0 and element 4</a:t>
            </a:r>
            <a:endParaRPr lang="en-US" sz="2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229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434AA-C4B1-43A9-A1D0-4F2AEADFF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B5BF2F-1AD5-5D3A-B19B-BAFAFF703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420C22-C558-8D9B-FA1E-CC0EA601B6D9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030E62-7CD8-21E1-E81A-A157AFCA2312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A9A641-E237-BACB-BA6F-71AC69F3FECF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D46ABB-1ED3-434F-39E1-E9A0270A55B1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209AE6-6171-B0EE-1006-13AC5293C6EC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B7DC9-63FF-1260-051C-838ADF92A4C2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96FB78-396A-0F23-741C-0092BB39A645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D0C69-978B-031C-2C15-79CFCB0C488D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95ABC-4C38-3740-1DAA-A90F3B2933BE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DEA072-BFF0-5D57-6EC3-30569EB83EAF}"/>
              </a:ext>
            </a:extLst>
          </p:cNvPr>
          <p:cNvSpPr/>
          <p:nvPr/>
        </p:nvSpPr>
        <p:spPr>
          <a:xfrm>
            <a:off x="2355214" y="226992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2873CF-0074-0F98-1125-D4EFFB1DAB93}"/>
              </a:ext>
            </a:extLst>
          </p:cNvPr>
          <p:cNvSpPr/>
          <p:nvPr/>
        </p:nvSpPr>
        <p:spPr>
          <a:xfrm>
            <a:off x="3231135" y="228073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163374-E8F8-6E64-1EA4-77260F58D1DC}"/>
              </a:ext>
            </a:extLst>
          </p:cNvPr>
          <p:cNvSpPr/>
          <p:nvPr/>
        </p:nvSpPr>
        <p:spPr>
          <a:xfrm>
            <a:off x="4925421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46CF9E9-682E-8899-C3E0-9283E64BB5FF}"/>
              </a:ext>
            </a:extLst>
          </p:cNvPr>
          <p:cNvSpPr/>
          <p:nvPr/>
        </p:nvSpPr>
        <p:spPr>
          <a:xfrm>
            <a:off x="407827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46EBFC-C278-76EA-BE37-2BE173971A81}"/>
              </a:ext>
            </a:extLst>
          </p:cNvPr>
          <p:cNvSpPr/>
          <p:nvPr/>
        </p:nvSpPr>
        <p:spPr>
          <a:xfrm>
            <a:off x="5772564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9507DD-E1D1-DAD6-E4E2-F3B0FA412BCD}"/>
              </a:ext>
            </a:extLst>
          </p:cNvPr>
          <p:cNvSpPr/>
          <p:nvPr/>
        </p:nvSpPr>
        <p:spPr>
          <a:xfrm>
            <a:off x="6619707" y="2269923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6E5989-F223-59AA-2A9E-EDC8E878F629}"/>
              </a:ext>
            </a:extLst>
          </p:cNvPr>
          <p:cNvSpPr/>
          <p:nvPr/>
        </p:nvSpPr>
        <p:spPr>
          <a:xfrm>
            <a:off x="749562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BE60BA7-5B51-E8F0-7020-C4712AB0588B}"/>
              </a:ext>
            </a:extLst>
          </p:cNvPr>
          <p:cNvSpPr/>
          <p:nvPr/>
        </p:nvSpPr>
        <p:spPr>
          <a:xfrm>
            <a:off x="8371549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2ABFA19-BAE0-D2A6-F36E-B0F00B13210C}"/>
              </a:ext>
            </a:extLst>
          </p:cNvPr>
          <p:cNvSpPr/>
          <p:nvPr/>
        </p:nvSpPr>
        <p:spPr>
          <a:xfrm>
            <a:off x="924690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5C2885-A506-2E8D-C28E-F808054159AA}"/>
              </a:ext>
            </a:extLst>
          </p:cNvPr>
          <p:cNvSpPr/>
          <p:nvPr/>
        </p:nvSpPr>
        <p:spPr>
          <a:xfrm>
            <a:off x="2355214" y="69743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336E2A-3C45-A68C-AC33-6250E446E5F6}"/>
              </a:ext>
            </a:extLst>
          </p:cNvPr>
          <p:cNvSpPr/>
          <p:nvPr/>
        </p:nvSpPr>
        <p:spPr>
          <a:xfrm>
            <a:off x="3231135" y="698514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EC707C-4834-9733-8B6B-B01A9213EDB1}"/>
              </a:ext>
            </a:extLst>
          </p:cNvPr>
          <p:cNvSpPr/>
          <p:nvPr/>
        </p:nvSpPr>
        <p:spPr>
          <a:xfrm>
            <a:off x="4925421" y="698514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0317AD-D2AC-A01D-9FA3-F99EC97E2C58}"/>
              </a:ext>
            </a:extLst>
          </p:cNvPr>
          <p:cNvSpPr/>
          <p:nvPr/>
        </p:nvSpPr>
        <p:spPr>
          <a:xfrm>
            <a:off x="4078278" y="698514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BF8FCA-78F8-9EBC-B634-C03AB634C32C}"/>
              </a:ext>
            </a:extLst>
          </p:cNvPr>
          <p:cNvSpPr/>
          <p:nvPr/>
        </p:nvSpPr>
        <p:spPr>
          <a:xfrm>
            <a:off x="5772564" y="698514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228CC9F-A424-61BF-A525-7DC633ADD0F7}"/>
              </a:ext>
            </a:extLst>
          </p:cNvPr>
          <p:cNvSpPr/>
          <p:nvPr/>
        </p:nvSpPr>
        <p:spPr>
          <a:xfrm>
            <a:off x="6619707" y="69743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275CE94-0AD1-7E10-52E5-216DA456EBD6}"/>
              </a:ext>
            </a:extLst>
          </p:cNvPr>
          <p:cNvSpPr/>
          <p:nvPr/>
        </p:nvSpPr>
        <p:spPr>
          <a:xfrm>
            <a:off x="7495628" y="698514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48F005D-A1E5-C7E8-00B1-26866BC428E2}"/>
              </a:ext>
            </a:extLst>
          </p:cNvPr>
          <p:cNvSpPr/>
          <p:nvPr/>
        </p:nvSpPr>
        <p:spPr>
          <a:xfrm>
            <a:off x="8371549" y="698514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A305C43-507C-8218-60FE-7F6B4B1D39CA}"/>
              </a:ext>
            </a:extLst>
          </p:cNvPr>
          <p:cNvSpPr/>
          <p:nvPr/>
        </p:nvSpPr>
        <p:spPr>
          <a:xfrm>
            <a:off x="9246908" y="698514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E20237F-DB7F-C1FD-39BC-459D090AEA3B}"/>
              </a:ext>
            </a:extLst>
          </p:cNvPr>
          <p:cNvSpPr/>
          <p:nvPr/>
        </p:nvSpPr>
        <p:spPr>
          <a:xfrm>
            <a:off x="2355214" y="77896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BCB72D9-BD0E-B59D-A075-BF75B8D7D682}"/>
              </a:ext>
            </a:extLst>
          </p:cNvPr>
          <p:cNvSpPr/>
          <p:nvPr/>
        </p:nvSpPr>
        <p:spPr>
          <a:xfrm>
            <a:off x="3231135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DDCABBA-1971-78FE-4E1D-1A0935F17D65}"/>
              </a:ext>
            </a:extLst>
          </p:cNvPr>
          <p:cNvSpPr/>
          <p:nvPr/>
        </p:nvSpPr>
        <p:spPr>
          <a:xfrm>
            <a:off x="4925421" y="780046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CB65AE4-8877-F872-828C-E58B4CA5C4F3}"/>
              </a:ext>
            </a:extLst>
          </p:cNvPr>
          <p:cNvSpPr/>
          <p:nvPr/>
        </p:nvSpPr>
        <p:spPr>
          <a:xfrm>
            <a:off x="4078278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F9ABCDD-82F1-D43F-DBCD-4E4E44A970C9}"/>
              </a:ext>
            </a:extLst>
          </p:cNvPr>
          <p:cNvSpPr/>
          <p:nvPr/>
        </p:nvSpPr>
        <p:spPr>
          <a:xfrm>
            <a:off x="5772564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F6AD8B-1920-AC22-4CC8-8BAF5AB8EFFD}"/>
              </a:ext>
            </a:extLst>
          </p:cNvPr>
          <p:cNvSpPr/>
          <p:nvPr/>
        </p:nvSpPr>
        <p:spPr>
          <a:xfrm>
            <a:off x="6619707" y="77896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7EDB52-1781-E599-A43E-0D1E97F3D507}"/>
              </a:ext>
            </a:extLst>
          </p:cNvPr>
          <p:cNvSpPr/>
          <p:nvPr/>
        </p:nvSpPr>
        <p:spPr>
          <a:xfrm>
            <a:off x="7495628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2590A0-745B-F576-BF10-8AFC2BD60C98}"/>
              </a:ext>
            </a:extLst>
          </p:cNvPr>
          <p:cNvSpPr/>
          <p:nvPr/>
        </p:nvSpPr>
        <p:spPr>
          <a:xfrm>
            <a:off x="8371549" y="780046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50DE499-FD87-E611-5437-EBC8842319D9}"/>
              </a:ext>
            </a:extLst>
          </p:cNvPr>
          <p:cNvSpPr/>
          <p:nvPr/>
        </p:nvSpPr>
        <p:spPr>
          <a:xfrm>
            <a:off x="9246908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4876DFF-7526-833A-246F-2E92D1020276}"/>
              </a:ext>
            </a:extLst>
          </p:cNvPr>
          <p:cNvSpPr/>
          <p:nvPr/>
        </p:nvSpPr>
        <p:spPr>
          <a:xfrm>
            <a:off x="2355214" y="86049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A610A9-6B9E-AE55-EA4E-1428C23BB25B}"/>
              </a:ext>
            </a:extLst>
          </p:cNvPr>
          <p:cNvSpPr/>
          <p:nvPr/>
        </p:nvSpPr>
        <p:spPr>
          <a:xfrm>
            <a:off x="3231135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05FF243-E981-A161-BC79-7B26CF678201}"/>
              </a:ext>
            </a:extLst>
          </p:cNvPr>
          <p:cNvSpPr/>
          <p:nvPr/>
        </p:nvSpPr>
        <p:spPr>
          <a:xfrm>
            <a:off x="4925421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3D49F71-FEC6-2EDC-8366-53DAAB91207B}"/>
              </a:ext>
            </a:extLst>
          </p:cNvPr>
          <p:cNvSpPr/>
          <p:nvPr/>
        </p:nvSpPr>
        <p:spPr>
          <a:xfrm>
            <a:off x="4078278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45A7B1E-1CC8-089F-64AF-537F4132FA2D}"/>
              </a:ext>
            </a:extLst>
          </p:cNvPr>
          <p:cNvSpPr/>
          <p:nvPr/>
        </p:nvSpPr>
        <p:spPr>
          <a:xfrm>
            <a:off x="5772564" y="861578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C7A7AAC-B9C8-601F-1C7E-5ED828B10642}"/>
              </a:ext>
            </a:extLst>
          </p:cNvPr>
          <p:cNvSpPr/>
          <p:nvPr/>
        </p:nvSpPr>
        <p:spPr>
          <a:xfrm>
            <a:off x="6619707" y="86049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7BB2F32-600C-15CF-EEE5-F5CD4A6BB5AC}"/>
              </a:ext>
            </a:extLst>
          </p:cNvPr>
          <p:cNvSpPr/>
          <p:nvPr/>
        </p:nvSpPr>
        <p:spPr>
          <a:xfrm>
            <a:off x="7495628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5DBA3E5-B586-4BE9-4DFA-5479E115085A}"/>
              </a:ext>
            </a:extLst>
          </p:cNvPr>
          <p:cNvSpPr/>
          <p:nvPr/>
        </p:nvSpPr>
        <p:spPr>
          <a:xfrm>
            <a:off x="8371549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298680-EBCF-48A8-83E2-5F312C41DD5B}"/>
              </a:ext>
            </a:extLst>
          </p:cNvPr>
          <p:cNvSpPr/>
          <p:nvPr/>
        </p:nvSpPr>
        <p:spPr>
          <a:xfrm>
            <a:off x="9246908" y="861578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2A9EDF0-C2C7-A1B6-7178-ED38B9D0150F}"/>
              </a:ext>
            </a:extLst>
          </p:cNvPr>
          <p:cNvSpPr/>
          <p:nvPr/>
        </p:nvSpPr>
        <p:spPr>
          <a:xfrm>
            <a:off x="2355214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9C1DCF9-0DAA-BE00-0D0E-369C6AB62037}"/>
              </a:ext>
            </a:extLst>
          </p:cNvPr>
          <p:cNvSpPr/>
          <p:nvPr/>
        </p:nvSpPr>
        <p:spPr>
          <a:xfrm>
            <a:off x="3231135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2A7813A-4D31-2B0D-52A5-BEAA5ED16835}"/>
              </a:ext>
            </a:extLst>
          </p:cNvPr>
          <p:cNvSpPr/>
          <p:nvPr/>
        </p:nvSpPr>
        <p:spPr>
          <a:xfrm>
            <a:off x="4925421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78FCC-4040-5E04-9F72-20EDCA12F9CE}"/>
              </a:ext>
            </a:extLst>
          </p:cNvPr>
          <p:cNvSpPr/>
          <p:nvPr/>
        </p:nvSpPr>
        <p:spPr>
          <a:xfrm>
            <a:off x="407827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0C09370-DA2B-E242-AA70-CE9B021E2854}"/>
              </a:ext>
            </a:extLst>
          </p:cNvPr>
          <p:cNvSpPr/>
          <p:nvPr/>
        </p:nvSpPr>
        <p:spPr>
          <a:xfrm>
            <a:off x="5772564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6F09F5A-752C-6482-7F18-D955EA4F2506}"/>
              </a:ext>
            </a:extLst>
          </p:cNvPr>
          <p:cNvSpPr/>
          <p:nvPr/>
        </p:nvSpPr>
        <p:spPr>
          <a:xfrm>
            <a:off x="6619707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1967698-FC92-B785-F26F-BF0EF3BED283}"/>
              </a:ext>
            </a:extLst>
          </p:cNvPr>
          <p:cNvSpPr/>
          <p:nvPr/>
        </p:nvSpPr>
        <p:spPr>
          <a:xfrm>
            <a:off x="749562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C69EE91-4E2F-F276-4B80-92FBC3AED53F}"/>
              </a:ext>
            </a:extLst>
          </p:cNvPr>
          <p:cNvSpPr/>
          <p:nvPr/>
        </p:nvSpPr>
        <p:spPr>
          <a:xfrm>
            <a:off x="8371549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2455CB3-9ED1-961E-2BA1-EF31631D9B2B}"/>
              </a:ext>
            </a:extLst>
          </p:cNvPr>
          <p:cNvSpPr/>
          <p:nvPr/>
        </p:nvSpPr>
        <p:spPr>
          <a:xfrm>
            <a:off x="924690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28CBA-6DD1-081F-3967-5690FAF193CB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8B37F-95C4-6F68-2804-899F5B70BBE4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53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54B52-9D89-F813-5EE5-528F2B2DC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F9AE9D-82A0-E1F1-2975-E84DA363A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D71050-3CCF-AAE4-5D16-2CF92FD30BA6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A9E93D-5315-7B09-C566-8C5CC4868FEE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95D83D-44BE-53C9-50B2-C4D70B7C74D1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949E0-7B9C-F240-2F26-72C1D39DBEA9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B517D-648C-A551-ECD9-1B46BBA615CE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8886E8-3AFF-623E-2B59-3923F30CCE4A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13D5D-9F85-5092-7851-C9222ACD57BD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9182F8-951A-C25E-AD01-3AAEAD9BE818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EF19C-1072-5ADF-6586-5FEAF12115D8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F81B0EE-5092-C992-C70A-4906D7744750}"/>
              </a:ext>
            </a:extLst>
          </p:cNvPr>
          <p:cNvSpPr/>
          <p:nvPr/>
        </p:nvSpPr>
        <p:spPr>
          <a:xfrm>
            <a:off x="2355214" y="226992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71034-377F-7397-22A6-DB82D1020470}"/>
              </a:ext>
            </a:extLst>
          </p:cNvPr>
          <p:cNvSpPr/>
          <p:nvPr/>
        </p:nvSpPr>
        <p:spPr>
          <a:xfrm>
            <a:off x="3231135" y="2280736"/>
            <a:ext cx="720000" cy="720000"/>
          </a:xfrm>
          <a:prstGeom prst="rect">
            <a:avLst/>
          </a:prstGeom>
          <a:solidFill>
            <a:srgbClr val="92D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51D3-D0F3-3527-D97A-864B082A1435}"/>
              </a:ext>
            </a:extLst>
          </p:cNvPr>
          <p:cNvSpPr/>
          <p:nvPr/>
        </p:nvSpPr>
        <p:spPr>
          <a:xfrm>
            <a:off x="4925421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916778-7355-8CD9-48BD-C47D0ACFFD6A}"/>
              </a:ext>
            </a:extLst>
          </p:cNvPr>
          <p:cNvSpPr/>
          <p:nvPr/>
        </p:nvSpPr>
        <p:spPr>
          <a:xfrm>
            <a:off x="407827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DF1F193-EE93-69E4-92FC-000F31085688}"/>
              </a:ext>
            </a:extLst>
          </p:cNvPr>
          <p:cNvSpPr/>
          <p:nvPr/>
        </p:nvSpPr>
        <p:spPr>
          <a:xfrm>
            <a:off x="5772564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E65A0EA-8B08-E2F3-23D7-3F849842BAF8}"/>
              </a:ext>
            </a:extLst>
          </p:cNvPr>
          <p:cNvSpPr/>
          <p:nvPr/>
        </p:nvSpPr>
        <p:spPr>
          <a:xfrm>
            <a:off x="6619707" y="2269923"/>
            <a:ext cx="720000" cy="720000"/>
          </a:xfrm>
          <a:prstGeom prst="rect">
            <a:avLst/>
          </a:prstGeom>
          <a:solidFill>
            <a:srgbClr val="00B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0614CE4-21DC-9AA6-537D-B8F063A0925F}"/>
              </a:ext>
            </a:extLst>
          </p:cNvPr>
          <p:cNvSpPr/>
          <p:nvPr/>
        </p:nvSpPr>
        <p:spPr>
          <a:xfrm>
            <a:off x="749562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A687ACE-4FA5-3AA4-24B1-D6127510335D}"/>
              </a:ext>
            </a:extLst>
          </p:cNvPr>
          <p:cNvSpPr/>
          <p:nvPr/>
        </p:nvSpPr>
        <p:spPr>
          <a:xfrm>
            <a:off x="8371549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DA7401-4E72-FE19-6512-DDEF9CB9ED74}"/>
              </a:ext>
            </a:extLst>
          </p:cNvPr>
          <p:cNvSpPr/>
          <p:nvPr/>
        </p:nvSpPr>
        <p:spPr>
          <a:xfrm>
            <a:off x="924690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B3600BC-BD83-5022-F2B5-D692A8C933DD}"/>
              </a:ext>
            </a:extLst>
          </p:cNvPr>
          <p:cNvSpPr/>
          <p:nvPr/>
        </p:nvSpPr>
        <p:spPr>
          <a:xfrm>
            <a:off x="2355214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39161F-41C2-0F57-CD5C-4FCDF7206E10}"/>
              </a:ext>
            </a:extLst>
          </p:cNvPr>
          <p:cNvSpPr/>
          <p:nvPr/>
        </p:nvSpPr>
        <p:spPr>
          <a:xfrm>
            <a:off x="3231135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03E627-AD36-C29F-ECBB-C4C55C8AA154}"/>
              </a:ext>
            </a:extLst>
          </p:cNvPr>
          <p:cNvSpPr/>
          <p:nvPr/>
        </p:nvSpPr>
        <p:spPr>
          <a:xfrm>
            <a:off x="4925421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2A97EDC-9414-CB37-EBDF-333155BDE8CB}"/>
              </a:ext>
            </a:extLst>
          </p:cNvPr>
          <p:cNvSpPr/>
          <p:nvPr/>
        </p:nvSpPr>
        <p:spPr>
          <a:xfrm>
            <a:off x="4078278" y="309605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0189A5F-3C2F-2F98-3201-402C5D590B6B}"/>
              </a:ext>
            </a:extLst>
          </p:cNvPr>
          <p:cNvSpPr/>
          <p:nvPr/>
        </p:nvSpPr>
        <p:spPr>
          <a:xfrm>
            <a:off x="5772564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71E4B0-C7EA-BD56-81AE-591575EB293C}"/>
              </a:ext>
            </a:extLst>
          </p:cNvPr>
          <p:cNvSpPr/>
          <p:nvPr/>
        </p:nvSpPr>
        <p:spPr>
          <a:xfrm>
            <a:off x="6619707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E9AC3FE-A1E3-BE9B-1FF8-058444F26FD4}"/>
              </a:ext>
            </a:extLst>
          </p:cNvPr>
          <p:cNvSpPr/>
          <p:nvPr/>
        </p:nvSpPr>
        <p:spPr>
          <a:xfrm>
            <a:off x="7495628" y="309605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9176AA0-85B5-8488-FD6E-D39705705B8A}"/>
              </a:ext>
            </a:extLst>
          </p:cNvPr>
          <p:cNvSpPr/>
          <p:nvPr/>
        </p:nvSpPr>
        <p:spPr>
          <a:xfrm>
            <a:off x="8371549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64DEF1-A0C9-66EB-F8E5-2AB14745119F}"/>
              </a:ext>
            </a:extLst>
          </p:cNvPr>
          <p:cNvSpPr/>
          <p:nvPr/>
        </p:nvSpPr>
        <p:spPr>
          <a:xfrm>
            <a:off x="9246908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6F326E-3726-9603-00A4-66F8191D7CB6}"/>
              </a:ext>
            </a:extLst>
          </p:cNvPr>
          <p:cNvSpPr/>
          <p:nvPr/>
        </p:nvSpPr>
        <p:spPr>
          <a:xfrm>
            <a:off x="2355214" y="77896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3FC7350-77DB-B07E-ABAE-5CDF57BD3479}"/>
              </a:ext>
            </a:extLst>
          </p:cNvPr>
          <p:cNvSpPr/>
          <p:nvPr/>
        </p:nvSpPr>
        <p:spPr>
          <a:xfrm>
            <a:off x="3231135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8B4419-FA62-7F61-1D44-574B8C2C60FE}"/>
              </a:ext>
            </a:extLst>
          </p:cNvPr>
          <p:cNvSpPr/>
          <p:nvPr/>
        </p:nvSpPr>
        <p:spPr>
          <a:xfrm>
            <a:off x="4925421" y="780046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020164E-95D4-4E62-C940-1FEC83CB220F}"/>
              </a:ext>
            </a:extLst>
          </p:cNvPr>
          <p:cNvSpPr/>
          <p:nvPr/>
        </p:nvSpPr>
        <p:spPr>
          <a:xfrm>
            <a:off x="4078278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99DEAB6-9731-6A68-6689-C289D1FEEBEE}"/>
              </a:ext>
            </a:extLst>
          </p:cNvPr>
          <p:cNvSpPr/>
          <p:nvPr/>
        </p:nvSpPr>
        <p:spPr>
          <a:xfrm>
            <a:off x="5772564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A9A796F-81E2-8A81-0F43-91DC41F91367}"/>
              </a:ext>
            </a:extLst>
          </p:cNvPr>
          <p:cNvSpPr/>
          <p:nvPr/>
        </p:nvSpPr>
        <p:spPr>
          <a:xfrm>
            <a:off x="6619707" y="77896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4CD7ECB-0228-4B67-1FAA-2572B19A60E1}"/>
              </a:ext>
            </a:extLst>
          </p:cNvPr>
          <p:cNvSpPr/>
          <p:nvPr/>
        </p:nvSpPr>
        <p:spPr>
          <a:xfrm>
            <a:off x="7495628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618DDD4-7D61-34F5-3AE1-784843CD80D7}"/>
              </a:ext>
            </a:extLst>
          </p:cNvPr>
          <p:cNvSpPr/>
          <p:nvPr/>
        </p:nvSpPr>
        <p:spPr>
          <a:xfrm>
            <a:off x="8371549" y="780046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9CABE77-99AD-FF9A-AC33-6DE2DE561009}"/>
              </a:ext>
            </a:extLst>
          </p:cNvPr>
          <p:cNvSpPr/>
          <p:nvPr/>
        </p:nvSpPr>
        <p:spPr>
          <a:xfrm>
            <a:off x="9246908" y="780046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3AC18F4-4CC2-DF83-C869-925A2A5DFDFA}"/>
              </a:ext>
            </a:extLst>
          </p:cNvPr>
          <p:cNvSpPr/>
          <p:nvPr/>
        </p:nvSpPr>
        <p:spPr>
          <a:xfrm>
            <a:off x="2355214" y="86049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5A74AD1-C2A9-7854-643E-B33673E8877E}"/>
              </a:ext>
            </a:extLst>
          </p:cNvPr>
          <p:cNvSpPr/>
          <p:nvPr/>
        </p:nvSpPr>
        <p:spPr>
          <a:xfrm>
            <a:off x="3231135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C1AC949-E437-7288-FD7C-ED45578A92F8}"/>
              </a:ext>
            </a:extLst>
          </p:cNvPr>
          <p:cNvSpPr/>
          <p:nvPr/>
        </p:nvSpPr>
        <p:spPr>
          <a:xfrm>
            <a:off x="4925421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6BEA573-5B8E-ADF1-E86E-D19FD11418C0}"/>
              </a:ext>
            </a:extLst>
          </p:cNvPr>
          <p:cNvSpPr/>
          <p:nvPr/>
        </p:nvSpPr>
        <p:spPr>
          <a:xfrm>
            <a:off x="4078278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CC6FB3-49C5-2B8C-A901-232BC19BFF84}"/>
              </a:ext>
            </a:extLst>
          </p:cNvPr>
          <p:cNvSpPr/>
          <p:nvPr/>
        </p:nvSpPr>
        <p:spPr>
          <a:xfrm>
            <a:off x="5772564" y="861578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F4B5F4A-88E1-9B79-BC4F-9D92281C2CE6}"/>
              </a:ext>
            </a:extLst>
          </p:cNvPr>
          <p:cNvSpPr/>
          <p:nvPr/>
        </p:nvSpPr>
        <p:spPr>
          <a:xfrm>
            <a:off x="6619707" y="86049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C89B815-B829-56E6-00D2-52C8FC706FD0}"/>
              </a:ext>
            </a:extLst>
          </p:cNvPr>
          <p:cNvSpPr/>
          <p:nvPr/>
        </p:nvSpPr>
        <p:spPr>
          <a:xfrm>
            <a:off x="7495628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FC740FE-26A6-2621-2DC0-AF2F99A36B20}"/>
              </a:ext>
            </a:extLst>
          </p:cNvPr>
          <p:cNvSpPr/>
          <p:nvPr/>
        </p:nvSpPr>
        <p:spPr>
          <a:xfrm>
            <a:off x="8371549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14F64C8-E7CE-3462-5A3B-AC1129D13946}"/>
              </a:ext>
            </a:extLst>
          </p:cNvPr>
          <p:cNvSpPr/>
          <p:nvPr/>
        </p:nvSpPr>
        <p:spPr>
          <a:xfrm>
            <a:off x="9246908" y="861578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20D27BE-F958-94CE-3ED9-4553D420811C}"/>
              </a:ext>
            </a:extLst>
          </p:cNvPr>
          <p:cNvSpPr/>
          <p:nvPr/>
        </p:nvSpPr>
        <p:spPr>
          <a:xfrm>
            <a:off x="2355214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C3727B3-98ED-6DA1-013B-4843F587EBBB}"/>
              </a:ext>
            </a:extLst>
          </p:cNvPr>
          <p:cNvSpPr/>
          <p:nvPr/>
        </p:nvSpPr>
        <p:spPr>
          <a:xfrm>
            <a:off x="3231135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F4A39E0-E534-D2EE-63FC-B3808D4F26BC}"/>
              </a:ext>
            </a:extLst>
          </p:cNvPr>
          <p:cNvSpPr/>
          <p:nvPr/>
        </p:nvSpPr>
        <p:spPr>
          <a:xfrm>
            <a:off x="4925421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F218069-2921-CA49-0660-4FC6D8B86FE3}"/>
              </a:ext>
            </a:extLst>
          </p:cNvPr>
          <p:cNvSpPr/>
          <p:nvPr/>
        </p:nvSpPr>
        <p:spPr>
          <a:xfrm>
            <a:off x="407827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07A26BC-E8C2-1419-F8AF-22E6962B10FF}"/>
              </a:ext>
            </a:extLst>
          </p:cNvPr>
          <p:cNvSpPr/>
          <p:nvPr/>
        </p:nvSpPr>
        <p:spPr>
          <a:xfrm>
            <a:off x="5772564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C20E435-11EA-E454-D33A-0D4CE3E7AD19}"/>
              </a:ext>
            </a:extLst>
          </p:cNvPr>
          <p:cNvSpPr/>
          <p:nvPr/>
        </p:nvSpPr>
        <p:spPr>
          <a:xfrm>
            <a:off x="6619707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862C6B7-2B3C-DB53-F4B9-B53508A76684}"/>
              </a:ext>
            </a:extLst>
          </p:cNvPr>
          <p:cNvSpPr/>
          <p:nvPr/>
        </p:nvSpPr>
        <p:spPr>
          <a:xfrm>
            <a:off x="749562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7422B93-8448-7BDB-8BC6-1C2C53D290E6}"/>
              </a:ext>
            </a:extLst>
          </p:cNvPr>
          <p:cNvSpPr/>
          <p:nvPr/>
        </p:nvSpPr>
        <p:spPr>
          <a:xfrm>
            <a:off x="8371549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F7062C4-0C89-2864-9293-0FBE4651F68B}"/>
              </a:ext>
            </a:extLst>
          </p:cNvPr>
          <p:cNvSpPr/>
          <p:nvPr/>
        </p:nvSpPr>
        <p:spPr>
          <a:xfrm>
            <a:off x="924690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861E0-3034-4F2B-37F9-A310CB00F265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0AD2B-E75D-788F-C81E-4684A85F5E06}"/>
              </a:ext>
            </a:extLst>
          </p:cNvPr>
          <p:cNvSpPr txBox="1"/>
          <p:nvPr/>
        </p:nvSpPr>
        <p:spPr>
          <a:xfrm>
            <a:off x="151956" y="2280736"/>
            <a:ext cx="220325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Since 34 is larger than 11, swap them.</a:t>
            </a:r>
            <a:endParaRPr lang="en-PH" sz="25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1AC16-E896-C95B-8D51-2C755C276E98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112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410FE-F112-7B57-0876-FB28D2FB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B45829-0CE3-1C85-7DA3-B5D338CC4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FA6E6-843D-225D-7822-3744BD3908CF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1B365-CA35-4DBD-14C6-24883019E00E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2A07D-A2EE-F0DC-8D0F-65738FADC555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767230-9DDA-54A4-4365-3B33C1D82BC9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A80D1D-12A1-B70B-7B7B-B47938006F6B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A2F258-7522-71A3-91DE-1DE7AB40C3E2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8DFD5-431B-7CF1-5028-5E35F05055B7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73B1-95F2-376C-5BF4-7BE26D1F1929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40F8CF-24A0-C468-E9BC-7893074CE95C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AFE4E1-06DE-F71D-707F-6B5B50C1AC9D}"/>
              </a:ext>
            </a:extLst>
          </p:cNvPr>
          <p:cNvSpPr/>
          <p:nvPr/>
        </p:nvSpPr>
        <p:spPr>
          <a:xfrm>
            <a:off x="2355214" y="226992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CB1C99-C71C-1597-DB8C-983F768B9D82}"/>
              </a:ext>
            </a:extLst>
          </p:cNvPr>
          <p:cNvSpPr/>
          <p:nvPr/>
        </p:nvSpPr>
        <p:spPr>
          <a:xfrm>
            <a:off x="3231135" y="228073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9BADDBF-C404-4D28-A5A5-099BE1DC8A4C}"/>
              </a:ext>
            </a:extLst>
          </p:cNvPr>
          <p:cNvSpPr/>
          <p:nvPr/>
        </p:nvSpPr>
        <p:spPr>
          <a:xfrm>
            <a:off x="4925421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7B644F-79F4-C4A9-C52B-9ED4C78B26BE}"/>
              </a:ext>
            </a:extLst>
          </p:cNvPr>
          <p:cNvSpPr/>
          <p:nvPr/>
        </p:nvSpPr>
        <p:spPr>
          <a:xfrm>
            <a:off x="407827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9690151-0913-8A59-3F54-2506CA054C61}"/>
              </a:ext>
            </a:extLst>
          </p:cNvPr>
          <p:cNvSpPr/>
          <p:nvPr/>
        </p:nvSpPr>
        <p:spPr>
          <a:xfrm>
            <a:off x="5772564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A09498-6A74-D99E-2B6F-8E2169C31A8C}"/>
              </a:ext>
            </a:extLst>
          </p:cNvPr>
          <p:cNvSpPr/>
          <p:nvPr/>
        </p:nvSpPr>
        <p:spPr>
          <a:xfrm>
            <a:off x="6619707" y="2269923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A5E05FA-4CC3-C683-BE16-D712E4DE76CE}"/>
              </a:ext>
            </a:extLst>
          </p:cNvPr>
          <p:cNvSpPr/>
          <p:nvPr/>
        </p:nvSpPr>
        <p:spPr>
          <a:xfrm>
            <a:off x="749562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39DB68A-2D4B-EBF0-AD4D-08B30196493C}"/>
              </a:ext>
            </a:extLst>
          </p:cNvPr>
          <p:cNvSpPr/>
          <p:nvPr/>
        </p:nvSpPr>
        <p:spPr>
          <a:xfrm>
            <a:off x="8371549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55A849C-83D0-FD30-8B90-AEA60DBA5DDE}"/>
              </a:ext>
            </a:extLst>
          </p:cNvPr>
          <p:cNvSpPr/>
          <p:nvPr/>
        </p:nvSpPr>
        <p:spPr>
          <a:xfrm>
            <a:off x="924690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5FB849C-DD9A-2A62-0037-5504AB3B8F01}"/>
              </a:ext>
            </a:extLst>
          </p:cNvPr>
          <p:cNvSpPr/>
          <p:nvPr/>
        </p:nvSpPr>
        <p:spPr>
          <a:xfrm>
            <a:off x="2355214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7B9163A-6328-8AD7-B0F8-578D96A7247C}"/>
              </a:ext>
            </a:extLst>
          </p:cNvPr>
          <p:cNvSpPr/>
          <p:nvPr/>
        </p:nvSpPr>
        <p:spPr>
          <a:xfrm>
            <a:off x="3231135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26574A-1182-A774-2985-670D4152E28A}"/>
              </a:ext>
            </a:extLst>
          </p:cNvPr>
          <p:cNvSpPr/>
          <p:nvPr/>
        </p:nvSpPr>
        <p:spPr>
          <a:xfrm>
            <a:off x="4925421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EBBB569-A788-D816-97AC-54A6E3406285}"/>
              </a:ext>
            </a:extLst>
          </p:cNvPr>
          <p:cNvSpPr/>
          <p:nvPr/>
        </p:nvSpPr>
        <p:spPr>
          <a:xfrm>
            <a:off x="4078278" y="309605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76591D8-78DE-7214-3A09-40D233FDE693}"/>
              </a:ext>
            </a:extLst>
          </p:cNvPr>
          <p:cNvSpPr/>
          <p:nvPr/>
        </p:nvSpPr>
        <p:spPr>
          <a:xfrm>
            <a:off x="5772564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24F3D9D-B7F5-8D62-F35D-70ACED7CD432}"/>
              </a:ext>
            </a:extLst>
          </p:cNvPr>
          <p:cNvSpPr/>
          <p:nvPr/>
        </p:nvSpPr>
        <p:spPr>
          <a:xfrm>
            <a:off x="6619707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2B90AE-FD8D-37D4-8DC1-F9A9E8E9AC48}"/>
              </a:ext>
            </a:extLst>
          </p:cNvPr>
          <p:cNvSpPr/>
          <p:nvPr/>
        </p:nvSpPr>
        <p:spPr>
          <a:xfrm>
            <a:off x="7495628" y="309605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F8FF130-E8CD-2790-5301-9A36A2F66157}"/>
              </a:ext>
            </a:extLst>
          </p:cNvPr>
          <p:cNvSpPr/>
          <p:nvPr/>
        </p:nvSpPr>
        <p:spPr>
          <a:xfrm>
            <a:off x="8371549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BE8B713-27EB-5003-DFCF-F674252A042C}"/>
              </a:ext>
            </a:extLst>
          </p:cNvPr>
          <p:cNvSpPr/>
          <p:nvPr/>
        </p:nvSpPr>
        <p:spPr>
          <a:xfrm>
            <a:off x="9246908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9A9C53D-DB89-A58F-ABF8-DB33391D80FC}"/>
              </a:ext>
            </a:extLst>
          </p:cNvPr>
          <p:cNvSpPr/>
          <p:nvPr/>
        </p:nvSpPr>
        <p:spPr>
          <a:xfrm>
            <a:off x="2355214" y="390056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9B53E83-C92C-1123-42C0-7AA996828ECE}"/>
              </a:ext>
            </a:extLst>
          </p:cNvPr>
          <p:cNvSpPr/>
          <p:nvPr/>
        </p:nvSpPr>
        <p:spPr>
          <a:xfrm>
            <a:off x="3231135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82FF210-2A3B-2BF7-173C-7709DCCDA1C3}"/>
              </a:ext>
            </a:extLst>
          </p:cNvPr>
          <p:cNvSpPr/>
          <p:nvPr/>
        </p:nvSpPr>
        <p:spPr>
          <a:xfrm>
            <a:off x="4925421" y="391137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3FA6730-F0DD-73AD-B37B-124AE6163D7B}"/>
              </a:ext>
            </a:extLst>
          </p:cNvPr>
          <p:cNvSpPr/>
          <p:nvPr/>
        </p:nvSpPr>
        <p:spPr>
          <a:xfrm>
            <a:off x="407827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4DE4B70-8760-1C82-B489-0A821257917C}"/>
              </a:ext>
            </a:extLst>
          </p:cNvPr>
          <p:cNvSpPr/>
          <p:nvPr/>
        </p:nvSpPr>
        <p:spPr>
          <a:xfrm>
            <a:off x="5772564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9FDD57-C180-AE96-B3A8-5EFC56029E4F}"/>
              </a:ext>
            </a:extLst>
          </p:cNvPr>
          <p:cNvSpPr/>
          <p:nvPr/>
        </p:nvSpPr>
        <p:spPr>
          <a:xfrm>
            <a:off x="6619707" y="390056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AFC9C06-36B5-5245-7BBF-36FCCA3B5682}"/>
              </a:ext>
            </a:extLst>
          </p:cNvPr>
          <p:cNvSpPr/>
          <p:nvPr/>
        </p:nvSpPr>
        <p:spPr>
          <a:xfrm>
            <a:off x="749562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5ADD161-FB2A-E184-1D15-2EB0F78C8EAB}"/>
              </a:ext>
            </a:extLst>
          </p:cNvPr>
          <p:cNvSpPr/>
          <p:nvPr/>
        </p:nvSpPr>
        <p:spPr>
          <a:xfrm>
            <a:off x="8371549" y="391137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D7718E5-091C-B286-ED2C-32D686B2124D}"/>
              </a:ext>
            </a:extLst>
          </p:cNvPr>
          <p:cNvSpPr/>
          <p:nvPr/>
        </p:nvSpPr>
        <p:spPr>
          <a:xfrm>
            <a:off x="924690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BFB4FE3-30DE-2D4F-323F-5D55A6A5DE5C}"/>
              </a:ext>
            </a:extLst>
          </p:cNvPr>
          <p:cNvSpPr/>
          <p:nvPr/>
        </p:nvSpPr>
        <p:spPr>
          <a:xfrm>
            <a:off x="2355214" y="86049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3C023FE-70A6-F4E3-B597-239F4A03C8C1}"/>
              </a:ext>
            </a:extLst>
          </p:cNvPr>
          <p:cNvSpPr/>
          <p:nvPr/>
        </p:nvSpPr>
        <p:spPr>
          <a:xfrm>
            <a:off x="3231135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C64CA40-42EF-958E-930A-B8E089C15441}"/>
              </a:ext>
            </a:extLst>
          </p:cNvPr>
          <p:cNvSpPr/>
          <p:nvPr/>
        </p:nvSpPr>
        <p:spPr>
          <a:xfrm>
            <a:off x="4925421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9A68AFA-B993-517E-D1F0-1E2E506ADB9A}"/>
              </a:ext>
            </a:extLst>
          </p:cNvPr>
          <p:cNvSpPr/>
          <p:nvPr/>
        </p:nvSpPr>
        <p:spPr>
          <a:xfrm>
            <a:off x="4078278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26E5C97-B8EB-1BF7-4AB5-E484F04E295D}"/>
              </a:ext>
            </a:extLst>
          </p:cNvPr>
          <p:cNvSpPr/>
          <p:nvPr/>
        </p:nvSpPr>
        <p:spPr>
          <a:xfrm>
            <a:off x="5772564" y="861578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973303E-A5DB-40DF-D9C3-9A1A4068AFC4}"/>
              </a:ext>
            </a:extLst>
          </p:cNvPr>
          <p:cNvSpPr/>
          <p:nvPr/>
        </p:nvSpPr>
        <p:spPr>
          <a:xfrm>
            <a:off x="6619707" y="86049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31FD75C-8C50-5329-4C4D-5D6A459E63B0}"/>
              </a:ext>
            </a:extLst>
          </p:cNvPr>
          <p:cNvSpPr/>
          <p:nvPr/>
        </p:nvSpPr>
        <p:spPr>
          <a:xfrm>
            <a:off x="7495628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9DFDE0D-2259-B8DD-A95B-694175497DE5}"/>
              </a:ext>
            </a:extLst>
          </p:cNvPr>
          <p:cNvSpPr/>
          <p:nvPr/>
        </p:nvSpPr>
        <p:spPr>
          <a:xfrm>
            <a:off x="8371549" y="861578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66C083C-59A5-F2D9-9FA6-FCC754CA2394}"/>
              </a:ext>
            </a:extLst>
          </p:cNvPr>
          <p:cNvSpPr/>
          <p:nvPr/>
        </p:nvSpPr>
        <p:spPr>
          <a:xfrm>
            <a:off x="9246908" y="861578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3E56DF6-48EF-7252-C059-C270D20433F3}"/>
              </a:ext>
            </a:extLst>
          </p:cNvPr>
          <p:cNvSpPr/>
          <p:nvPr/>
        </p:nvSpPr>
        <p:spPr>
          <a:xfrm>
            <a:off x="2355214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FE1E122-3128-E68E-E8A9-E389085F55FF}"/>
              </a:ext>
            </a:extLst>
          </p:cNvPr>
          <p:cNvSpPr/>
          <p:nvPr/>
        </p:nvSpPr>
        <p:spPr>
          <a:xfrm>
            <a:off x="3231135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A91A8AA-A2BE-0547-E0D6-BE42C9EA7704}"/>
              </a:ext>
            </a:extLst>
          </p:cNvPr>
          <p:cNvSpPr/>
          <p:nvPr/>
        </p:nvSpPr>
        <p:spPr>
          <a:xfrm>
            <a:off x="4925421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5A9501B-6CE1-2D6F-5FC6-C2F41E7B8017}"/>
              </a:ext>
            </a:extLst>
          </p:cNvPr>
          <p:cNvSpPr/>
          <p:nvPr/>
        </p:nvSpPr>
        <p:spPr>
          <a:xfrm>
            <a:off x="407827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90B44AD-8961-E753-204B-F07E99AD19C8}"/>
              </a:ext>
            </a:extLst>
          </p:cNvPr>
          <p:cNvSpPr/>
          <p:nvPr/>
        </p:nvSpPr>
        <p:spPr>
          <a:xfrm>
            <a:off x="5772564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8FD7B6E-A4B9-F2E2-8A3C-150023268612}"/>
              </a:ext>
            </a:extLst>
          </p:cNvPr>
          <p:cNvSpPr/>
          <p:nvPr/>
        </p:nvSpPr>
        <p:spPr>
          <a:xfrm>
            <a:off x="6619707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05F510E-D066-9478-7AC0-52B5BAE98F8C}"/>
              </a:ext>
            </a:extLst>
          </p:cNvPr>
          <p:cNvSpPr/>
          <p:nvPr/>
        </p:nvSpPr>
        <p:spPr>
          <a:xfrm>
            <a:off x="749562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9AD8D9A-DE6C-D760-70FC-B776776C64A0}"/>
              </a:ext>
            </a:extLst>
          </p:cNvPr>
          <p:cNvSpPr/>
          <p:nvPr/>
        </p:nvSpPr>
        <p:spPr>
          <a:xfrm>
            <a:off x="8371549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98DF42-59F7-1814-1050-232A58550927}"/>
              </a:ext>
            </a:extLst>
          </p:cNvPr>
          <p:cNvSpPr/>
          <p:nvPr/>
        </p:nvSpPr>
        <p:spPr>
          <a:xfrm>
            <a:off x="924690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113FB-BDD7-D252-3F9A-3E3D842ED572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3006B-879B-E901-D4F5-F027E599DF6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120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CA125-C9EE-1BB3-DCCF-7AFE709A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9EE135-FD46-9B89-2501-62C13B8CC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DED6AC-6F5A-83F8-F7CC-5CB62E8A22FC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E3B40-A9F9-5F67-CC2A-3C27141AAB6B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C4C84B-BAD1-460A-4066-B0BF82BDBB8E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4AEAB8-1284-A2A1-E55F-0B1CAA3D7102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A95E86-C5E7-F8F8-CF66-9E3D98FA8AC5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943C89-B7C0-6845-2C15-729F391951A1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2612E0-3715-69CC-2986-8E1F7D5A15A9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A40D7-21F9-7748-5DE8-82F85F2157CC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8DCAB1-8657-8B9D-D7CC-DE20FF4E6044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76A732-C948-A0E3-A2C3-893074AF788D}"/>
              </a:ext>
            </a:extLst>
          </p:cNvPr>
          <p:cNvSpPr/>
          <p:nvPr/>
        </p:nvSpPr>
        <p:spPr>
          <a:xfrm>
            <a:off x="2355214" y="226992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DB464A2-B3AF-4EA5-0A00-0C2CABDF3C8C}"/>
              </a:ext>
            </a:extLst>
          </p:cNvPr>
          <p:cNvSpPr/>
          <p:nvPr/>
        </p:nvSpPr>
        <p:spPr>
          <a:xfrm>
            <a:off x="3231135" y="228073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E83340B-B873-375E-9A77-F6FB305E7D66}"/>
              </a:ext>
            </a:extLst>
          </p:cNvPr>
          <p:cNvSpPr/>
          <p:nvPr/>
        </p:nvSpPr>
        <p:spPr>
          <a:xfrm>
            <a:off x="4925421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FB9CE9-2CC2-B581-17F6-9ED139A7938D}"/>
              </a:ext>
            </a:extLst>
          </p:cNvPr>
          <p:cNvSpPr/>
          <p:nvPr/>
        </p:nvSpPr>
        <p:spPr>
          <a:xfrm>
            <a:off x="407827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BF612C-CE6B-83E6-0FD0-F6970EB39DD8}"/>
              </a:ext>
            </a:extLst>
          </p:cNvPr>
          <p:cNvSpPr/>
          <p:nvPr/>
        </p:nvSpPr>
        <p:spPr>
          <a:xfrm>
            <a:off x="5772564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41647E4-E68F-0EB2-EFEC-EC451F5D28B3}"/>
              </a:ext>
            </a:extLst>
          </p:cNvPr>
          <p:cNvSpPr/>
          <p:nvPr/>
        </p:nvSpPr>
        <p:spPr>
          <a:xfrm>
            <a:off x="6619707" y="2269923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1677BCB-8433-FD80-AEB6-9820B9D15417}"/>
              </a:ext>
            </a:extLst>
          </p:cNvPr>
          <p:cNvSpPr/>
          <p:nvPr/>
        </p:nvSpPr>
        <p:spPr>
          <a:xfrm>
            <a:off x="749562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307415-7463-A52D-AA49-7DF11E82ED16}"/>
              </a:ext>
            </a:extLst>
          </p:cNvPr>
          <p:cNvSpPr/>
          <p:nvPr/>
        </p:nvSpPr>
        <p:spPr>
          <a:xfrm>
            <a:off x="8371549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71A707B-CE24-3CF0-BB1C-5A078D7BA6C5}"/>
              </a:ext>
            </a:extLst>
          </p:cNvPr>
          <p:cNvSpPr/>
          <p:nvPr/>
        </p:nvSpPr>
        <p:spPr>
          <a:xfrm>
            <a:off x="924690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1CAF32-4D0E-DD77-3F20-84843936FCE4}"/>
              </a:ext>
            </a:extLst>
          </p:cNvPr>
          <p:cNvSpPr/>
          <p:nvPr/>
        </p:nvSpPr>
        <p:spPr>
          <a:xfrm>
            <a:off x="2355214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4C6812B-F9EA-F18D-7633-30019DE1D40C}"/>
              </a:ext>
            </a:extLst>
          </p:cNvPr>
          <p:cNvSpPr/>
          <p:nvPr/>
        </p:nvSpPr>
        <p:spPr>
          <a:xfrm>
            <a:off x="3231135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950BA14-93A0-E5E9-ECC4-CCAC1850361A}"/>
              </a:ext>
            </a:extLst>
          </p:cNvPr>
          <p:cNvSpPr/>
          <p:nvPr/>
        </p:nvSpPr>
        <p:spPr>
          <a:xfrm>
            <a:off x="4925421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D3BB23-4A6B-1D96-2DE7-0A4D680B3BD3}"/>
              </a:ext>
            </a:extLst>
          </p:cNvPr>
          <p:cNvSpPr/>
          <p:nvPr/>
        </p:nvSpPr>
        <p:spPr>
          <a:xfrm>
            <a:off x="4078278" y="309605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BCFCBF2-CF76-5BAB-DFB3-ADEC150A3E62}"/>
              </a:ext>
            </a:extLst>
          </p:cNvPr>
          <p:cNvSpPr/>
          <p:nvPr/>
        </p:nvSpPr>
        <p:spPr>
          <a:xfrm>
            <a:off x="5772564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2337C1-C71D-21E3-117E-94F719B3411D}"/>
              </a:ext>
            </a:extLst>
          </p:cNvPr>
          <p:cNvSpPr/>
          <p:nvPr/>
        </p:nvSpPr>
        <p:spPr>
          <a:xfrm>
            <a:off x="6619707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3529ACC-86EC-C790-77B8-9F3FBD5EE1AE}"/>
              </a:ext>
            </a:extLst>
          </p:cNvPr>
          <p:cNvSpPr/>
          <p:nvPr/>
        </p:nvSpPr>
        <p:spPr>
          <a:xfrm>
            <a:off x="7495628" y="309605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897523E-59E1-9EC4-2115-F73065133BB2}"/>
              </a:ext>
            </a:extLst>
          </p:cNvPr>
          <p:cNvSpPr/>
          <p:nvPr/>
        </p:nvSpPr>
        <p:spPr>
          <a:xfrm>
            <a:off x="8371549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65878F9-8A40-FAF5-88FB-C2846BFE7863}"/>
              </a:ext>
            </a:extLst>
          </p:cNvPr>
          <p:cNvSpPr/>
          <p:nvPr/>
        </p:nvSpPr>
        <p:spPr>
          <a:xfrm>
            <a:off x="9246908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E0D4585-E581-6AC6-F980-4C671D1E4AD3}"/>
              </a:ext>
            </a:extLst>
          </p:cNvPr>
          <p:cNvSpPr/>
          <p:nvPr/>
        </p:nvSpPr>
        <p:spPr>
          <a:xfrm>
            <a:off x="2355214" y="390056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869428A-AAE4-0BD4-4CEB-BEAAA47F1504}"/>
              </a:ext>
            </a:extLst>
          </p:cNvPr>
          <p:cNvSpPr/>
          <p:nvPr/>
        </p:nvSpPr>
        <p:spPr>
          <a:xfrm>
            <a:off x="3231135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C622C8F-751D-B5AC-9251-2F226001A8EC}"/>
              </a:ext>
            </a:extLst>
          </p:cNvPr>
          <p:cNvSpPr/>
          <p:nvPr/>
        </p:nvSpPr>
        <p:spPr>
          <a:xfrm>
            <a:off x="4925421" y="391137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4B7969C-02B9-1727-9861-87153E6C1E0A}"/>
              </a:ext>
            </a:extLst>
          </p:cNvPr>
          <p:cNvSpPr/>
          <p:nvPr/>
        </p:nvSpPr>
        <p:spPr>
          <a:xfrm>
            <a:off x="407827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7D890B-4251-52D7-DD63-F7F238919732}"/>
              </a:ext>
            </a:extLst>
          </p:cNvPr>
          <p:cNvSpPr/>
          <p:nvPr/>
        </p:nvSpPr>
        <p:spPr>
          <a:xfrm>
            <a:off x="5772564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1FE6023-6D1D-AE53-E44C-0D926E414B79}"/>
              </a:ext>
            </a:extLst>
          </p:cNvPr>
          <p:cNvSpPr/>
          <p:nvPr/>
        </p:nvSpPr>
        <p:spPr>
          <a:xfrm>
            <a:off x="6619707" y="390056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E2D22F3-A39A-083F-F98D-0885EB5EF6A3}"/>
              </a:ext>
            </a:extLst>
          </p:cNvPr>
          <p:cNvSpPr/>
          <p:nvPr/>
        </p:nvSpPr>
        <p:spPr>
          <a:xfrm>
            <a:off x="749562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676CAC8-B526-38DE-F039-43435A19614A}"/>
              </a:ext>
            </a:extLst>
          </p:cNvPr>
          <p:cNvSpPr/>
          <p:nvPr/>
        </p:nvSpPr>
        <p:spPr>
          <a:xfrm>
            <a:off x="8371549" y="391137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D8A33B7-3E18-EF36-57F2-1825C570CCD6}"/>
              </a:ext>
            </a:extLst>
          </p:cNvPr>
          <p:cNvSpPr/>
          <p:nvPr/>
        </p:nvSpPr>
        <p:spPr>
          <a:xfrm>
            <a:off x="924690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732E48A-64BE-B980-C1F5-71945BC06A55}"/>
              </a:ext>
            </a:extLst>
          </p:cNvPr>
          <p:cNvSpPr/>
          <p:nvPr/>
        </p:nvSpPr>
        <p:spPr>
          <a:xfrm>
            <a:off x="2355214" y="472669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95669C5-9BFD-023F-0AE7-4569FF076B15}"/>
              </a:ext>
            </a:extLst>
          </p:cNvPr>
          <p:cNvSpPr/>
          <p:nvPr/>
        </p:nvSpPr>
        <p:spPr>
          <a:xfrm>
            <a:off x="3231135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1950F2-E840-DC47-6760-CC9C8F43F87A}"/>
              </a:ext>
            </a:extLst>
          </p:cNvPr>
          <p:cNvSpPr/>
          <p:nvPr/>
        </p:nvSpPr>
        <p:spPr>
          <a:xfrm>
            <a:off x="4925421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A6C5B4-284F-B87B-1B38-4C7A8FFB0D34}"/>
              </a:ext>
            </a:extLst>
          </p:cNvPr>
          <p:cNvSpPr/>
          <p:nvPr/>
        </p:nvSpPr>
        <p:spPr>
          <a:xfrm>
            <a:off x="4078278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8A3D78-F547-7ED8-D567-80138C525BA5}"/>
              </a:ext>
            </a:extLst>
          </p:cNvPr>
          <p:cNvSpPr/>
          <p:nvPr/>
        </p:nvSpPr>
        <p:spPr>
          <a:xfrm>
            <a:off x="5772564" y="47375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D1CE7B3-A76E-F5F6-40A3-F558B0E74671}"/>
              </a:ext>
            </a:extLst>
          </p:cNvPr>
          <p:cNvSpPr/>
          <p:nvPr/>
        </p:nvSpPr>
        <p:spPr>
          <a:xfrm>
            <a:off x="6619707" y="472669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8EDF62-87C5-7DFB-8A22-BAD881E980D2}"/>
              </a:ext>
            </a:extLst>
          </p:cNvPr>
          <p:cNvSpPr/>
          <p:nvPr/>
        </p:nvSpPr>
        <p:spPr>
          <a:xfrm>
            <a:off x="7495628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2E92E18-00DD-9A9F-8CB8-5A164F49429C}"/>
              </a:ext>
            </a:extLst>
          </p:cNvPr>
          <p:cNvSpPr/>
          <p:nvPr/>
        </p:nvSpPr>
        <p:spPr>
          <a:xfrm>
            <a:off x="8371549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063CB38-F882-20A2-C2B9-19A7BEA33768}"/>
              </a:ext>
            </a:extLst>
          </p:cNvPr>
          <p:cNvSpPr/>
          <p:nvPr/>
        </p:nvSpPr>
        <p:spPr>
          <a:xfrm>
            <a:off x="9246908" y="473750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E03F4F9-EB9A-250A-6A54-FA440032FFC9}"/>
              </a:ext>
            </a:extLst>
          </p:cNvPr>
          <p:cNvSpPr/>
          <p:nvPr/>
        </p:nvSpPr>
        <p:spPr>
          <a:xfrm>
            <a:off x="2355214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B6A8052-28B3-549B-7526-B9C55501519B}"/>
              </a:ext>
            </a:extLst>
          </p:cNvPr>
          <p:cNvSpPr/>
          <p:nvPr/>
        </p:nvSpPr>
        <p:spPr>
          <a:xfrm>
            <a:off x="3231135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34F9AB6-BC1F-286E-1F5C-AAC572168AF0}"/>
              </a:ext>
            </a:extLst>
          </p:cNvPr>
          <p:cNvSpPr/>
          <p:nvPr/>
        </p:nvSpPr>
        <p:spPr>
          <a:xfrm>
            <a:off x="4925421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8B81554-5719-D976-4376-A2CA3A6F0E34}"/>
              </a:ext>
            </a:extLst>
          </p:cNvPr>
          <p:cNvSpPr/>
          <p:nvPr/>
        </p:nvSpPr>
        <p:spPr>
          <a:xfrm>
            <a:off x="407827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A4D7255-7FA6-58FF-342D-C121EB30F093}"/>
              </a:ext>
            </a:extLst>
          </p:cNvPr>
          <p:cNvSpPr/>
          <p:nvPr/>
        </p:nvSpPr>
        <p:spPr>
          <a:xfrm>
            <a:off x="5772564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0557DE9-1C97-AF8C-C841-AD3A1A51AE0E}"/>
              </a:ext>
            </a:extLst>
          </p:cNvPr>
          <p:cNvSpPr/>
          <p:nvPr/>
        </p:nvSpPr>
        <p:spPr>
          <a:xfrm>
            <a:off x="6619707" y="942029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DCC5813-CC6E-CAE7-2A2B-A0EE6FBFEF12}"/>
              </a:ext>
            </a:extLst>
          </p:cNvPr>
          <p:cNvSpPr/>
          <p:nvPr/>
        </p:nvSpPr>
        <p:spPr>
          <a:xfrm>
            <a:off x="749562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5B05478-44EC-ADA8-6690-AB4CB7739BA6}"/>
              </a:ext>
            </a:extLst>
          </p:cNvPr>
          <p:cNvSpPr/>
          <p:nvPr/>
        </p:nvSpPr>
        <p:spPr>
          <a:xfrm>
            <a:off x="8371549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4C4B79E-C443-785F-22EF-81D92BFC50EC}"/>
              </a:ext>
            </a:extLst>
          </p:cNvPr>
          <p:cNvSpPr/>
          <p:nvPr/>
        </p:nvSpPr>
        <p:spPr>
          <a:xfrm>
            <a:off x="9246908" y="94311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562E7-536E-A8D0-95A2-AE8D9FB0D698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408BE-9C8C-5443-5B07-29508653C51F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791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225F8-D4A9-CF3E-EAD2-D8485914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8A528C-31A4-C8EA-DB09-01157BCE5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BA76AA-7265-44DD-3003-50C6FE984442}"/>
              </a:ext>
            </a:extLst>
          </p:cNvPr>
          <p:cNvSpPr/>
          <p:nvPr/>
        </p:nvSpPr>
        <p:spPr>
          <a:xfrm>
            <a:off x="2355214" y="1454603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77FEDD-ACD1-0C8F-0FE6-77FAF5036891}"/>
              </a:ext>
            </a:extLst>
          </p:cNvPr>
          <p:cNvSpPr/>
          <p:nvPr/>
        </p:nvSpPr>
        <p:spPr>
          <a:xfrm>
            <a:off x="3231135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A82F-3781-00CE-FBC2-F2322C478683}"/>
              </a:ext>
            </a:extLst>
          </p:cNvPr>
          <p:cNvSpPr/>
          <p:nvPr/>
        </p:nvSpPr>
        <p:spPr>
          <a:xfrm>
            <a:off x="4925421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29C581-FD89-CEA7-3FDB-CF62B44D69BA}"/>
              </a:ext>
            </a:extLst>
          </p:cNvPr>
          <p:cNvSpPr/>
          <p:nvPr/>
        </p:nvSpPr>
        <p:spPr>
          <a:xfrm>
            <a:off x="407827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278EF0-5BC2-DE2A-37CA-EB1DE68FBD92}"/>
              </a:ext>
            </a:extLst>
          </p:cNvPr>
          <p:cNvSpPr/>
          <p:nvPr/>
        </p:nvSpPr>
        <p:spPr>
          <a:xfrm>
            <a:off x="5772564" y="146541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1152E7-FD6F-2265-87E9-AA96E0664547}"/>
              </a:ext>
            </a:extLst>
          </p:cNvPr>
          <p:cNvSpPr/>
          <p:nvPr/>
        </p:nvSpPr>
        <p:spPr>
          <a:xfrm>
            <a:off x="6619707" y="145460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6BABB-8446-D17B-19D6-452D4639881B}"/>
              </a:ext>
            </a:extLst>
          </p:cNvPr>
          <p:cNvSpPr/>
          <p:nvPr/>
        </p:nvSpPr>
        <p:spPr>
          <a:xfrm>
            <a:off x="749562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22F3AA-C536-05D4-F300-39481A8AF283}"/>
              </a:ext>
            </a:extLst>
          </p:cNvPr>
          <p:cNvSpPr/>
          <p:nvPr/>
        </p:nvSpPr>
        <p:spPr>
          <a:xfrm>
            <a:off x="8371549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60526-64E2-DE7E-0E40-921DE33D1201}"/>
              </a:ext>
            </a:extLst>
          </p:cNvPr>
          <p:cNvSpPr/>
          <p:nvPr/>
        </p:nvSpPr>
        <p:spPr>
          <a:xfrm>
            <a:off x="9246908" y="146541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4A0A78E-8357-DE13-ED66-28D9817B9375}"/>
              </a:ext>
            </a:extLst>
          </p:cNvPr>
          <p:cNvSpPr/>
          <p:nvPr/>
        </p:nvSpPr>
        <p:spPr>
          <a:xfrm>
            <a:off x="2355214" y="226992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A2C55C-CEC9-3C52-B407-9C56F50324B5}"/>
              </a:ext>
            </a:extLst>
          </p:cNvPr>
          <p:cNvSpPr/>
          <p:nvPr/>
        </p:nvSpPr>
        <p:spPr>
          <a:xfrm>
            <a:off x="3231135" y="228073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CB4F56-1C85-1CBB-EECD-EAEE7B61656C}"/>
              </a:ext>
            </a:extLst>
          </p:cNvPr>
          <p:cNvSpPr/>
          <p:nvPr/>
        </p:nvSpPr>
        <p:spPr>
          <a:xfrm>
            <a:off x="4925421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53BC07-1BAB-C0E4-48E5-CB3B7796F4FC}"/>
              </a:ext>
            </a:extLst>
          </p:cNvPr>
          <p:cNvSpPr/>
          <p:nvPr/>
        </p:nvSpPr>
        <p:spPr>
          <a:xfrm>
            <a:off x="407827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ECE348C-92C4-6223-C1B6-DC202A30C993}"/>
              </a:ext>
            </a:extLst>
          </p:cNvPr>
          <p:cNvSpPr/>
          <p:nvPr/>
        </p:nvSpPr>
        <p:spPr>
          <a:xfrm>
            <a:off x="5772564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F082CD3-5EB5-456D-099B-D64A32AAD005}"/>
              </a:ext>
            </a:extLst>
          </p:cNvPr>
          <p:cNvSpPr/>
          <p:nvPr/>
        </p:nvSpPr>
        <p:spPr>
          <a:xfrm>
            <a:off x="6619707" y="2269923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D7AA8A1-3BF5-6C79-FDEF-7C2D1C41E99E}"/>
              </a:ext>
            </a:extLst>
          </p:cNvPr>
          <p:cNvSpPr/>
          <p:nvPr/>
        </p:nvSpPr>
        <p:spPr>
          <a:xfrm>
            <a:off x="749562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5A91718-83F1-9003-C47F-E0B9ABCD6DA6}"/>
              </a:ext>
            </a:extLst>
          </p:cNvPr>
          <p:cNvSpPr/>
          <p:nvPr/>
        </p:nvSpPr>
        <p:spPr>
          <a:xfrm>
            <a:off x="8371549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8A1E895-286C-7B83-B417-988A2B4B3D9D}"/>
              </a:ext>
            </a:extLst>
          </p:cNvPr>
          <p:cNvSpPr/>
          <p:nvPr/>
        </p:nvSpPr>
        <p:spPr>
          <a:xfrm>
            <a:off x="9246908" y="228073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B2F0516-0324-0DA9-F561-F9E928D94E28}"/>
              </a:ext>
            </a:extLst>
          </p:cNvPr>
          <p:cNvSpPr/>
          <p:nvPr/>
        </p:nvSpPr>
        <p:spPr>
          <a:xfrm>
            <a:off x="2355214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C8E9DB2-8308-EBB3-EBD5-1D2271CFD32F}"/>
              </a:ext>
            </a:extLst>
          </p:cNvPr>
          <p:cNvSpPr/>
          <p:nvPr/>
        </p:nvSpPr>
        <p:spPr>
          <a:xfrm>
            <a:off x="3231135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9A26D5-D2EF-5EA0-4554-A335421D8676}"/>
              </a:ext>
            </a:extLst>
          </p:cNvPr>
          <p:cNvSpPr/>
          <p:nvPr/>
        </p:nvSpPr>
        <p:spPr>
          <a:xfrm>
            <a:off x="4925421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5219B9C-96D6-550F-820F-523E92049B92}"/>
              </a:ext>
            </a:extLst>
          </p:cNvPr>
          <p:cNvSpPr/>
          <p:nvPr/>
        </p:nvSpPr>
        <p:spPr>
          <a:xfrm>
            <a:off x="4078278" y="309605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E4FD9E-2C4C-2C29-59E4-BEFD7AF0C401}"/>
              </a:ext>
            </a:extLst>
          </p:cNvPr>
          <p:cNvSpPr/>
          <p:nvPr/>
        </p:nvSpPr>
        <p:spPr>
          <a:xfrm>
            <a:off x="5772564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ADD65F3-DAAF-C153-F1CC-F25A6D3D8BE4}"/>
              </a:ext>
            </a:extLst>
          </p:cNvPr>
          <p:cNvSpPr/>
          <p:nvPr/>
        </p:nvSpPr>
        <p:spPr>
          <a:xfrm>
            <a:off x="6619707" y="308524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850B17C-8412-B988-2F94-22301C11E44D}"/>
              </a:ext>
            </a:extLst>
          </p:cNvPr>
          <p:cNvSpPr/>
          <p:nvPr/>
        </p:nvSpPr>
        <p:spPr>
          <a:xfrm>
            <a:off x="7495628" y="309605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CEDB21-DE0D-40F9-48B2-DADC3AEEC16C}"/>
              </a:ext>
            </a:extLst>
          </p:cNvPr>
          <p:cNvSpPr/>
          <p:nvPr/>
        </p:nvSpPr>
        <p:spPr>
          <a:xfrm>
            <a:off x="8371549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B623118-EDAE-6977-097A-CEABE372E4FD}"/>
              </a:ext>
            </a:extLst>
          </p:cNvPr>
          <p:cNvSpPr/>
          <p:nvPr/>
        </p:nvSpPr>
        <p:spPr>
          <a:xfrm>
            <a:off x="9246908" y="309605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F8363E7-9435-98E2-51BD-9B3C5477DA24}"/>
              </a:ext>
            </a:extLst>
          </p:cNvPr>
          <p:cNvSpPr/>
          <p:nvPr/>
        </p:nvSpPr>
        <p:spPr>
          <a:xfrm>
            <a:off x="2355214" y="390056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67A776B-F901-28D3-0C0E-75BB61572F29}"/>
              </a:ext>
            </a:extLst>
          </p:cNvPr>
          <p:cNvSpPr/>
          <p:nvPr/>
        </p:nvSpPr>
        <p:spPr>
          <a:xfrm>
            <a:off x="3231135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B50CBA8-EC2D-BD8F-FC48-1AA2C3AC755F}"/>
              </a:ext>
            </a:extLst>
          </p:cNvPr>
          <p:cNvSpPr/>
          <p:nvPr/>
        </p:nvSpPr>
        <p:spPr>
          <a:xfrm>
            <a:off x="4925421" y="3911376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1AB8A1-3997-DC6D-91DE-712E88AA2FFC}"/>
              </a:ext>
            </a:extLst>
          </p:cNvPr>
          <p:cNvSpPr/>
          <p:nvPr/>
        </p:nvSpPr>
        <p:spPr>
          <a:xfrm>
            <a:off x="407827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15BC3DE-D69C-61D2-CB6A-4344302C7258}"/>
              </a:ext>
            </a:extLst>
          </p:cNvPr>
          <p:cNvSpPr/>
          <p:nvPr/>
        </p:nvSpPr>
        <p:spPr>
          <a:xfrm>
            <a:off x="5772564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B025D5C-E778-4A3D-A71D-736D9C5BC6A1}"/>
              </a:ext>
            </a:extLst>
          </p:cNvPr>
          <p:cNvSpPr/>
          <p:nvPr/>
        </p:nvSpPr>
        <p:spPr>
          <a:xfrm>
            <a:off x="6619707" y="3900563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97B695D-181D-E97F-31B2-DC97E9D43458}"/>
              </a:ext>
            </a:extLst>
          </p:cNvPr>
          <p:cNvSpPr/>
          <p:nvPr/>
        </p:nvSpPr>
        <p:spPr>
          <a:xfrm>
            <a:off x="749562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7E5ECEE-B288-4449-961E-040A7EF9540D}"/>
              </a:ext>
            </a:extLst>
          </p:cNvPr>
          <p:cNvSpPr/>
          <p:nvPr/>
        </p:nvSpPr>
        <p:spPr>
          <a:xfrm>
            <a:off x="8371549" y="3911376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417B3DE-5BD5-3972-4377-1885BFDFCA17}"/>
              </a:ext>
            </a:extLst>
          </p:cNvPr>
          <p:cNvSpPr/>
          <p:nvPr/>
        </p:nvSpPr>
        <p:spPr>
          <a:xfrm>
            <a:off x="9246908" y="391137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EDC8959-20EA-2DA6-9BFB-40ECBDDD28E5}"/>
              </a:ext>
            </a:extLst>
          </p:cNvPr>
          <p:cNvSpPr/>
          <p:nvPr/>
        </p:nvSpPr>
        <p:spPr>
          <a:xfrm>
            <a:off x="2355214" y="472669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2EBEB06-4BF9-0A4E-880C-3A1FA70EFA67}"/>
              </a:ext>
            </a:extLst>
          </p:cNvPr>
          <p:cNvSpPr/>
          <p:nvPr/>
        </p:nvSpPr>
        <p:spPr>
          <a:xfrm>
            <a:off x="3231135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05D033C-1BAA-BB51-8FD9-2423754A8163}"/>
              </a:ext>
            </a:extLst>
          </p:cNvPr>
          <p:cNvSpPr/>
          <p:nvPr/>
        </p:nvSpPr>
        <p:spPr>
          <a:xfrm>
            <a:off x="4925421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42EBBD-7ED0-562B-232C-1E45F107F7FF}"/>
              </a:ext>
            </a:extLst>
          </p:cNvPr>
          <p:cNvSpPr/>
          <p:nvPr/>
        </p:nvSpPr>
        <p:spPr>
          <a:xfrm>
            <a:off x="4078278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5F6B0F6-2245-DE26-D9DB-22713AC08EC4}"/>
              </a:ext>
            </a:extLst>
          </p:cNvPr>
          <p:cNvSpPr/>
          <p:nvPr/>
        </p:nvSpPr>
        <p:spPr>
          <a:xfrm>
            <a:off x="5772564" y="4737509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5FD1765-4883-F484-8C56-7B6FFE60D480}"/>
              </a:ext>
            </a:extLst>
          </p:cNvPr>
          <p:cNvSpPr/>
          <p:nvPr/>
        </p:nvSpPr>
        <p:spPr>
          <a:xfrm>
            <a:off x="6619707" y="4726696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62800D5-4B25-6F47-5377-775927973E28}"/>
              </a:ext>
            </a:extLst>
          </p:cNvPr>
          <p:cNvSpPr/>
          <p:nvPr/>
        </p:nvSpPr>
        <p:spPr>
          <a:xfrm>
            <a:off x="7495628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3D028FB-1A95-4CE3-4482-9BB2D43C1134}"/>
              </a:ext>
            </a:extLst>
          </p:cNvPr>
          <p:cNvSpPr/>
          <p:nvPr/>
        </p:nvSpPr>
        <p:spPr>
          <a:xfrm>
            <a:off x="8371549" y="4737509"/>
            <a:ext cx="720000" cy="72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3F3EEB-5AC9-3ADB-248D-47135CFB90EE}"/>
              </a:ext>
            </a:extLst>
          </p:cNvPr>
          <p:cNvSpPr/>
          <p:nvPr/>
        </p:nvSpPr>
        <p:spPr>
          <a:xfrm>
            <a:off x="9246908" y="473750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34336E2-862B-0B55-4005-D450D6FDC432}"/>
              </a:ext>
            </a:extLst>
          </p:cNvPr>
          <p:cNvSpPr/>
          <p:nvPr/>
        </p:nvSpPr>
        <p:spPr>
          <a:xfrm>
            <a:off x="2355214" y="5563642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AB39ED3-BBFB-6E13-D66A-EDD0C065588E}"/>
              </a:ext>
            </a:extLst>
          </p:cNvPr>
          <p:cNvSpPr/>
          <p:nvPr/>
        </p:nvSpPr>
        <p:spPr>
          <a:xfrm>
            <a:off x="3231135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E74D264-2F52-8E80-9A12-3942FD6C9134}"/>
              </a:ext>
            </a:extLst>
          </p:cNvPr>
          <p:cNvSpPr/>
          <p:nvPr/>
        </p:nvSpPr>
        <p:spPr>
          <a:xfrm>
            <a:off x="4925421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6CEF1C-5F37-DE52-D1A4-4775DE2CE791}"/>
              </a:ext>
            </a:extLst>
          </p:cNvPr>
          <p:cNvSpPr/>
          <p:nvPr/>
        </p:nvSpPr>
        <p:spPr>
          <a:xfrm>
            <a:off x="4078278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B4E6ACB-8432-8C86-D69A-16D803E6D6C3}"/>
              </a:ext>
            </a:extLst>
          </p:cNvPr>
          <p:cNvSpPr/>
          <p:nvPr/>
        </p:nvSpPr>
        <p:spPr>
          <a:xfrm>
            <a:off x="5772564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8C8DA7-B235-4B4D-1772-531B9980BFC7}"/>
              </a:ext>
            </a:extLst>
          </p:cNvPr>
          <p:cNvSpPr/>
          <p:nvPr/>
        </p:nvSpPr>
        <p:spPr>
          <a:xfrm>
            <a:off x="6619707" y="5563642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92CCF0-0C68-7483-3095-2B7195145993}"/>
              </a:ext>
            </a:extLst>
          </p:cNvPr>
          <p:cNvSpPr/>
          <p:nvPr/>
        </p:nvSpPr>
        <p:spPr>
          <a:xfrm>
            <a:off x="7495628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DBDFC26-389F-423D-3AD3-99BAC4F21AF4}"/>
              </a:ext>
            </a:extLst>
          </p:cNvPr>
          <p:cNvSpPr/>
          <p:nvPr/>
        </p:nvSpPr>
        <p:spPr>
          <a:xfrm>
            <a:off x="8371549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0AC3AC1-8FDF-03D5-EAE7-97C9EDB63BFE}"/>
              </a:ext>
            </a:extLst>
          </p:cNvPr>
          <p:cNvSpPr/>
          <p:nvPr/>
        </p:nvSpPr>
        <p:spPr>
          <a:xfrm>
            <a:off x="9246908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7F42E-F7B1-2618-339F-024A42BA3CBF}"/>
              </a:ext>
            </a:extLst>
          </p:cNvPr>
          <p:cNvSpPr txBox="1"/>
          <p:nvPr/>
        </p:nvSpPr>
        <p:spPr>
          <a:xfrm>
            <a:off x="151956" y="1576076"/>
            <a:ext cx="20473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First gap =  </a:t>
            </a:r>
            <a:r>
              <a:rPr lang="en-PH" sz="2500" b="1" dirty="0">
                <a:solidFill>
                  <a:srgbClr val="00B0F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87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52ECC-FC59-DA94-A425-F0AE97D5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52D4AC-A8EE-EF68-09A0-4A19D9F43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B9CCE34-7B77-A011-FB3F-96F92D4B1D89}"/>
              </a:ext>
            </a:extLst>
          </p:cNvPr>
          <p:cNvSpPr/>
          <p:nvPr/>
        </p:nvSpPr>
        <p:spPr>
          <a:xfrm>
            <a:off x="2355214" y="5563642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6DC314A-8643-D310-7C20-6D75ECB20E9D}"/>
              </a:ext>
            </a:extLst>
          </p:cNvPr>
          <p:cNvSpPr/>
          <p:nvPr/>
        </p:nvSpPr>
        <p:spPr>
          <a:xfrm>
            <a:off x="3231135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1FE284E-0A86-EEF6-DB78-E179D8C2579D}"/>
              </a:ext>
            </a:extLst>
          </p:cNvPr>
          <p:cNvSpPr/>
          <p:nvPr/>
        </p:nvSpPr>
        <p:spPr>
          <a:xfrm>
            <a:off x="4925421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A4C5269-BA07-A8AA-182B-E5B3D5130CE0}"/>
              </a:ext>
            </a:extLst>
          </p:cNvPr>
          <p:cNvSpPr/>
          <p:nvPr/>
        </p:nvSpPr>
        <p:spPr>
          <a:xfrm>
            <a:off x="4078278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B54BB00-F288-988B-2645-10F236401ABA}"/>
              </a:ext>
            </a:extLst>
          </p:cNvPr>
          <p:cNvSpPr/>
          <p:nvPr/>
        </p:nvSpPr>
        <p:spPr>
          <a:xfrm>
            <a:off x="5772564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B1875FB-6C95-3CA2-9486-7F0C4E40513B}"/>
              </a:ext>
            </a:extLst>
          </p:cNvPr>
          <p:cNvSpPr/>
          <p:nvPr/>
        </p:nvSpPr>
        <p:spPr>
          <a:xfrm>
            <a:off x="6619707" y="5563642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0E35A2-3312-AC9C-D246-0D73CCA44B95}"/>
              </a:ext>
            </a:extLst>
          </p:cNvPr>
          <p:cNvSpPr/>
          <p:nvPr/>
        </p:nvSpPr>
        <p:spPr>
          <a:xfrm>
            <a:off x="7495628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3CFDD45-AEA5-83B9-97FA-E663A362623A}"/>
              </a:ext>
            </a:extLst>
          </p:cNvPr>
          <p:cNvSpPr/>
          <p:nvPr/>
        </p:nvSpPr>
        <p:spPr>
          <a:xfrm>
            <a:off x="8371549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736D2C3-AB6A-0713-A973-18599C2F9956}"/>
              </a:ext>
            </a:extLst>
          </p:cNvPr>
          <p:cNvSpPr/>
          <p:nvPr/>
        </p:nvSpPr>
        <p:spPr>
          <a:xfrm>
            <a:off x="9246908" y="5574455"/>
            <a:ext cx="72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F8D02-6272-4655-1F1B-0BB97C7A5E13}"/>
              </a:ext>
            </a:extLst>
          </p:cNvPr>
          <p:cNvSpPr txBox="1"/>
          <p:nvPr/>
        </p:nvSpPr>
        <p:spPr>
          <a:xfrm>
            <a:off x="609600" y="4794905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use the second gap sequence of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  <a:endParaRPr lang="en-US" sz="2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4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BAFE6-2ABE-AB6D-DA4B-B59C837D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7D89EF-1531-9DA8-5541-8A02A9FFC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D33132-A00A-70B7-D651-F2BF8A38639B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123B5-E5B4-F340-E555-CE763D4C7AD1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D410EB-9A4D-29FE-4723-1D7C6AB9DEC3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5A7E5B-E927-85C5-D229-CECB7CFE7022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994CB-8AFC-5385-E474-1B1D626CF8AC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94D5D1-9394-181B-0B09-993459C6BCC1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0B3F4D-56EC-10A5-D7B1-32730CCCAA75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16C8FC-2A34-EE2B-84B2-6450FB43FB45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046DE4-80F5-E6C5-DA7E-A7A51B9AD655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E068D6-8BDF-7358-BA32-12288A92B577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98A2A-DCE5-635A-7B7F-1E3FCD239FD4}"/>
              </a:ext>
            </a:extLst>
          </p:cNvPr>
          <p:cNvSpPr txBox="1"/>
          <p:nvPr/>
        </p:nvSpPr>
        <p:spPr>
          <a:xfrm>
            <a:off x="609600" y="4794905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We start by comparing element 0 and element 2</a:t>
            </a:r>
            <a:endParaRPr lang="en-US" sz="2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17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EE2F3-2501-592F-1367-D3A92020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63D8A3E-0134-1AA4-AB6C-BD281D777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9CEF400-BAE4-E787-2934-869672475E86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A1A2084-44F3-369E-203F-738B84C1CE38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1B7A3CD-EBF9-82AE-0D50-B16904755C6D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D676274-8BBC-E30F-7E56-C8D4D02EA64C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F0EBFB5-DA54-FF44-7244-C15179D457C2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5FCA6B0-8765-8C98-8346-B3AF9C34DF00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D76A23-71B4-6FE2-E37B-B4D02FF3F1B8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269F9AD-EF55-966E-DAC4-B4341F12ECB5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9CBF258-CCEB-6668-97A6-4E71020E8882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F532BD-7EAC-6D26-7A3A-DDB647DF3179}"/>
              </a:ext>
            </a:extLst>
          </p:cNvPr>
          <p:cNvSpPr/>
          <p:nvPr/>
        </p:nvSpPr>
        <p:spPr>
          <a:xfrm>
            <a:off x="2355214" y="6858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513DFE-6846-712F-72AB-3FEF97C7D216}"/>
              </a:ext>
            </a:extLst>
          </p:cNvPr>
          <p:cNvSpPr/>
          <p:nvPr/>
        </p:nvSpPr>
        <p:spPr>
          <a:xfrm>
            <a:off x="3231135" y="686881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509E2-7ABF-ACAD-09C5-A5FD71DDCE87}"/>
              </a:ext>
            </a:extLst>
          </p:cNvPr>
          <p:cNvSpPr/>
          <p:nvPr/>
        </p:nvSpPr>
        <p:spPr>
          <a:xfrm>
            <a:off x="4925421" y="6868813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F335A0-7979-B9CA-70F4-9D6C136D06E8}"/>
              </a:ext>
            </a:extLst>
          </p:cNvPr>
          <p:cNvSpPr/>
          <p:nvPr/>
        </p:nvSpPr>
        <p:spPr>
          <a:xfrm>
            <a:off x="4078278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760E9-8B7F-ECF4-3ACC-985E2F5CD43E}"/>
              </a:ext>
            </a:extLst>
          </p:cNvPr>
          <p:cNvSpPr/>
          <p:nvPr/>
        </p:nvSpPr>
        <p:spPr>
          <a:xfrm>
            <a:off x="5772564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421277-804B-0CEE-D8F7-3BDF1E1DFD90}"/>
              </a:ext>
            </a:extLst>
          </p:cNvPr>
          <p:cNvSpPr/>
          <p:nvPr/>
        </p:nvSpPr>
        <p:spPr>
          <a:xfrm>
            <a:off x="6619707" y="6858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E66B5-F31B-6E40-3961-8D9EBCE62440}"/>
              </a:ext>
            </a:extLst>
          </p:cNvPr>
          <p:cNvSpPr/>
          <p:nvPr/>
        </p:nvSpPr>
        <p:spPr>
          <a:xfrm>
            <a:off x="7495628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427A1-F7EF-0E13-059B-7850E35B4BD3}"/>
              </a:ext>
            </a:extLst>
          </p:cNvPr>
          <p:cNvSpPr/>
          <p:nvPr/>
        </p:nvSpPr>
        <p:spPr>
          <a:xfrm>
            <a:off x="8371549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6D8BB-B25A-0A6D-A9F2-5E36C6619835}"/>
              </a:ext>
            </a:extLst>
          </p:cNvPr>
          <p:cNvSpPr/>
          <p:nvPr/>
        </p:nvSpPr>
        <p:spPr>
          <a:xfrm>
            <a:off x="9246908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F95A324-0531-B789-B930-58008A71BBA7}"/>
              </a:ext>
            </a:extLst>
          </p:cNvPr>
          <p:cNvSpPr/>
          <p:nvPr/>
        </p:nvSpPr>
        <p:spPr>
          <a:xfrm>
            <a:off x="2355214" y="74725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A4C62EE-723E-77A4-31D1-DF374960D5F3}"/>
              </a:ext>
            </a:extLst>
          </p:cNvPr>
          <p:cNvSpPr/>
          <p:nvPr/>
        </p:nvSpPr>
        <p:spPr>
          <a:xfrm>
            <a:off x="3231135" y="748332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8CEA9BA-3726-B8A7-63C8-9E0E24572E0A}"/>
              </a:ext>
            </a:extLst>
          </p:cNvPr>
          <p:cNvSpPr/>
          <p:nvPr/>
        </p:nvSpPr>
        <p:spPr>
          <a:xfrm>
            <a:off x="4925421" y="748332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9C86040-275D-95D0-D5EA-C4C7890650C6}"/>
              </a:ext>
            </a:extLst>
          </p:cNvPr>
          <p:cNvSpPr/>
          <p:nvPr/>
        </p:nvSpPr>
        <p:spPr>
          <a:xfrm>
            <a:off x="4078278" y="74833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03FD496-0C6F-9C95-291D-BB0D8CA9C113}"/>
              </a:ext>
            </a:extLst>
          </p:cNvPr>
          <p:cNvSpPr/>
          <p:nvPr/>
        </p:nvSpPr>
        <p:spPr>
          <a:xfrm>
            <a:off x="5772564" y="74833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62C3249-287B-9FAC-D9AF-AADBEF0FB633}"/>
              </a:ext>
            </a:extLst>
          </p:cNvPr>
          <p:cNvSpPr/>
          <p:nvPr/>
        </p:nvSpPr>
        <p:spPr>
          <a:xfrm>
            <a:off x="6619707" y="74725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76EA22B-D540-A901-DC21-8855D998A8C1}"/>
              </a:ext>
            </a:extLst>
          </p:cNvPr>
          <p:cNvSpPr/>
          <p:nvPr/>
        </p:nvSpPr>
        <p:spPr>
          <a:xfrm>
            <a:off x="7495628" y="748332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E3F3A82-8BD7-DEBC-6B9F-00429E6A6580}"/>
              </a:ext>
            </a:extLst>
          </p:cNvPr>
          <p:cNvSpPr/>
          <p:nvPr/>
        </p:nvSpPr>
        <p:spPr>
          <a:xfrm>
            <a:off x="8371549" y="748332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7958894-89DE-03A5-66FF-730E3882954F}"/>
              </a:ext>
            </a:extLst>
          </p:cNvPr>
          <p:cNvSpPr/>
          <p:nvPr/>
        </p:nvSpPr>
        <p:spPr>
          <a:xfrm>
            <a:off x="9246908" y="748332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98B5425-7C64-DED7-3D51-9002D2E0C94A}"/>
              </a:ext>
            </a:extLst>
          </p:cNvPr>
          <p:cNvSpPr/>
          <p:nvPr/>
        </p:nvSpPr>
        <p:spPr>
          <a:xfrm>
            <a:off x="2355214" y="810564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BE70A4-6FA4-6B2D-EA21-01B2E0D5F3AE}"/>
              </a:ext>
            </a:extLst>
          </p:cNvPr>
          <p:cNvSpPr/>
          <p:nvPr/>
        </p:nvSpPr>
        <p:spPr>
          <a:xfrm>
            <a:off x="3231135" y="811645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E03B8AA-CF0D-C105-E0C2-DD0670F2C241}"/>
              </a:ext>
            </a:extLst>
          </p:cNvPr>
          <p:cNvSpPr/>
          <p:nvPr/>
        </p:nvSpPr>
        <p:spPr>
          <a:xfrm>
            <a:off x="4925421" y="811645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B994A5F-B56B-9773-09FE-0822DB2E01DA}"/>
              </a:ext>
            </a:extLst>
          </p:cNvPr>
          <p:cNvSpPr/>
          <p:nvPr/>
        </p:nvSpPr>
        <p:spPr>
          <a:xfrm>
            <a:off x="4078278" y="811645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9135C32-1BF4-AD0D-29D8-3D54D8118154}"/>
              </a:ext>
            </a:extLst>
          </p:cNvPr>
          <p:cNvSpPr/>
          <p:nvPr/>
        </p:nvSpPr>
        <p:spPr>
          <a:xfrm>
            <a:off x="5772564" y="811645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63806D6-19AA-1A0D-93C8-9E1DB9BF9583}"/>
              </a:ext>
            </a:extLst>
          </p:cNvPr>
          <p:cNvSpPr/>
          <p:nvPr/>
        </p:nvSpPr>
        <p:spPr>
          <a:xfrm>
            <a:off x="6619707" y="810564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FBADD23-580B-E68D-1CF8-3ECACC5EDA3A}"/>
              </a:ext>
            </a:extLst>
          </p:cNvPr>
          <p:cNvSpPr/>
          <p:nvPr/>
        </p:nvSpPr>
        <p:spPr>
          <a:xfrm>
            <a:off x="7495628" y="811645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280811E-ED15-681C-6256-95191A56FA49}"/>
              </a:ext>
            </a:extLst>
          </p:cNvPr>
          <p:cNvSpPr/>
          <p:nvPr/>
        </p:nvSpPr>
        <p:spPr>
          <a:xfrm>
            <a:off x="8371549" y="811645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7174709-4C27-A4E3-097B-E070C100CB2A}"/>
              </a:ext>
            </a:extLst>
          </p:cNvPr>
          <p:cNvSpPr/>
          <p:nvPr/>
        </p:nvSpPr>
        <p:spPr>
          <a:xfrm>
            <a:off x="9246908" y="811645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7D3674A-282E-16DC-4BE6-60A65D1A7EDE}"/>
              </a:ext>
            </a:extLst>
          </p:cNvPr>
          <p:cNvSpPr/>
          <p:nvPr/>
        </p:nvSpPr>
        <p:spPr>
          <a:xfrm>
            <a:off x="2355214" y="872797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17FE658-E96E-F25E-D022-ECC68C6AC717}"/>
              </a:ext>
            </a:extLst>
          </p:cNvPr>
          <p:cNvSpPr/>
          <p:nvPr/>
        </p:nvSpPr>
        <p:spPr>
          <a:xfrm>
            <a:off x="3231135" y="87387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32C900D-7FC1-12B3-2865-4886E353D39D}"/>
              </a:ext>
            </a:extLst>
          </p:cNvPr>
          <p:cNvSpPr/>
          <p:nvPr/>
        </p:nvSpPr>
        <p:spPr>
          <a:xfrm>
            <a:off x="4925421" y="87387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3AD0C33-0302-A333-2726-940DE48EDBB3}"/>
              </a:ext>
            </a:extLst>
          </p:cNvPr>
          <p:cNvSpPr/>
          <p:nvPr/>
        </p:nvSpPr>
        <p:spPr>
          <a:xfrm>
            <a:off x="4078278" y="87387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BDB95EE-77E3-5639-3148-656A620C69A4}"/>
              </a:ext>
            </a:extLst>
          </p:cNvPr>
          <p:cNvSpPr/>
          <p:nvPr/>
        </p:nvSpPr>
        <p:spPr>
          <a:xfrm>
            <a:off x="5772564" y="87387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E461B63-25B8-5331-0705-6912B76E4D99}"/>
              </a:ext>
            </a:extLst>
          </p:cNvPr>
          <p:cNvSpPr/>
          <p:nvPr/>
        </p:nvSpPr>
        <p:spPr>
          <a:xfrm>
            <a:off x="6619707" y="872797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9C51676-A8B2-AB3F-E215-23A351A39AC3}"/>
              </a:ext>
            </a:extLst>
          </p:cNvPr>
          <p:cNvSpPr/>
          <p:nvPr/>
        </p:nvSpPr>
        <p:spPr>
          <a:xfrm>
            <a:off x="7495628" y="8738784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B6C60E9-639A-B1EB-2821-3D7525ED549E}"/>
              </a:ext>
            </a:extLst>
          </p:cNvPr>
          <p:cNvSpPr/>
          <p:nvPr/>
        </p:nvSpPr>
        <p:spPr>
          <a:xfrm>
            <a:off x="8371549" y="87387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CB305BF-BCD6-ED69-4DCE-41B6AC804A55}"/>
              </a:ext>
            </a:extLst>
          </p:cNvPr>
          <p:cNvSpPr/>
          <p:nvPr/>
        </p:nvSpPr>
        <p:spPr>
          <a:xfrm>
            <a:off x="9246908" y="87387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0693729-D9D0-D2D9-DF56-5663FF0BE844}"/>
              </a:ext>
            </a:extLst>
          </p:cNvPr>
          <p:cNvSpPr/>
          <p:nvPr/>
        </p:nvSpPr>
        <p:spPr>
          <a:xfrm>
            <a:off x="2355214" y="93611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818A7D7-BB9D-BB4B-8CA1-FA7F3D688D0E}"/>
              </a:ext>
            </a:extLst>
          </p:cNvPr>
          <p:cNvSpPr/>
          <p:nvPr/>
        </p:nvSpPr>
        <p:spPr>
          <a:xfrm>
            <a:off x="3231135" y="93719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6949DED-99A1-6263-DB4B-BD07A3647501}"/>
              </a:ext>
            </a:extLst>
          </p:cNvPr>
          <p:cNvSpPr/>
          <p:nvPr/>
        </p:nvSpPr>
        <p:spPr>
          <a:xfrm>
            <a:off x="4925421" y="93719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9ED8908-3E8D-D519-C021-C647366E02B9}"/>
              </a:ext>
            </a:extLst>
          </p:cNvPr>
          <p:cNvSpPr/>
          <p:nvPr/>
        </p:nvSpPr>
        <p:spPr>
          <a:xfrm>
            <a:off x="4078278" y="93719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61ABBAE-2A6D-0840-9D8E-404AF268ADB3}"/>
              </a:ext>
            </a:extLst>
          </p:cNvPr>
          <p:cNvSpPr/>
          <p:nvPr/>
        </p:nvSpPr>
        <p:spPr>
          <a:xfrm>
            <a:off x="5772564" y="93719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72E2CFD-E388-F5D6-B76D-06C25E0C85A2}"/>
              </a:ext>
            </a:extLst>
          </p:cNvPr>
          <p:cNvSpPr/>
          <p:nvPr/>
        </p:nvSpPr>
        <p:spPr>
          <a:xfrm>
            <a:off x="6619707" y="93611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5ADDBEF-5541-4CAA-D101-36F717A15DA4}"/>
              </a:ext>
            </a:extLst>
          </p:cNvPr>
          <p:cNvSpPr/>
          <p:nvPr/>
        </p:nvSpPr>
        <p:spPr>
          <a:xfrm>
            <a:off x="7495628" y="93719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2FB9522-D32A-5498-61CF-B1741C866B90}"/>
              </a:ext>
            </a:extLst>
          </p:cNvPr>
          <p:cNvSpPr/>
          <p:nvPr/>
        </p:nvSpPr>
        <p:spPr>
          <a:xfrm>
            <a:off x="8371549" y="93719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493A24F-7042-3CC9-8D34-82ABC63B8593}"/>
              </a:ext>
            </a:extLst>
          </p:cNvPr>
          <p:cNvSpPr/>
          <p:nvPr/>
        </p:nvSpPr>
        <p:spPr>
          <a:xfrm>
            <a:off x="9246908" y="93719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786B81A-139E-1BC3-F402-389DDFB612AF}"/>
              </a:ext>
            </a:extLst>
          </p:cNvPr>
          <p:cNvSpPr/>
          <p:nvPr/>
        </p:nvSpPr>
        <p:spPr>
          <a:xfrm>
            <a:off x="2355214" y="9975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66BB154-8A51-E6B4-DAB9-BB11AA94A2AA}"/>
              </a:ext>
            </a:extLst>
          </p:cNvPr>
          <p:cNvSpPr/>
          <p:nvPr/>
        </p:nvSpPr>
        <p:spPr>
          <a:xfrm>
            <a:off x="3231135" y="99864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4855452-571F-27EF-E6BC-7493BDE5B79E}"/>
              </a:ext>
            </a:extLst>
          </p:cNvPr>
          <p:cNvSpPr/>
          <p:nvPr/>
        </p:nvSpPr>
        <p:spPr>
          <a:xfrm>
            <a:off x="4925421" y="99864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3579C1E-6583-4FE8-B459-50C5DE182BFE}"/>
              </a:ext>
            </a:extLst>
          </p:cNvPr>
          <p:cNvSpPr/>
          <p:nvPr/>
        </p:nvSpPr>
        <p:spPr>
          <a:xfrm>
            <a:off x="4078278" y="99864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FA18619-9608-FD22-3573-269580A71EA3}"/>
              </a:ext>
            </a:extLst>
          </p:cNvPr>
          <p:cNvSpPr/>
          <p:nvPr/>
        </p:nvSpPr>
        <p:spPr>
          <a:xfrm>
            <a:off x="5772564" y="99864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5F77239-FC6B-DA22-DA3E-7191857CB748}"/>
              </a:ext>
            </a:extLst>
          </p:cNvPr>
          <p:cNvSpPr/>
          <p:nvPr/>
        </p:nvSpPr>
        <p:spPr>
          <a:xfrm>
            <a:off x="6619707" y="997561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1B968BA-318D-4E99-354E-7A89A57970B9}"/>
              </a:ext>
            </a:extLst>
          </p:cNvPr>
          <p:cNvSpPr/>
          <p:nvPr/>
        </p:nvSpPr>
        <p:spPr>
          <a:xfrm>
            <a:off x="7495628" y="99864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81A0DE4-3B12-655C-0BB0-D4AB9CF57AA3}"/>
              </a:ext>
            </a:extLst>
          </p:cNvPr>
          <p:cNvSpPr/>
          <p:nvPr/>
        </p:nvSpPr>
        <p:spPr>
          <a:xfrm>
            <a:off x="8371549" y="99864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D0781A1-1A85-07E3-DB50-40CD24BDB4BD}"/>
              </a:ext>
            </a:extLst>
          </p:cNvPr>
          <p:cNvSpPr/>
          <p:nvPr/>
        </p:nvSpPr>
        <p:spPr>
          <a:xfrm>
            <a:off x="9246908" y="99864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5B6F4A7-F3E6-7ED8-E9BB-DD929BE00499}"/>
              </a:ext>
            </a:extLst>
          </p:cNvPr>
          <p:cNvSpPr/>
          <p:nvPr/>
        </p:nvSpPr>
        <p:spPr>
          <a:xfrm>
            <a:off x="2355214" y="1060875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2C5920B-63DE-D689-FCE4-DAC53031EB2B}"/>
              </a:ext>
            </a:extLst>
          </p:cNvPr>
          <p:cNvSpPr/>
          <p:nvPr/>
        </p:nvSpPr>
        <p:spPr>
          <a:xfrm>
            <a:off x="3231135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BD711D4-552B-9F96-4AB8-C6712EAF4EE5}"/>
              </a:ext>
            </a:extLst>
          </p:cNvPr>
          <p:cNvSpPr/>
          <p:nvPr/>
        </p:nvSpPr>
        <p:spPr>
          <a:xfrm>
            <a:off x="4925421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0DB6BF1-C3C5-990B-D5BC-D415D9B37441}"/>
              </a:ext>
            </a:extLst>
          </p:cNvPr>
          <p:cNvSpPr/>
          <p:nvPr/>
        </p:nvSpPr>
        <p:spPr>
          <a:xfrm>
            <a:off x="4078278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B3B0163-D25A-4743-8614-D98A506AAE2F}"/>
              </a:ext>
            </a:extLst>
          </p:cNvPr>
          <p:cNvSpPr/>
          <p:nvPr/>
        </p:nvSpPr>
        <p:spPr>
          <a:xfrm>
            <a:off x="5772564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C39FE23-6A8A-82FE-1AF4-80B299F26380}"/>
              </a:ext>
            </a:extLst>
          </p:cNvPr>
          <p:cNvSpPr/>
          <p:nvPr/>
        </p:nvSpPr>
        <p:spPr>
          <a:xfrm>
            <a:off x="6619707" y="1060875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E734049-4A6E-A5E1-B176-B1BBD5E6A36D}"/>
              </a:ext>
            </a:extLst>
          </p:cNvPr>
          <p:cNvSpPr/>
          <p:nvPr/>
        </p:nvSpPr>
        <p:spPr>
          <a:xfrm>
            <a:off x="7495628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0D4E935-4079-BC2D-DC3D-79EEB6641AFE}"/>
              </a:ext>
            </a:extLst>
          </p:cNvPr>
          <p:cNvSpPr/>
          <p:nvPr/>
        </p:nvSpPr>
        <p:spPr>
          <a:xfrm>
            <a:off x="8371549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8134761-C544-54BE-93F7-0D24C2EC1C98}"/>
              </a:ext>
            </a:extLst>
          </p:cNvPr>
          <p:cNvSpPr/>
          <p:nvPr/>
        </p:nvSpPr>
        <p:spPr>
          <a:xfrm>
            <a:off x="9246908" y="106195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5A10F-12FE-594D-7B8E-21B512551F68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9850F-10EC-173D-373E-BBD02761E9D1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372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D7F82-97CF-51A0-D486-3B33C2A9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1E99F7-AFB2-09DF-63FD-93629EEF0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BC7FD59-711D-2C42-F1AD-F4542E19A0FD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3F5C358-8317-683A-6078-39758A0636E1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341D836-FADB-9CE2-FE39-B5372E6FE72C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0C36A-1683-6605-D27F-B3446C2AA0A7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2B39650-087D-1AB5-BE29-839C1F8A30D7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F0C0B6E-961B-D68E-D237-999495B47AB5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CF84ACA-884C-8AD4-3D00-DF443AFBC1B0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CB7261F-5879-8FB3-6D47-52FF26037480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4DF6702-06C1-9804-F6CD-7A5F161980AF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F5F75-102B-FD0F-F431-2177DD7D496E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00DBB-39E7-CD3E-15C5-BF0D23DAD835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C1F273-80D2-3295-92CF-BD5D81018135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1CF5C-15F0-3325-F45B-8C88DAD11D70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E065DD-8764-EF0D-3077-A74CE1714219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89948-91EB-F3B0-672E-6A1536A02D25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5628EB-6E71-A95C-A022-8D32911ED55D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E65FA9-01F0-4BAE-C809-4303C8508E49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08D128-D1D8-BC04-D838-A1A8C7680B0D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18B8D3F-56BF-4A44-4C61-7BB55E15AF50}"/>
              </a:ext>
            </a:extLst>
          </p:cNvPr>
          <p:cNvSpPr/>
          <p:nvPr/>
        </p:nvSpPr>
        <p:spPr>
          <a:xfrm>
            <a:off x="2355214" y="759405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B60A03D-8FBB-F3E9-25C1-ADE5A9BDADED}"/>
              </a:ext>
            </a:extLst>
          </p:cNvPr>
          <p:cNvSpPr/>
          <p:nvPr/>
        </p:nvSpPr>
        <p:spPr>
          <a:xfrm>
            <a:off x="3231135" y="76048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84CD406-743B-3988-7006-ED44FA23C5CD}"/>
              </a:ext>
            </a:extLst>
          </p:cNvPr>
          <p:cNvSpPr/>
          <p:nvPr/>
        </p:nvSpPr>
        <p:spPr>
          <a:xfrm>
            <a:off x="4925421" y="76048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E53C3CC-777F-6E62-9439-911894929E0B}"/>
              </a:ext>
            </a:extLst>
          </p:cNvPr>
          <p:cNvSpPr/>
          <p:nvPr/>
        </p:nvSpPr>
        <p:spPr>
          <a:xfrm>
            <a:off x="4078278" y="760486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5B486A9-8821-2E38-1C6E-65013F025DE0}"/>
              </a:ext>
            </a:extLst>
          </p:cNvPr>
          <p:cNvSpPr/>
          <p:nvPr/>
        </p:nvSpPr>
        <p:spPr>
          <a:xfrm>
            <a:off x="5772564" y="7604868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E131CEF-9D4C-26A8-327B-1846427D239F}"/>
              </a:ext>
            </a:extLst>
          </p:cNvPr>
          <p:cNvSpPr/>
          <p:nvPr/>
        </p:nvSpPr>
        <p:spPr>
          <a:xfrm>
            <a:off x="6619707" y="759405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AE7C011-8469-C0C5-0AA7-171E36209190}"/>
              </a:ext>
            </a:extLst>
          </p:cNvPr>
          <p:cNvSpPr/>
          <p:nvPr/>
        </p:nvSpPr>
        <p:spPr>
          <a:xfrm>
            <a:off x="7495628" y="76048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31CE5C5-52ED-B7C2-0C3F-78B08AEAF591}"/>
              </a:ext>
            </a:extLst>
          </p:cNvPr>
          <p:cNvSpPr/>
          <p:nvPr/>
        </p:nvSpPr>
        <p:spPr>
          <a:xfrm>
            <a:off x="8371549" y="76048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73B0339-FC94-D19E-8EB2-FF5AF9A7A1A5}"/>
              </a:ext>
            </a:extLst>
          </p:cNvPr>
          <p:cNvSpPr/>
          <p:nvPr/>
        </p:nvSpPr>
        <p:spPr>
          <a:xfrm>
            <a:off x="9246908" y="76048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85C1968-50D5-BA96-3FE7-6B76C7F6C067}"/>
              </a:ext>
            </a:extLst>
          </p:cNvPr>
          <p:cNvSpPr/>
          <p:nvPr/>
        </p:nvSpPr>
        <p:spPr>
          <a:xfrm>
            <a:off x="2355214" y="822719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DB5E67A-D0C6-7F52-6ACE-8B2F08039EB9}"/>
              </a:ext>
            </a:extLst>
          </p:cNvPr>
          <p:cNvSpPr/>
          <p:nvPr/>
        </p:nvSpPr>
        <p:spPr>
          <a:xfrm>
            <a:off x="3231135" y="823800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71FEA91-4BBE-2810-5BEB-6B7BBAAF6EB8}"/>
              </a:ext>
            </a:extLst>
          </p:cNvPr>
          <p:cNvSpPr/>
          <p:nvPr/>
        </p:nvSpPr>
        <p:spPr>
          <a:xfrm>
            <a:off x="4925421" y="823800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856A3FA-B8AF-B637-75B9-1BDB763B6FB5}"/>
              </a:ext>
            </a:extLst>
          </p:cNvPr>
          <p:cNvSpPr/>
          <p:nvPr/>
        </p:nvSpPr>
        <p:spPr>
          <a:xfrm>
            <a:off x="4078278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9EAD72A-B3CB-7C3C-385C-925B51AF7139}"/>
              </a:ext>
            </a:extLst>
          </p:cNvPr>
          <p:cNvSpPr/>
          <p:nvPr/>
        </p:nvSpPr>
        <p:spPr>
          <a:xfrm>
            <a:off x="5772564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887401A-E9D6-5743-D34B-228FD6DC7F6D}"/>
              </a:ext>
            </a:extLst>
          </p:cNvPr>
          <p:cNvSpPr/>
          <p:nvPr/>
        </p:nvSpPr>
        <p:spPr>
          <a:xfrm>
            <a:off x="6619707" y="8227193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8561BB4-C893-564C-2D56-016FBFACB26C}"/>
              </a:ext>
            </a:extLst>
          </p:cNvPr>
          <p:cNvSpPr/>
          <p:nvPr/>
        </p:nvSpPr>
        <p:spPr>
          <a:xfrm>
            <a:off x="7495628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8B6CC19-F2A1-4716-21D9-269874CB3F83}"/>
              </a:ext>
            </a:extLst>
          </p:cNvPr>
          <p:cNvSpPr/>
          <p:nvPr/>
        </p:nvSpPr>
        <p:spPr>
          <a:xfrm>
            <a:off x="8371549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25BA223-6EEB-0C6D-8CE0-11042E95852A}"/>
              </a:ext>
            </a:extLst>
          </p:cNvPr>
          <p:cNvSpPr/>
          <p:nvPr/>
        </p:nvSpPr>
        <p:spPr>
          <a:xfrm>
            <a:off x="9246908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4B32D54-FCEF-6D25-77B5-12D73455778A}"/>
              </a:ext>
            </a:extLst>
          </p:cNvPr>
          <p:cNvSpPr/>
          <p:nvPr/>
        </p:nvSpPr>
        <p:spPr>
          <a:xfrm>
            <a:off x="2355214" y="884951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EA99FE3-558C-4E0C-FA0F-1F280A9EEE2E}"/>
              </a:ext>
            </a:extLst>
          </p:cNvPr>
          <p:cNvSpPr/>
          <p:nvPr/>
        </p:nvSpPr>
        <p:spPr>
          <a:xfrm>
            <a:off x="3231135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7358B54-CC3B-16CA-2DC2-7AA714F7FFA3}"/>
              </a:ext>
            </a:extLst>
          </p:cNvPr>
          <p:cNvSpPr/>
          <p:nvPr/>
        </p:nvSpPr>
        <p:spPr>
          <a:xfrm>
            <a:off x="4925421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56E89F0-52C5-281B-BA55-7B2409384053}"/>
              </a:ext>
            </a:extLst>
          </p:cNvPr>
          <p:cNvSpPr/>
          <p:nvPr/>
        </p:nvSpPr>
        <p:spPr>
          <a:xfrm>
            <a:off x="4078278" y="886033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BAEBB7F-A01E-0855-6914-A937624D8BB1}"/>
              </a:ext>
            </a:extLst>
          </p:cNvPr>
          <p:cNvSpPr/>
          <p:nvPr/>
        </p:nvSpPr>
        <p:spPr>
          <a:xfrm>
            <a:off x="5772564" y="886033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2920929-A954-862C-283F-760CA1EBB0D1}"/>
              </a:ext>
            </a:extLst>
          </p:cNvPr>
          <p:cNvSpPr/>
          <p:nvPr/>
        </p:nvSpPr>
        <p:spPr>
          <a:xfrm>
            <a:off x="6619707" y="884951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601497A-A757-B2EA-1E54-50F6655A22D3}"/>
              </a:ext>
            </a:extLst>
          </p:cNvPr>
          <p:cNvSpPr/>
          <p:nvPr/>
        </p:nvSpPr>
        <p:spPr>
          <a:xfrm>
            <a:off x="7495628" y="886033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7CB07E2-B98C-9F41-CCDC-3FDDD9568C81}"/>
              </a:ext>
            </a:extLst>
          </p:cNvPr>
          <p:cNvSpPr/>
          <p:nvPr/>
        </p:nvSpPr>
        <p:spPr>
          <a:xfrm>
            <a:off x="8371549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98C237C-163E-0686-A36B-F8D10D69A0D2}"/>
              </a:ext>
            </a:extLst>
          </p:cNvPr>
          <p:cNvSpPr/>
          <p:nvPr/>
        </p:nvSpPr>
        <p:spPr>
          <a:xfrm>
            <a:off x="9246908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F1A1E82-40E1-265B-E63B-C0847113539E}"/>
              </a:ext>
            </a:extLst>
          </p:cNvPr>
          <p:cNvSpPr/>
          <p:nvPr/>
        </p:nvSpPr>
        <p:spPr>
          <a:xfrm>
            <a:off x="2355214" y="94826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4C7638D-3E74-054B-2F7B-8C7142755A24}"/>
              </a:ext>
            </a:extLst>
          </p:cNvPr>
          <p:cNvSpPr/>
          <p:nvPr/>
        </p:nvSpPr>
        <p:spPr>
          <a:xfrm>
            <a:off x="3231135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099DF89-4380-220C-37FA-5C461D2727B4}"/>
              </a:ext>
            </a:extLst>
          </p:cNvPr>
          <p:cNvSpPr/>
          <p:nvPr/>
        </p:nvSpPr>
        <p:spPr>
          <a:xfrm>
            <a:off x="4925421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0554860-64D2-1589-BE35-AFAC0391AE13}"/>
              </a:ext>
            </a:extLst>
          </p:cNvPr>
          <p:cNvSpPr/>
          <p:nvPr/>
        </p:nvSpPr>
        <p:spPr>
          <a:xfrm>
            <a:off x="407827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3044ED4-B6FE-BDE9-C3C6-4C6A2A9063DE}"/>
              </a:ext>
            </a:extLst>
          </p:cNvPr>
          <p:cNvSpPr/>
          <p:nvPr/>
        </p:nvSpPr>
        <p:spPr>
          <a:xfrm>
            <a:off x="5772564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8355C75-4610-25DD-7B4D-5F410BDD6730}"/>
              </a:ext>
            </a:extLst>
          </p:cNvPr>
          <p:cNvSpPr/>
          <p:nvPr/>
        </p:nvSpPr>
        <p:spPr>
          <a:xfrm>
            <a:off x="6619707" y="94826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C2632B8-F0C9-3501-CEA2-D15BBA03C231}"/>
              </a:ext>
            </a:extLst>
          </p:cNvPr>
          <p:cNvSpPr/>
          <p:nvPr/>
        </p:nvSpPr>
        <p:spPr>
          <a:xfrm>
            <a:off x="749562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B86D805-C512-724D-1D81-A0294CD4A663}"/>
              </a:ext>
            </a:extLst>
          </p:cNvPr>
          <p:cNvSpPr/>
          <p:nvPr/>
        </p:nvSpPr>
        <p:spPr>
          <a:xfrm>
            <a:off x="8371549" y="94934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BF5F867-EF8E-5FA8-27A0-3C98B8998C0C}"/>
              </a:ext>
            </a:extLst>
          </p:cNvPr>
          <p:cNvSpPr/>
          <p:nvPr/>
        </p:nvSpPr>
        <p:spPr>
          <a:xfrm>
            <a:off x="924690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EA62CA9-586B-2E4A-11F2-A69C135220EB}"/>
              </a:ext>
            </a:extLst>
          </p:cNvPr>
          <p:cNvSpPr/>
          <p:nvPr/>
        </p:nvSpPr>
        <p:spPr>
          <a:xfrm>
            <a:off x="2355214" y="1009716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7B98A19-1FCC-D5A9-5109-899B4988E560}"/>
              </a:ext>
            </a:extLst>
          </p:cNvPr>
          <p:cNvSpPr/>
          <p:nvPr/>
        </p:nvSpPr>
        <p:spPr>
          <a:xfrm>
            <a:off x="3231135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8966B5A-E81C-F505-91A5-B3453D7E6F17}"/>
              </a:ext>
            </a:extLst>
          </p:cNvPr>
          <p:cNvSpPr/>
          <p:nvPr/>
        </p:nvSpPr>
        <p:spPr>
          <a:xfrm>
            <a:off x="4925421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3894DEB-527D-0B8B-A2D3-8F2A0453EDA3}"/>
              </a:ext>
            </a:extLst>
          </p:cNvPr>
          <p:cNvSpPr/>
          <p:nvPr/>
        </p:nvSpPr>
        <p:spPr>
          <a:xfrm>
            <a:off x="407827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38A94E4-3118-26DF-6790-1B3F8770D0C0}"/>
              </a:ext>
            </a:extLst>
          </p:cNvPr>
          <p:cNvSpPr/>
          <p:nvPr/>
        </p:nvSpPr>
        <p:spPr>
          <a:xfrm>
            <a:off x="5772564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B86395A-8F55-AA40-B5E3-28C0FE87B6E6}"/>
              </a:ext>
            </a:extLst>
          </p:cNvPr>
          <p:cNvSpPr/>
          <p:nvPr/>
        </p:nvSpPr>
        <p:spPr>
          <a:xfrm>
            <a:off x="6619707" y="1009716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29B4CA2-11CE-E7C9-936D-4BE98192CDAF}"/>
              </a:ext>
            </a:extLst>
          </p:cNvPr>
          <p:cNvSpPr/>
          <p:nvPr/>
        </p:nvSpPr>
        <p:spPr>
          <a:xfrm>
            <a:off x="749562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143056F-0CD5-85CE-817D-FCECD11F66D2}"/>
              </a:ext>
            </a:extLst>
          </p:cNvPr>
          <p:cNvSpPr/>
          <p:nvPr/>
        </p:nvSpPr>
        <p:spPr>
          <a:xfrm>
            <a:off x="8371549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0458E0B-FB19-9E54-DC20-AD31DF700D99}"/>
              </a:ext>
            </a:extLst>
          </p:cNvPr>
          <p:cNvSpPr/>
          <p:nvPr/>
        </p:nvSpPr>
        <p:spPr>
          <a:xfrm>
            <a:off x="9246908" y="1010797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D2DD905-B0D1-C13B-5D05-17F215FE8B30}"/>
              </a:ext>
            </a:extLst>
          </p:cNvPr>
          <p:cNvSpPr/>
          <p:nvPr/>
        </p:nvSpPr>
        <p:spPr>
          <a:xfrm>
            <a:off x="2355214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8B745DD-4246-9D20-A807-AE7002C4AEDC}"/>
              </a:ext>
            </a:extLst>
          </p:cNvPr>
          <p:cNvSpPr/>
          <p:nvPr/>
        </p:nvSpPr>
        <p:spPr>
          <a:xfrm>
            <a:off x="3231135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00154C3-9B39-2FBD-40D5-73A11B27348D}"/>
              </a:ext>
            </a:extLst>
          </p:cNvPr>
          <p:cNvSpPr/>
          <p:nvPr/>
        </p:nvSpPr>
        <p:spPr>
          <a:xfrm>
            <a:off x="4925421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D190714-9906-77CE-672D-80D95412CFA7}"/>
              </a:ext>
            </a:extLst>
          </p:cNvPr>
          <p:cNvSpPr/>
          <p:nvPr/>
        </p:nvSpPr>
        <p:spPr>
          <a:xfrm>
            <a:off x="407827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AC2E3ED-1607-5105-7E8A-C97B5AE203D9}"/>
              </a:ext>
            </a:extLst>
          </p:cNvPr>
          <p:cNvSpPr/>
          <p:nvPr/>
        </p:nvSpPr>
        <p:spPr>
          <a:xfrm>
            <a:off x="5772564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2CC620B1-87F6-9277-6AEF-4E4D47BF1C5E}"/>
              </a:ext>
            </a:extLst>
          </p:cNvPr>
          <p:cNvSpPr/>
          <p:nvPr/>
        </p:nvSpPr>
        <p:spPr>
          <a:xfrm>
            <a:off x="6619707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90637DB-4B25-C5A2-9B85-39C1462310DC}"/>
              </a:ext>
            </a:extLst>
          </p:cNvPr>
          <p:cNvSpPr/>
          <p:nvPr/>
        </p:nvSpPr>
        <p:spPr>
          <a:xfrm>
            <a:off x="749562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0CF2676-5BE9-8C13-3E54-2047DE1EDA15}"/>
              </a:ext>
            </a:extLst>
          </p:cNvPr>
          <p:cNvSpPr/>
          <p:nvPr/>
        </p:nvSpPr>
        <p:spPr>
          <a:xfrm>
            <a:off x="8371549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E720747-C7BA-B8F4-8687-1F9A4495D0AD}"/>
              </a:ext>
            </a:extLst>
          </p:cNvPr>
          <p:cNvSpPr/>
          <p:nvPr/>
        </p:nvSpPr>
        <p:spPr>
          <a:xfrm>
            <a:off x="924690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0816552-5A86-58E0-63E1-968CCD2B580A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A7200E7-5537-0C90-03EF-4FAF3F2B263F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296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0BCF0-D543-29CF-7DCC-CF4C033B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509C3A-E697-7B85-4B9D-E4E056331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7C2E5-40BB-7EBA-C4A5-E09E23AB7ECB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1A5D356-4F94-28D5-E59F-347AFBF72B3F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40BE339-BA6F-6833-89AF-6AC84D94641D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BC04A4A-1CF8-8559-C560-4BC63573EC66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BDAF5CE-EB54-B40A-355B-AD9769636911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755659-59D3-5620-2AED-62984876BED4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8AB0FF1-1E0F-47E7-DB22-98AFD372C31C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023059D-A789-2D36-211C-794D6988C11A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49EB0E-FC19-E42C-F1C2-E41B8538C1DF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28E0CA-CCE6-3615-8758-8956A314C979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F97631-0792-2C4B-ECD1-BFE524D3F424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4C574-3CA8-BAC4-E227-AEDC81C81A2A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5636DE-C3A3-B1F1-4FCC-AF4CFE92A7E6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B259D-0AA9-5045-9EB8-D5FC4849548D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4852AD-A274-D708-BC28-988863B458A3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FF8D2-25E8-89FB-C6D5-AF7B0D89F25D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982763-5410-57E5-9381-D7D56EB1BE5B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AEA45-957E-B9D1-3352-9E5CEF07FF2C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A1CCE99-74D6-184B-3065-EC6EECFF4473}"/>
              </a:ext>
            </a:extLst>
          </p:cNvPr>
          <p:cNvSpPr/>
          <p:nvPr/>
        </p:nvSpPr>
        <p:spPr>
          <a:xfrm>
            <a:off x="2355214" y="244697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6C313B9-1594-EF58-7A5B-A7D7C426BB14}"/>
              </a:ext>
            </a:extLst>
          </p:cNvPr>
          <p:cNvSpPr/>
          <p:nvPr/>
        </p:nvSpPr>
        <p:spPr>
          <a:xfrm>
            <a:off x="3231135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338DE7E-BC99-A722-C2FB-717B5AD8AB5B}"/>
              </a:ext>
            </a:extLst>
          </p:cNvPr>
          <p:cNvSpPr/>
          <p:nvPr/>
        </p:nvSpPr>
        <p:spPr>
          <a:xfrm>
            <a:off x="4925421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8ABD681-2DEC-1C20-9023-7E0C63902CDC}"/>
              </a:ext>
            </a:extLst>
          </p:cNvPr>
          <p:cNvSpPr/>
          <p:nvPr/>
        </p:nvSpPr>
        <p:spPr>
          <a:xfrm>
            <a:off x="4078278" y="245778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039D407-ABE3-ECF6-F9B7-761BC6DD03C0}"/>
              </a:ext>
            </a:extLst>
          </p:cNvPr>
          <p:cNvSpPr/>
          <p:nvPr/>
        </p:nvSpPr>
        <p:spPr>
          <a:xfrm>
            <a:off x="5772564" y="245778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E2C9F16-5B8F-4C89-2197-A81BB2272EE9}"/>
              </a:ext>
            </a:extLst>
          </p:cNvPr>
          <p:cNvSpPr/>
          <p:nvPr/>
        </p:nvSpPr>
        <p:spPr>
          <a:xfrm>
            <a:off x="6619707" y="244697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D0845CB-1C7B-1CB5-CD2F-D1786D35EAA8}"/>
              </a:ext>
            </a:extLst>
          </p:cNvPr>
          <p:cNvSpPr/>
          <p:nvPr/>
        </p:nvSpPr>
        <p:spPr>
          <a:xfrm>
            <a:off x="749562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58A7893-B0FB-14A8-855A-205D1AC6F76F}"/>
              </a:ext>
            </a:extLst>
          </p:cNvPr>
          <p:cNvSpPr/>
          <p:nvPr/>
        </p:nvSpPr>
        <p:spPr>
          <a:xfrm>
            <a:off x="8371549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DBF3FD-59BA-1E18-C463-A041E998127B}"/>
              </a:ext>
            </a:extLst>
          </p:cNvPr>
          <p:cNvSpPr/>
          <p:nvPr/>
        </p:nvSpPr>
        <p:spPr>
          <a:xfrm>
            <a:off x="924690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915DF9C-B0DD-D332-EA39-314977F7B85A}"/>
              </a:ext>
            </a:extLst>
          </p:cNvPr>
          <p:cNvSpPr/>
          <p:nvPr/>
        </p:nvSpPr>
        <p:spPr>
          <a:xfrm>
            <a:off x="2355214" y="822719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74B8F54-A893-EF47-9076-C2590C866A75}"/>
              </a:ext>
            </a:extLst>
          </p:cNvPr>
          <p:cNvSpPr/>
          <p:nvPr/>
        </p:nvSpPr>
        <p:spPr>
          <a:xfrm>
            <a:off x="3231135" y="823800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C434FDD-2A7F-8D4E-3795-9C3227A39E20}"/>
              </a:ext>
            </a:extLst>
          </p:cNvPr>
          <p:cNvSpPr/>
          <p:nvPr/>
        </p:nvSpPr>
        <p:spPr>
          <a:xfrm>
            <a:off x="4925421" y="823800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0CEAD8-685B-FF70-6B59-D78C880C8CFD}"/>
              </a:ext>
            </a:extLst>
          </p:cNvPr>
          <p:cNvSpPr/>
          <p:nvPr/>
        </p:nvSpPr>
        <p:spPr>
          <a:xfrm>
            <a:off x="4078278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83418C5-C5EB-C65B-4201-749A5800A99A}"/>
              </a:ext>
            </a:extLst>
          </p:cNvPr>
          <p:cNvSpPr/>
          <p:nvPr/>
        </p:nvSpPr>
        <p:spPr>
          <a:xfrm>
            <a:off x="5772564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0ADFAED-D255-B6DD-D471-2D3A2613A629}"/>
              </a:ext>
            </a:extLst>
          </p:cNvPr>
          <p:cNvSpPr/>
          <p:nvPr/>
        </p:nvSpPr>
        <p:spPr>
          <a:xfrm>
            <a:off x="6619707" y="8227193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CCDF89E-9C98-38E2-0C50-F7DEDC227E1A}"/>
              </a:ext>
            </a:extLst>
          </p:cNvPr>
          <p:cNvSpPr/>
          <p:nvPr/>
        </p:nvSpPr>
        <p:spPr>
          <a:xfrm>
            <a:off x="7495628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F4316AC-BAFC-251B-46D0-242CF3A931E9}"/>
              </a:ext>
            </a:extLst>
          </p:cNvPr>
          <p:cNvSpPr/>
          <p:nvPr/>
        </p:nvSpPr>
        <p:spPr>
          <a:xfrm>
            <a:off x="8371549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D4D9F3A-9090-3134-5527-24A93112992E}"/>
              </a:ext>
            </a:extLst>
          </p:cNvPr>
          <p:cNvSpPr/>
          <p:nvPr/>
        </p:nvSpPr>
        <p:spPr>
          <a:xfrm>
            <a:off x="9246908" y="823800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508FE44-E7AC-C60E-BCFE-8975EB81DAB6}"/>
              </a:ext>
            </a:extLst>
          </p:cNvPr>
          <p:cNvSpPr/>
          <p:nvPr/>
        </p:nvSpPr>
        <p:spPr>
          <a:xfrm>
            <a:off x="2355214" y="884951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C4F6490-62E2-5413-5F94-7DA1BF8B442D}"/>
              </a:ext>
            </a:extLst>
          </p:cNvPr>
          <p:cNvSpPr/>
          <p:nvPr/>
        </p:nvSpPr>
        <p:spPr>
          <a:xfrm>
            <a:off x="3231135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45985B3-0919-08C6-D81B-502258090B6B}"/>
              </a:ext>
            </a:extLst>
          </p:cNvPr>
          <p:cNvSpPr/>
          <p:nvPr/>
        </p:nvSpPr>
        <p:spPr>
          <a:xfrm>
            <a:off x="4925421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F184C9E-1EF8-A0F9-1B32-35FE6B1C745A}"/>
              </a:ext>
            </a:extLst>
          </p:cNvPr>
          <p:cNvSpPr/>
          <p:nvPr/>
        </p:nvSpPr>
        <p:spPr>
          <a:xfrm>
            <a:off x="4078278" y="886033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5B6D391-206D-F5E7-06AF-D78AAB509C9B}"/>
              </a:ext>
            </a:extLst>
          </p:cNvPr>
          <p:cNvSpPr/>
          <p:nvPr/>
        </p:nvSpPr>
        <p:spPr>
          <a:xfrm>
            <a:off x="5772564" y="886033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F9D12DD-68BC-72E0-68FE-66F142E91732}"/>
              </a:ext>
            </a:extLst>
          </p:cNvPr>
          <p:cNvSpPr/>
          <p:nvPr/>
        </p:nvSpPr>
        <p:spPr>
          <a:xfrm>
            <a:off x="6619707" y="884951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24FFB25-7FE6-F770-85E5-84AD5116445F}"/>
              </a:ext>
            </a:extLst>
          </p:cNvPr>
          <p:cNvSpPr/>
          <p:nvPr/>
        </p:nvSpPr>
        <p:spPr>
          <a:xfrm>
            <a:off x="7495628" y="886033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9617659-86C4-8130-DE74-E2FF73CF844B}"/>
              </a:ext>
            </a:extLst>
          </p:cNvPr>
          <p:cNvSpPr/>
          <p:nvPr/>
        </p:nvSpPr>
        <p:spPr>
          <a:xfrm>
            <a:off x="8371549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6AFD88D-6AE9-4526-F395-272C13E0639C}"/>
              </a:ext>
            </a:extLst>
          </p:cNvPr>
          <p:cNvSpPr/>
          <p:nvPr/>
        </p:nvSpPr>
        <p:spPr>
          <a:xfrm>
            <a:off x="9246908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602F49C-7EF9-761E-184B-38DEAB91CA22}"/>
              </a:ext>
            </a:extLst>
          </p:cNvPr>
          <p:cNvSpPr/>
          <p:nvPr/>
        </p:nvSpPr>
        <p:spPr>
          <a:xfrm>
            <a:off x="2355214" y="94826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E193EA6-E705-314C-8BCB-FE0FEA79BDE5}"/>
              </a:ext>
            </a:extLst>
          </p:cNvPr>
          <p:cNvSpPr/>
          <p:nvPr/>
        </p:nvSpPr>
        <p:spPr>
          <a:xfrm>
            <a:off x="3231135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A476544-5ECE-0406-DEF4-21C558029A63}"/>
              </a:ext>
            </a:extLst>
          </p:cNvPr>
          <p:cNvSpPr/>
          <p:nvPr/>
        </p:nvSpPr>
        <p:spPr>
          <a:xfrm>
            <a:off x="4925421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4D08EE1-912F-7129-11BA-67848D2B9140}"/>
              </a:ext>
            </a:extLst>
          </p:cNvPr>
          <p:cNvSpPr/>
          <p:nvPr/>
        </p:nvSpPr>
        <p:spPr>
          <a:xfrm>
            <a:off x="407827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7BEF31C-82A9-BB92-1EA4-2838E50EDE10}"/>
              </a:ext>
            </a:extLst>
          </p:cNvPr>
          <p:cNvSpPr/>
          <p:nvPr/>
        </p:nvSpPr>
        <p:spPr>
          <a:xfrm>
            <a:off x="5772564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D95B8CC-7286-A104-EF6C-09A95AD198AF}"/>
              </a:ext>
            </a:extLst>
          </p:cNvPr>
          <p:cNvSpPr/>
          <p:nvPr/>
        </p:nvSpPr>
        <p:spPr>
          <a:xfrm>
            <a:off x="6619707" y="94826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568E08-0713-1250-B155-98C6FEF0B8E5}"/>
              </a:ext>
            </a:extLst>
          </p:cNvPr>
          <p:cNvSpPr/>
          <p:nvPr/>
        </p:nvSpPr>
        <p:spPr>
          <a:xfrm>
            <a:off x="749562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6F7CC7A-9F8F-7C38-B0DE-D2EC314C7AFE}"/>
              </a:ext>
            </a:extLst>
          </p:cNvPr>
          <p:cNvSpPr/>
          <p:nvPr/>
        </p:nvSpPr>
        <p:spPr>
          <a:xfrm>
            <a:off x="8371549" y="94934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EE32E87-BB03-D791-51CD-4241FBD1EF00}"/>
              </a:ext>
            </a:extLst>
          </p:cNvPr>
          <p:cNvSpPr/>
          <p:nvPr/>
        </p:nvSpPr>
        <p:spPr>
          <a:xfrm>
            <a:off x="924690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8F8A6C4-D0E8-E702-994B-B4858B55214F}"/>
              </a:ext>
            </a:extLst>
          </p:cNvPr>
          <p:cNvSpPr/>
          <p:nvPr/>
        </p:nvSpPr>
        <p:spPr>
          <a:xfrm>
            <a:off x="2355214" y="1009716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DA3AE0A-F95E-AA1F-E2F1-985D42285E44}"/>
              </a:ext>
            </a:extLst>
          </p:cNvPr>
          <p:cNvSpPr/>
          <p:nvPr/>
        </p:nvSpPr>
        <p:spPr>
          <a:xfrm>
            <a:off x="3231135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FE4099A-D106-B895-DB6B-8ACACD71DB55}"/>
              </a:ext>
            </a:extLst>
          </p:cNvPr>
          <p:cNvSpPr/>
          <p:nvPr/>
        </p:nvSpPr>
        <p:spPr>
          <a:xfrm>
            <a:off x="4925421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AC7D39B-8E32-4C0F-C3A8-B109A271F3E8}"/>
              </a:ext>
            </a:extLst>
          </p:cNvPr>
          <p:cNvSpPr/>
          <p:nvPr/>
        </p:nvSpPr>
        <p:spPr>
          <a:xfrm>
            <a:off x="407827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5692099-F13B-B5FF-20FD-1504D40C6E2B}"/>
              </a:ext>
            </a:extLst>
          </p:cNvPr>
          <p:cNvSpPr/>
          <p:nvPr/>
        </p:nvSpPr>
        <p:spPr>
          <a:xfrm>
            <a:off x="5772564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65E22A1-FF51-7ED5-0E58-6889D3D56177}"/>
              </a:ext>
            </a:extLst>
          </p:cNvPr>
          <p:cNvSpPr/>
          <p:nvPr/>
        </p:nvSpPr>
        <p:spPr>
          <a:xfrm>
            <a:off x="6619707" y="1009716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841E70F-5008-8649-1EE5-B06E310A6CBD}"/>
              </a:ext>
            </a:extLst>
          </p:cNvPr>
          <p:cNvSpPr/>
          <p:nvPr/>
        </p:nvSpPr>
        <p:spPr>
          <a:xfrm>
            <a:off x="749562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BAE4AEE-1905-97F4-1F5A-AFB263DA11A8}"/>
              </a:ext>
            </a:extLst>
          </p:cNvPr>
          <p:cNvSpPr/>
          <p:nvPr/>
        </p:nvSpPr>
        <p:spPr>
          <a:xfrm>
            <a:off x="8371549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6413B95-D061-AF7A-E632-2A48A1695A91}"/>
              </a:ext>
            </a:extLst>
          </p:cNvPr>
          <p:cNvSpPr/>
          <p:nvPr/>
        </p:nvSpPr>
        <p:spPr>
          <a:xfrm>
            <a:off x="9246908" y="1010797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F2C306D9-7C5B-FDB2-F3DE-04D1B21A7B76}"/>
              </a:ext>
            </a:extLst>
          </p:cNvPr>
          <p:cNvSpPr/>
          <p:nvPr/>
        </p:nvSpPr>
        <p:spPr>
          <a:xfrm>
            <a:off x="2355214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58EA63E-169B-15C1-7C56-78EE7ABE9102}"/>
              </a:ext>
            </a:extLst>
          </p:cNvPr>
          <p:cNvSpPr/>
          <p:nvPr/>
        </p:nvSpPr>
        <p:spPr>
          <a:xfrm>
            <a:off x="3231135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4AA6DB0-6EAF-34C8-09BA-F9EBDF7F4696}"/>
              </a:ext>
            </a:extLst>
          </p:cNvPr>
          <p:cNvSpPr/>
          <p:nvPr/>
        </p:nvSpPr>
        <p:spPr>
          <a:xfrm>
            <a:off x="4925421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F3CF5C2-C02C-CECC-3DCB-D9C8B5A12833}"/>
              </a:ext>
            </a:extLst>
          </p:cNvPr>
          <p:cNvSpPr/>
          <p:nvPr/>
        </p:nvSpPr>
        <p:spPr>
          <a:xfrm>
            <a:off x="407827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4912D49-D3A5-B09D-DC1A-A9C2E3EA3F37}"/>
              </a:ext>
            </a:extLst>
          </p:cNvPr>
          <p:cNvSpPr/>
          <p:nvPr/>
        </p:nvSpPr>
        <p:spPr>
          <a:xfrm>
            <a:off x="5772564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677E21E-BFE2-B088-618F-216275DA4FF5}"/>
              </a:ext>
            </a:extLst>
          </p:cNvPr>
          <p:cNvSpPr/>
          <p:nvPr/>
        </p:nvSpPr>
        <p:spPr>
          <a:xfrm>
            <a:off x="6619707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61D13B3-E23B-E7EA-5ED0-0B83F7ED48F2}"/>
              </a:ext>
            </a:extLst>
          </p:cNvPr>
          <p:cNvSpPr/>
          <p:nvPr/>
        </p:nvSpPr>
        <p:spPr>
          <a:xfrm>
            <a:off x="749562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EF07909-8024-8480-67C6-B2893BBF4DA9}"/>
              </a:ext>
            </a:extLst>
          </p:cNvPr>
          <p:cNvSpPr/>
          <p:nvPr/>
        </p:nvSpPr>
        <p:spPr>
          <a:xfrm>
            <a:off x="8371549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EE9A1754-6686-0AB0-6CB3-126EDA1CA9D4}"/>
              </a:ext>
            </a:extLst>
          </p:cNvPr>
          <p:cNvSpPr/>
          <p:nvPr/>
        </p:nvSpPr>
        <p:spPr>
          <a:xfrm>
            <a:off x="924690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1028D4-B94C-AA2D-F311-95D9664D7000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C108D-D197-38BC-7573-967C711F726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245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BB302-8C93-D4AE-6727-B629D02F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DF85C1-C2BC-BC63-74E9-EC8B7B76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256228A-D86F-6D75-81C2-B06E1F946860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7D7E3C0-2649-67D7-915F-29F81A51FDD0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AEA2B6A-A843-80BD-FDCA-6784058DAAEA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D4FB8C-6E0B-BE19-F5B5-9DAF8459EBB1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4CAD30-62BB-0B94-5091-6009353A1BE3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56875AE-9B02-BF2C-8061-E46FCAC77184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5804E1D-B2DF-FFF4-8DB7-45BB6B4175AD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F402CD5-B2EB-82A6-358F-BDE1A5C526BE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63B3A24-6AC4-D0D0-A0E7-8F0AA48BABE6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7F0EB-7B17-486B-952B-9D19EC684210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A60CE3-DE89-B19E-4E7F-75222189F2B5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2D0738-25B1-9C5C-1C30-1ECAAA2FA0C5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5347B1-8F02-7F7E-1EB0-32EB29F10CB1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D694E-BD7A-ABFB-F5BA-5983A15867B3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00535-0660-A051-8A5C-0AA52574FBC8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5372C1-DE12-CB8A-9725-29FD71A7DE79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5EDC44-F146-E6F6-18D9-5C09BFAE7BA4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72F97-BC3E-352C-753D-A12C3E076C42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BCA4261-DB16-126F-1890-942D306D17CD}"/>
              </a:ext>
            </a:extLst>
          </p:cNvPr>
          <p:cNvSpPr/>
          <p:nvPr/>
        </p:nvSpPr>
        <p:spPr>
          <a:xfrm>
            <a:off x="2355214" y="244697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042C286-F842-C245-74F5-7B5E66DB7872}"/>
              </a:ext>
            </a:extLst>
          </p:cNvPr>
          <p:cNvSpPr/>
          <p:nvPr/>
        </p:nvSpPr>
        <p:spPr>
          <a:xfrm>
            <a:off x="3231135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EE98827-0617-DD93-5D1F-AB1AEC48642F}"/>
              </a:ext>
            </a:extLst>
          </p:cNvPr>
          <p:cNvSpPr/>
          <p:nvPr/>
        </p:nvSpPr>
        <p:spPr>
          <a:xfrm>
            <a:off x="4925421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93DC638-488A-6714-0B61-86401B6CB359}"/>
              </a:ext>
            </a:extLst>
          </p:cNvPr>
          <p:cNvSpPr/>
          <p:nvPr/>
        </p:nvSpPr>
        <p:spPr>
          <a:xfrm>
            <a:off x="4078278" y="245778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1977E65-2479-BF75-18DA-E786898F9DC5}"/>
              </a:ext>
            </a:extLst>
          </p:cNvPr>
          <p:cNvSpPr/>
          <p:nvPr/>
        </p:nvSpPr>
        <p:spPr>
          <a:xfrm>
            <a:off x="5772564" y="245778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CF05AAC-2842-CE80-30F9-F0C3DAEAE59B}"/>
              </a:ext>
            </a:extLst>
          </p:cNvPr>
          <p:cNvSpPr/>
          <p:nvPr/>
        </p:nvSpPr>
        <p:spPr>
          <a:xfrm>
            <a:off x="6619707" y="244697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BE9F470-EF50-6A0D-5FE8-4E5A825B6284}"/>
              </a:ext>
            </a:extLst>
          </p:cNvPr>
          <p:cNvSpPr/>
          <p:nvPr/>
        </p:nvSpPr>
        <p:spPr>
          <a:xfrm>
            <a:off x="749562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006D0F6-6FBC-9476-0FBA-ADDCC22F4817}"/>
              </a:ext>
            </a:extLst>
          </p:cNvPr>
          <p:cNvSpPr/>
          <p:nvPr/>
        </p:nvSpPr>
        <p:spPr>
          <a:xfrm>
            <a:off x="8371549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7234296-19EC-A8F2-6A90-8D14C5CEFE1C}"/>
              </a:ext>
            </a:extLst>
          </p:cNvPr>
          <p:cNvSpPr/>
          <p:nvPr/>
        </p:nvSpPr>
        <p:spPr>
          <a:xfrm>
            <a:off x="924690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0D31F2A-6030-FAEA-B6CA-A805FA62FA58}"/>
              </a:ext>
            </a:extLst>
          </p:cNvPr>
          <p:cNvSpPr/>
          <p:nvPr/>
        </p:nvSpPr>
        <p:spPr>
          <a:xfrm>
            <a:off x="2355214" y="305067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A1DB2C-EFEF-9CFA-0DF3-604D9D8C6B54}"/>
              </a:ext>
            </a:extLst>
          </p:cNvPr>
          <p:cNvSpPr/>
          <p:nvPr/>
        </p:nvSpPr>
        <p:spPr>
          <a:xfrm>
            <a:off x="3231135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BA3B7EC-1828-0A88-DCC8-31164801C0AB}"/>
              </a:ext>
            </a:extLst>
          </p:cNvPr>
          <p:cNvSpPr/>
          <p:nvPr/>
        </p:nvSpPr>
        <p:spPr>
          <a:xfrm>
            <a:off x="4925421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C10D491-F9BA-748C-D11A-B19052B2ABB7}"/>
              </a:ext>
            </a:extLst>
          </p:cNvPr>
          <p:cNvSpPr/>
          <p:nvPr/>
        </p:nvSpPr>
        <p:spPr>
          <a:xfrm>
            <a:off x="407827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94F139C-DB66-C83E-668C-66E9A67841B1}"/>
              </a:ext>
            </a:extLst>
          </p:cNvPr>
          <p:cNvSpPr/>
          <p:nvPr/>
        </p:nvSpPr>
        <p:spPr>
          <a:xfrm>
            <a:off x="5772564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7A81772-232A-D2C4-66CF-2B58C79FED3A}"/>
              </a:ext>
            </a:extLst>
          </p:cNvPr>
          <p:cNvSpPr/>
          <p:nvPr/>
        </p:nvSpPr>
        <p:spPr>
          <a:xfrm>
            <a:off x="6619707" y="305067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2577A6B-A51B-FD5D-B039-1FE40885EF88}"/>
              </a:ext>
            </a:extLst>
          </p:cNvPr>
          <p:cNvSpPr/>
          <p:nvPr/>
        </p:nvSpPr>
        <p:spPr>
          <a:xfrm>
            <a:off x="749562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718B2A2-9D6E-EAA1-0F0F-092835627D74}"/>
              </a:ext>
            </a:extLst>
          </p:cNvPr>
          <p:cNvSpPr/>
          <p:nvPr/>
        </p:nvSpPr>
        <p:spPr>
          <a:xfrm>
            <a:off x="8371549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C3BCF6E-1FD8-88A7-FFBF-6AD7D3BE8CF8}"/>
              </a:ext>
            </a:extLst>
          </p:cNvPr>
          <p:cNvSpPr/>
          <p:nvPr/>
        </p:nvSpPr>
        <p:spPr>
          <a:xfrm>
            <a:off x="924690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A02BAD5-2E51-35D1-1FCE-2D0827ECEDED}"/>
              </a:ext>
            </a:extLst>
          </p:cNvPr>
          <p:cNvSpPr/>
          <p:nvPr/>
        </p:nvSpPr>
        <p:spPr>
          <a:xfrm>
            <a:off x="2355214" y="884951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06DC723-C26F-0FBB-7FB6-A668E3A2BF5E}"/>
              </a:ext>
            </a:extLst>
          </p:cNvPr>
          <p:cNvSpPr/>
          <p:nvPr/>
        </p:nvSpPr>
        <p:spPr>
          <a:xfrm>
            <a:off x="3231135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45F8230-8472-715F-6401-0D9DAF6E60ED}"/>
              </a:ext>
            </a:extLst>
          </p:cNvPr>
          <p:cNvSpPr/>
          <p:nvPr/>
        </p:nvSpPr>
        <p:spPr>
          <a:xfrm>
            <a:off x="4925421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7CAF70D-37B6-47D7-9A1B-8901D23ACB0C}"/>
              </a:ext>
            </a:extLst>
          </p:cNvPr>
          <p:cNvSpPr/>
          <p:nvPr/>
        </p:nvSpPr>
        <p:spPr>
          <a:xfrm>
            <a:off x="4078278" y="886033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3FC17E5-8973-93CC-A2F2-60AAE2991045}"/>
              </a:ext>
            </a:extLst>
          </p:cNvPr>
          <p:cNvSpPr/>
          <p:nvPr/>
        </p:nvSpPr>
        <p:spPr>
          <a:xfrm>
            <a:off x="5772564" y="886033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C54A40C-D9D4-C7F8-5CCC-7DE3397AB3FA}"/>
              </a:ext>
            </a:extLst>
          </p:cNvPr>
          <p:cNvSpPr/>
          <p:nvPr/>
        </p:nvSpPr>
        <p:spPr>
          <a:xfrm>
            <a:off x="6619707" y="884951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66FD999-EC1B-9991-9497-42E635FF6761}"/>
              </a:ext>
            </a:extLst>
          </p:cNvPr>
          <p:cNvSpPr/>
          <p:nvPr/>
        </p:nvSpPr>
        <p:spPr>
          <a:xfrm>
            <a:off x="7495628" y="886033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FDB3950-5339-9B25-02FE-CFB166E54E3E}"/>
              </a:ext>
            </a:extLst>
          </p:cNvPr>
          <p:cNvSpPr/>
          <p:nvPr/>
        </p:nvSpPr>
        <p:spPr>
          <a:xfrm>
            <a:off x="8371549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01E7F8B-328D-8DE9-10F3-46666C4168E5}"/>
              </a:ext>
            </a:extLst>
          </p:cNvPr>
          <p:cNvSpPr/>
          <p:nvPr/>
        </p:nvSpPr>
        <p:spPr>
          <a:xfrm>
            <a:off x="9246908" y="886033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3D6DEFC-8CC9-3659-47C4-4D3D82F43B64}"/>
              </a:ext>
            </a:extLst>
          </p:cNvPr>
          <p:cNvSpPr/>
          <p:nvPr/>
        </p:nvSpPr>
        <p:spPr>
          <a:xfrm>
            <a:off x="2355214" y="94826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0A26DE6-E0D7-07DB-F7ED-A0800A45CC0E}"/>
              </a:ext>
            </a:extLst>
          </p:cNvPr>
          <p:cNvSpPr/>
          <p:nvPr/>
        </p:nvSpPr>
        <p:spPr>
          <a:xfrm>
            <a:off x="3231135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4CFC29C-3CB4-FF1C-6885-2353A653D58F}"/>
              </a:ext>
            </a:extLst>
          </p:cNvPr>
          <p:cNvSpPr/>
          <p:nvPr/>
        </p:nvSpPr>
        <p:spPr>
          <a:xfrm>
            <a:off x="4925421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2D493A2-B6E4-1C35-9917-54CF456420DB}"/>
              </a:ext>
            </a:extLst>
          </p:cNvPr>
          <p:cNvSpPr/>
          <p:nvPr/>
        </p:nvSpPr>
        <p:spPr>
          <a:xfrm>
            <a:off x="407827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5A8C4ED-DBEB-954E-724A-32CBCC6C51C6}"/>
              </a:ext>
            </a:extLst>
          </p:cNvPr>
          <p:cNvSpPr/>
          <p:nvPr/>
        </p:nvSpPr>
        <p:spPr>
          <a:xfrm>
            <a:off x="5772564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712E0C9-7980-EAFD-898C-56CC385D57BB}"/>
              </a:ext>
            </a:extLst>
          </p:cNvPr>
          <p:cNvSpPr/>
          <p:nvPr/>
        </p:nvSpPr>
        <p:spPr>
          <a:xfrm>
            <a:off x="6619707" y="94826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8164FDD-B4CD-86EB-3AB3-DDE05F67BA12}"/>
              </a:ext>
            </a:extLst>
          </p:cNvPr>
          <p:cNvSpPr/>
          <p:nvPr/>
        </p:nvSpPr>
        <p:spPr>
          <a:xfrm>
            <a:off x="749562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DD64856-57D1-BF22-FFE6-CA06D1B14C68}"/>
              </a:ext>
            </a:extLst>
          </p:cNvPr>
          <p:cNvSpPr/>
          <p:nvPr/>
        </p:nvSpPr>
        <p:spPr>
          <a:xfrm>
            <a:off x="8371549" y="94934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0FC4A03-5655-9D5A-4FC9-AC1BFCB2EB6B}"/>
              </a:ext>
            </a:extLst>
          </p:cNvPr>
          <p:cNvSpPr/>
          <p:nvPr/>
        </p:nvSpPr>
        <p:spPr>
          <a:xfrm>
            <a:off x="924690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B28E5CD-C607-5E45-41E5-93FE2C3BDBBB}"/>
              </a:ext>
            </a:extLst>
          </p:cNvPr>
          <p:cNvSpPr/>
          <p:nvPr/>
        </p:nvSpPr>
        <p:spPr>
          <a:xfrm>
            <a:off x="2355214" y="1009716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B59D108-C37F-35D3-5803-218668C9F262}"/>
              </a:ext>
            </a:extLst>
          </p:cNvPr>
          <p:cNvSpPr/>
          <p:nvPr/>
        </p:nvSpPr>
        <p:spPr>
          <a:xfrm>
            <a:off x="3231135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55C6CB1-F5B8-7B2F-3451-C77E6829CA10}"/>
              </a:ext>
            </a:extLst>
          </p:cNvPr>
          <p:cNvSpPr/>
          <p:nvPr/>
        </p:nvSpPr>
        <p:spPr>
          <a:xfrm>
            <a:off x="4925421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D8DA828-B7C2-0634-1CA9-53C51A8AC9B4}"/>
              </a:ext>
            </a:extLst>
          </p:cNvPr>
          <p:cNvSpPr/>
          <p:nvPr/>
        </p:nvSpPr>
        <p:spPr>
          <a:xfrm>
            <a:off x="407827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3D1BF3B-CE69-09A1-E0AD-E234A9B5592A}"/>
              </a:ext>
            </a:extLst>
          </p:cNvPr>
          <p:cNvSpPr/>
          <p:nvPr/>
        </p:nvSpPr>
        <p:spPr>
          <a:xfrm>
            <a:off x="5772564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A21131D-C45E-D83D-1AE4-014114B207AD}"/>
              </a:ext>
            </a:extLst>
          </p:cNvPr>
          <p:cNvSpPr/>
          <p:nvPr/>
        </p:nvSpPr>
        <p:spPr>
          <a:xfrm>
            <a:off x="6619707" y="1009716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B1594D1-69D8-22E4-DF7E-BE4B985E8002}"/>
              </a:ext>
            </a:extLst>
          </p:cNvPr>
          <p:cNvSpPr/>
          <p:nvPr/>
        </p:nvSpPr>
        <p:spPr>
          <a:xfrm>
            <a:off x="749562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33FD5F3-6EA0-E65F-9221-AD9B9879701B}"/>
              </a:ext>
            </a:extLst>
          </p:cNvPr>
          <p:cNvSpPr/>
          <p:nvPr/>
        </p:nvSpPr>
        <p:spPr>
          <a:xfrm>
            <a:off x="8371549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38048F0-CFD3-A4E6-04E3-A2A922CD7331}"/>
              </a:ext>
            </a:extLst>
          </p:cNvPr>
          <p:cNvSpPr/>
          <p:nvPr/>
        </p:nvSpPr>
        <p:spPr>
          <a:xfrm>
            <a:off x="9246908" y="1010797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DB29B80-EBFA-490A-CABF-5AC089F80975}"/>
              </a:ext>
            </a:extLst>
          </p:cNvPr>
          <p:cNvSpPr/>
          <p:nvPr/>
        </p:nvSpPr>
        <p:spPr>
          <a:xfrm>
            <a:off x="2355214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A2ACB6-00F2-7977-8A8E-8B600CC1CF62}"/>
              </a:ext>
            </a:extLst>
          </p:cNvPr>
          <p:cNvSpPr/>
          <p:nvPr/>
        </p:nvSpPr>
        <p:spPr>
          <a:xfrm>
            <a:off x="3231135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DD2E119-8920-EB8D-2E2E-606888AA8AAE}"/>
              </a:ext>
            </a:extLst>
          </p:cNvPr>
          <p:cNvSpPr/>
          <p:nvPr/>
        </p:nvSpPr>
        <p:spPr>
          <a:xfrm>
            <a:off x="4925421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A8119FE-5732-9358-4B6C-DF3D86A59882}"/>
              </a:ext>
            </a:extLst>
          </p:cNvPr>
          <p:cNvSpPr/>
          <p:nvPr/>
        </p:nvSpPr>
        <p:spPr>
          <a:xfrm>
            <a:off x="407827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E9757E0-6C78-8614-1DFD-4B092436A447}"/>
              </a:ext>
            </a:extLst>
          </p:cNvPr>
          <p:cNvSpPr/>
          <p:nvPr/>
        </p:nvSpPr>
        <p:spPr>
          <a:xfrm>
            <a:off x="5772564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6A931AC-DD0C-B72D-B96D-6F4546E31962}"/>
              </a:ext>
            </a:extLst>
          </p:cNvPr>
          <p:cNvSpPr/>
          <p:nvPr/>
        </p:nvSpPr>
        <p:spPr>
          <a:xfrm>
            <a:off x="6619707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1987E40-7B54-B4ED-C124-21A47B48F804}"/>
              </a:ext>
            </a:extLst>
          </p:cNvPr>
          <p:cNvSpPr/>
          <p:nvPr/>
        </p:nvSpPr>
        <p:spPr>
          <a:xfrm>
            <a:off x="749562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253BCB5-7635-F132-303B-C46097326813}"/>
              </a:ext>
            </a:extLst>
          </p:cNvPr>
          <p:cNvSpPr/>
          <p:nvPr/>
        </p:nvSpPr>
        <p:spPr>
          <a:xfrm>
            <a:off x="8371549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1D2DE18-C246-8C73-A52C-0BDCA8008515}"/>
              </a:ext>
            </a:extLst>
          </p:cNvPr>
          <p:cNvSpPr/>
          <p:nvPr/>
        </p:nvSpPr>
        <p:spPr>
          <a:xfrm>
            <a:off x="924690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BB61D-B44D-69E1-B72A-181E0E429227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C89BB-66ED-B04A-3EC5-B9935750CCD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683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A57F4-3B77-9C87-4EB4-D6558F01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3B995CA-7076-60B2-69BB-FB93A6250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29C6014-D746-6FEA-1594-024251DE0B8B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8C6B2F0-4C10-D52F-D218-72881E6A034B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D12EA5B-9512-C4BC-3B97-82C75965CB5C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711DEE7-0385-6983-3B41-0E40F3FD679D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1C8620A-A87C-1069-9DB8-CC11B844E81A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5CB5C1-856F-766D-EC1B-44E0099B9C85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DAA889B-B0D1-4E32-3365-C0FFE463C470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3193B85-57BA-DE03-9DDF-B5E0921760F7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9DB901C-A8EA-5916-C771-6BBF96664A1E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A126D0-590F-37F4-A5CF-F31D2F3DC829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C9253-EA8B-91D9-FB2D-633679B917C4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95D4E6-B04F-AAAF-B280-EC40BEA4CC4B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D4AEB-EF1F-E7B2-A39E-9553181AD83F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1F2798-4AAB-2EA5-8E55-D38A27B48B6E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E9F60C-CF78-68CE-22C6-AB1D67DAA3F8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D1A83-B3A0-9EDD-1821-AC7632B6528D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85367-430C-AB0E-5034-0F8CBED35D05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1BB0F5-59C4-C0BB-E381-B44A9BCFB953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958B36D-9E8F-B5B1-AF2C-49D5B2229FE2}"/>
              </a:ext>
            </a:extLst>
          </p:cNvPr>
          <p:cNvSpPr/>
          <p:nvPr/>
        </p:nvSpPr>
        <p:spPr>
          <a:xfrm>
            <a:off x="2355214" y="244697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E966079-7A16-25F4-5F40-F3B39194E6E8}"/>
              </a:ext>
            </a:extLst>
          </p:cNvPr>
          <p:cNvSpPr/>
          <p:nvPr/>
        </p:nvSpPr>
        <p:spPr>
          <a:xfrm>
            <a:off x="3231135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0D1695D-69F3-E1F1-69A2-7F22075BCB86}"/>
              </a:ext>
            </a:extLst>
          </p:cNvPr>
          <p:cNvSpPr/>
          <p:nvPr/>
        </p:nvSpPr>
        <p:spPr>
          <a:xfrm>
            <a:off x="4925421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EBC6492-607E-F0A4-819C-071768F9BB71}"/>
              </a:ext>
            </a:extLst>
          </p:cNvPr>
          <p:cNvSpPr/>
          <p:nvPr/>
        </p:nvSpPr>
        <p:spPr>
          <a:xfrm>
            <a:off x="4078278" y="245778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E0386E7-61C9-A9B5-B8F5-4E05268B9928}"/>
              </a:ext>
            </a:extLst>
          </p:cNvPr>
          <p:cNvSpPr/>
          <p:nvPr/>
        </p:nvSpPr>
        <p:spPr>
          <a:xfrm>
            <a:off x="5772564" y="245778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9B1F695-0FF9-BEF0-6736-2146F41CC4FE}"/>
              </a:ext>
            </a:extLst>
          </p:cNvPr>
          <p:cNvSpPr/>
          <p:nvPr/>
        </p:nvSpPr>
        <p:spPr>
          <a:xfrm>
            <a:off x="6619707" y="244697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1FF965A-B35F-41CD-00E5-7EEBF901B10B}"/>
              </a:ext>
            </a:extLst>
          </p:cNvPr>
          <p:cNvSpPr/>
          <p:nvPr/>
        </p:nvSpPr>
        <p:spPr>
          <a:xfrm>
            <a:off x="749562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219A48E-DC7C-B030-9CFE-3DB8ADFCB046}"/>
              </a:ext>
            </a:extLst>
          </p:cNvPr>
          <p:cNvSpPr/>
          <p:nvPr/>
        </p:nvSpPr>
        <p:spPr>
          <a:xfrm>
            <a:off x="8371549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D95FC9C-1782-061A-C7CF-B1D02E1AF911}"/>
              </a:ext>
            </a:extLst>
          </p:cNvPr>
          <p:cNvSpPr/>
          <p:nvPr/>
        </p:nvSpPr>
        <p:spPr>
          <a:xfrm>
            <a:off x="924690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89D9C47-19C7-738B-5DA3-1E0A3FAE7F36}"/>
              </a:ext>
            </a:extLst>
          </p:cNvPr>
          <p:cNvSpPr/>
          <p:nvPr/>
        </p:nvSpPr>
        <p:spPr>
          <a:xfrm>
            <a:off x="2355214" y="305067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DD8BED9-39C2-52F4-E1F3-ADEBC4DCAA45}"/>
              </a:ext>
            </a:extLst>
          </p:cNvPr>
          <p:cNvSpPr/>
          <p:nvPr/>
        </p:nvSpPr>
        <p:spPr>
          <a:xfrm>
            <a:off x="3231135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0C774F-EF94-7CD7-E3FD-7DD056C350BF}"/>
              </a:ext>
            </a:extLst>
          </p:cNvPr>
          <p:cNvSpPr/>
          <p:nvPr/>
        </p:nvSpPr>
        <p:spPr>
          <a:xfrm>
            <a:off x="4925421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614196A-C60F-27E5-E63E-BB28AD9FBCD5}"/>
              </a:ext>
            </a:extLst>
          </p:cNvPr>
          <p:cNvSpPr/>
          <p:nvPr/>
        </p:nvSpPr>
        <p:spPr>
          <a:xfrm>
            <a:off x="407827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2E8703B-21F2-7C45-8790-B0EA0F5DAC03}"/>
              </a:ext>
            </a:extLst>
          </p:cNvPr>
          <p:cNvSpPr/>
          <p:nvPr/>
        </p:nvSpPr>
        <p:spPr>
          <a:xfrm>
            <a:off x="5772564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C9FA7F0-F520-6716-9A7A-0BB0D64635D4}"/>
              </a:ext>
            </a:extLst>
          </p:cNvPr>
          <p:cNvSpPr/>
          <p:nvPr/>
        </p:nvSpPr>
        <p:spPr>
          <a:xfrm>
            <a:off x="6619707" y="305067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DE4F0C4-B913-8A8A-0E43-709969935513}"/>
              </a:ext>
            </a:extLst>
          </p:cNvPr>
          <p:cNvSpPr/>
          <p:nvPr/>
        </p:nvSpPr>
        <p:spPr>
          <a:xfrm>
            <a:off x="749562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E63388D-4CC9-A316-712D-F10A86179035}"/>
              </a:ext>
            </a:extLst>
          </p:cNvPr>
          <p:cNvSpPr/>
          <p:nvPr/>
        </p:nvSpPr>
        <p:spPr>
          <a:xfrm>
            <a:off x="8371549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BE92F74-3BC6-EB74-16FD-43BC516D1E04}"/>
              </a:ext>
            </a:extLst>
          </p:cNvPr>
          <p:cNvSpPr/>
          <p:nvPr/>
        </p:nvSpPr>
        <p:spPr>
          <a:xfrm>
            <a:off x="924690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95C976D-5E09-BD8E-DDF7-5EDF7DFC96FD}"/>
              </a:ext>
            </a:extLst>
          </p:cNvPr>
          <p:cNvSpPr/>
          <p:nvPr/>
        </p:nvSpPr>
        <p:spPr>
          <a:xfrm>
            <a:off x="2355214" y="361619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08862A9-4FFE-D4F7-CD4E-35AE091BC1AB}"/>
              </a:ext>
            </a:extLst>
          </p:cNvPr>
          <p:cNvSpPr/>
          <p:nvPr/>
        </p:nvSpPr>
        <p:spPr>
          <a:xfrm>
            <a:off x="3231135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6AAD065-D21D-FCDD-D940-312F4D9B8445}"/>
              </a:ext>
            </a:extLst>
          </p:cNvPr>
          <p:cNvSpPr/>
          <p:nvPr/>
        </p:nvSpPr>
        <p:spPr>
          <a:xfrm>
            <a:off x="4925421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C3B56C2-9D7E-4B66-8CCB-46AE34347FFE}"/>
              </a:ext>
            </a:extLst>
          </p:cNvPr>
          <p:cNvSpPr/>
          <p:nvPr/>
        </p:nvSpPr>
        <p:spPr>
          <a:xfrm>
            <a:off x="4078278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B0B03B2-9ACE-B964-78AA-9CD16F3CF9CA}"/>
              </a:ext>
            </a:extLst>
          </p:cNvPr>
          <p:cNvSpPr/>
          <p:nvPr/>
        </p:nvSpPr>
        <p:spPr>
          <a:xfrm>
            <a:off x="5772564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FDBB725-0771-1329-8B0A-E101DA6DFE8E}"/>
              </a:ext>
            </a:extLst>
          </p:cNvPr>
          <p:cNvSpPr/>
          <p:nvPr/>
        </p:nvSpPr>
        <p:spPr>
          <a:xfrm>
            <a:off x="6619707" y="361619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5E57CF0-0F6A-E09D-3B84-0C0D9852912F}"/>
              </a:ext>
            </a:extLst>
          </p:cNvPr>
          <p:cNvSpPr/>
          <p:nvPr/>
        </p:nvSpPr>
        <p:spPr>
          <a:xfrm>
            <a:off x="7495628" y="3627008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8BAC6B2-34A5-6845-804C-0302303706C3}"/>
              </a:ext>
            </a:extLst>
          </p:cNvPr>
          <p:cNvSpPr/>
          <p:nvPr/>
        </p:nvSpPr>
        <p:spPr>
          <a:xfrm>
            <a:off x="8371549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8DC01EF-3D37-6BBF-0198-7FBAB1444346}"/>
              </a:ext>
            </a:extLst>
          </p:cNvPr>
          <p:cNvSpPr/>
          <p:nvPr/>
        </p:nvSpPr>
        <p:spPr>
          <a:xfrm>
            <a:off x="9246908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0A05228-4FE3-A2B8-CA65-1142E7C5E7DF}"/>
              </a:ext>
            </a:extLst>
          </p:cNvPr>
          <p:cNvSpPr/>
          <p:nvPr/>
        </p:nvSpPr>
        <p:spPr>
          <a:xfrm>
            <a:off x="2355214" y="94826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1047162-6A28-54CD-EF02-FBF0ABDDA87B}"/>
              </a:ext>
            </a:extLst>
          </p:cNvPr>
          <p:cNvSpPr/>
          <p:nvPr/>
        </p:nvSpPr>
        <p:spPr>
          <a:xfrm>
            <a:off x="3231135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7201F2A-165C-52CC-2F3A-132B12AA3A93}"/>
              </a:ext>
            </a:extLst>
          </p:cNvPr>
          <p:cNvSpPr/>
          <p:nvPr/>
        </p:nvSpPr>
        <p:spPr>
          <a:xfrm>
            <a:off x="4925421" y="94934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6BBB342-B4B5-3784-7270-40532D9D5A44}"/>
              </a:ext>
            </a:extLst>
          </p:cNvPr>
          <p:cNvSpPr/>
          <p:nvPr/>
        </p:nvSpPr>
        <p:spPr>
          <a:xfrm>
            <a:off x="407827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7769C5A-2E6F-71A7-748C-9A59ED322C83}"/>
              </a:ext>
            </a:extLst>
          </p:cNvPr>
          <p:cNvSpPr/>
          <p:nvPr/>
        </p:nvSpPr>
        <p:spPr>
          <a:xfrm>
            <a:off x="5772564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C0EC66-A70F-8E86-9FB4-39ABCCFB2A45}"/>
              </a:ext>
            </a:extLst>
          </p:cNvPr>
          <p:cNvSpPr/>
          <p:nvPr/>
        </p:nvSpPr>
        <p:spPr>
          <a:xfrm>
            <a:off x="6619707" y="94826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4B8F16D-D5A7-5D98-A117-B7B473B12B70}"/>
              </a:ext>
            </a:extLst>
          </p:cNvPr>
          <p:cNvSpPr/>
          <p:nvPr/>
        </p:nvSpPr>
        <p:spPr>
          <a:xfrm>
            <a:off x="749562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D17E722-82F4-DF74-1F3A-002E9D9B91DA}"/>
              </a:ext>
            </a:extLst>
          </p:cNvPr>
          <p:cNvSpPr/>
          <p:nvPr/>
        </p:nvSpPr>
        <p:spPr>
          <a:xfrm>
            <a:off x="8371549" y="94934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D5B92A1-9B72-B671-7C86-D8D60BD866EC}"/>
              </a:ext>
            </a:extLst>
          </p:cNvPr>
          <p:cNvSpPr/>
          <p:nvPr/>
        </p:nvSpPr>
        <p:spPr>
          <a:xfrm>
            <a:off x="9246908" y="94934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372837F-9B6F-3477-9616-E13512998267}"/>
              </a:ext>
            </a:extLst>
          </p:cNvPr>
          <p:cNvSpPr/>
          <p:nvPr/>
        </p:nvSpPr>
        <p:spPr>
          <a:xfrm>
            <a:off x="2355214" y="1009716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610260D-5E89-ED56-E64D-E555AE7FF52A}"/>
              </a:ext>
            </a:extLst>
          </p:cNvPr>
          <p:cNvSpPr/>
          <p:nvPr/>
        </p:nvSpPr>
        <p:spPr>
          <a:xfrm>
            <a:off x="3231135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D18ABB4-A076-10CE-03F1-05DA1C87E32C}"/>
              </a:ext>
            </a:extLst>
          </p:cNvPr>
          <p:cNvSpPr/>
          <p:nvPr/>
        </p:nvSpPr>
        <p:spPr>
          <a:xfrm>
            <a:off x="4925421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E95268A-2893-B10B-88ED-30712B0CA1D4}"/>
              </a:ext>
            </a:extLst>
          </p:cNvPr>
          <p:cNvSpPr/>
          <p:nvPr/>
        </p:nvSpPr>
        <p:spPr>
          <a:xfrm>
            <a:off x="407827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C6D3EB8-02EA-A8F5-139D-C403B73349FC}"/>
              </a:ext>
            </a:extLst>
          </p:cNvPr>
          <p:cNvSpPr/>
          <p:nvPr/>
        </p:nvSpPr>
        <p:spPr>
          <a:xfrm>
            <a:off x="5772564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E966CB-4A7C-9D3F-CEE1-29B1083B3693}"/>
              </a:ext>
            </a:extLst>
          </p:cNvPr>
          <p:cNvSpPr/>
          <p:nvPr/>
        </p:nvSpPr>
        <p:spPr>
          <a:xfrm>
            <a:off x="6619707" y="1009716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4A8AEEA-5C24-E343-FF40-BEC99F92F0D0}"/>
              </a:ext>
            </a:extLst>
          </p:cNvPr>
          <p:cNvSpPr/>
          <p:nvPr/>
        </p:nvSpPr>
        <p:spPr>
          <a:xfrm>
            <a:off x="749562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B64283C-9CA6-356F-CF6A-FF81EEA39DC9}"/>
              </a:ext>
            </a:extLst>
          </p:cNvPr>
          <p:cNvSpPr/>
          <p:nvPr/>
        </p:nvSpPr>
        <p:spPr>
          <a:xfrm>
            <a:off x="8371549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9E29F35-4A15-5324-DBB3-8D3AF3AB4BF5}"/>
              </a:ext>
            </a:extLst>
          </p:cNvPr>
          <p:cNvSpPr/>
          <p:nvPr/>
        </p:nvSpPr>
        <p:spPr>
          <a:xfrm>
            <a:off x="9246908" y="1010797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53FD9E2-1CD2-CA21-3925-A2435B1C9C20}"/>
              </a:ext>
            </a:extLst>
          </p:cNvPr>
          <p:cNvSpPr/>
          <p:nvPr/>
        </p:nvSpPr>
        <p:spPr>
          <a:xfrm>
            <a:off x="2355214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3AAA477-C897-469A-57E7-832CC66F55BC}"/>
              </a:ext>
            </a:extLst>
          </p:cNvPr>
          <p:cNvSpPr/>
          <p:nvPr/>
        </p:nvSpPr>
        <p:spPr>
          <a:xfrm>
            <a:off x="3231135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529D1F2-EAED-51DD-39E7-37C3F138363B}"/>
              </a:ext>
            </a:extLst>
          </p:cNvPr>
          <p:cNvSpPr/>
          <p:nvPr/>
        </p:nvSpPr>
        <p:spPr>
          <a:xfrm>
            <a:off x="4925421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7D63821-49E9-C709-D638-7108D24CCA02}"/>
              </a:ext>
            </a:extLst>
          </p:cNvPr>
          <p:cNvSpPr/>
          <p:nvPr/>
        </p:nvSpPr>
        <p:spPr>
          <a:xfrm>
            <a:off x="407827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600F17B-D789-AE73-1566-BAE49E914F15}"/>
              </a:ext>
            </a:extLst>
          </p:cNvPr>
          <p:cNvSpPr/>
          <p:nvPr/>
        </p:nvSpPr>
        <p:spPr>
          <a:xfrm>
            <a:off x="5772564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DB74A59-FE2D-6E7D-6D66-C9FEF937C2A2}"/>
              </a:ext>
            </a:extLst>
          </p:cNvPr>
          <p:cNvSpPr/>
          <p:nvPr/>
        </p:nvSpPr>
        <p:spPr>
          <a:xfrm>
            <a:off x="6619707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AB6A179-AD3B-BB93-E978-42679CDF76E1}"/>
              </a:ext>
            </a:extLst>
          </p:cNvPr>
          <p:cNvSpPr/>
          <p:nvPr/>
        </p:nvSpPr>
        <p:spPr>
          <a:xfrm>
            <a:off x="749562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7936CC4-151F-D4C3-1856-990A31ACF109}"/>
              </a:ext>
            </a:extLst>
          </p:cNvPr>
          <p:cNvSpPr/>
          <p:nvPr/>
        </p:nvSpPr>
        <p:spPr>
          <a:xfrm>
            <a:off x="8371549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905CDE9-C19E-0D7B-717D-9EEB488F893F}"/>
              </a:ext>
            </a:extLst>
          </p:cNvPr>
          <p:cNvSpPr/>
          <p:nvPr/>
        </p:nvSpPr>
        <p:spPr>
          <a:xfrm>
            <a:off x="924690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27B7F-B001-108E-143E-8350476E4BC5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0C9C2-C36F-BBFD-CEAA-7CA38612FEE2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64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BB028-7B9C-1438-E257-2CB88D54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768EB4-05A3-EA5A-A8C8-DEAD6BD1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C8315E0-796F-E951-EED6-2E37C4C7FCB4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3A81B59-9314-06C6-AFDC-35D037DD1A8C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44A1ED6-693C-4AFC-21ED-BD6AB0355FEF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B19702A-844A-299D-6CDE-959680A4BCE9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0D4F597-4570-5650-209F-9D0ED28F368F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FD3C98E-DA3F-8FB3-4819-B6AF318F4CAE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A93C37-F685-2DF5-32D2-BCDD8630B722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F0FFB48-C869-1647-AAC7-DE93A49709CD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9A33B9B-0E30-C555-7E52-2061AF4B8C5C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C08F44-8380-01F0-6D44-F5096987ACD8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61946-05E7-2998-473C-7D08A9933D28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DB608-2926-0F2B-9B94-752962CAC3AF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3785A2-7F89-7A9D-DFFF-9F24D14B9AAB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DC447E-1DC5-8FB4-3891-30165FE246CC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6CF61-380E-EC5A-575A-9BA7202E7944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93613-4765-867A-C665-E04405E7AB6A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1AD197-A6A6-DBBD-F811-918D05A82926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38E939-8394-40C1-411F-5F82D4F59700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D4B5644-562E-D6F0-90EB-3A803275AC26}"/>
              </a:ext>
            </a:extLst>
          </p:cNvPr>
          <p:cNvSpPr/>
          <p:nvPr/>
        </p:nvSpPr>
        <p:spPr>
          <a:xfrm>
            <a:off x="2355214" y="244697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0F10E18-A681-7560-8B38-E5BAC00471BB}"/>
              </a:ext>
            </a:extLst>
          </p:cNvPr>
          <p:cNvSpPr/>
          <p:nvPr/>
        </p:nvSpPr>
        <p:spPr>
          <a:xfrm>
            <a:off x="3231135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CADA516-F291-1523-E3F7-E77B900EFCF1}"/>
              </a:ext>
            </a:extLst>
          </p:cNvPr>
          <p:cNvSpPr/>
          <p:nvPr/>
        </p:nvSpPr>
        <p:spPr>
          <a:xfrm>
            <a:off x="4925421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A7F9BBF-F2C2-ECF6-8DFE-83FE829871FE}"/>
              </a:ext>
            </a:extLst>
          </p:cNvPr>
          <p:cNvSpPr/>
          <p:nvPr/>
        </p:nvSpPr>
        <p:spPr>
          <a:xfrm>
            <a:off x="4078278" y="245778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D0E1DED-77B9-3827-DB7B-15569123E530}"/>
              </a:ext>
            </a:extLst>
          </p:cNvPr>
          <p:cNvSpPr/>
          <p:nvPr/>
        </p:nvSpPr>
        <p:spPr>
          <a:xfrm>
            <a:off x="5772564" y="245778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3418B20-170F-2B6A-0B16-DD420928215C}"/>
              </a:ext>
            </a:extLst>
          </p:cNvPr>
          <p:cNvSpPr/>
          <p:nvPr/>
        </p:nvSpPr>
        <p:spPr>
          <a:xfrm>
            <a:off x="6619707" y="244697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8E49E8F-4B82-EC11-3879-B62282715DF6}"/>
              </a:ext>
            </a:extLst>
          </p:cNvPr>
          <p:cNvSpPr/>
          <p:nvPr/>
        </p:nvSpPr>
        <p:spPr>
          <a:xfrm>
            <a:off x="749562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0889209-A47D-BEF2-38F1-C85DADF8271A}"/>
              </a:ext>
            </a:extLst>
          </p:cNvPr>
          <p:cNvSpPr/>
          <p:nvPr/>
        </p:nvSpPr>
        <p:spPr>
          <a:xfrm>
            <a:off x="8371549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6E7E07C-1A01-0264-3486-998CF8E20090}"/>
              </a:ext>
            </a:extLst>
          </p:cNvPr>
          <p:cNvSpPr/>
          <p:nvPr/>
        </p:nvSpPr>
        <p:spPr>
          <a:xfrm>
            <a:off x="924690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A1A4FD9-0BFB-7223-C19C-6583FB73D1F3}"/>
              </a:ext>
            </a:extLst>
          </p:cNvPr>
          <p:cNvSpPr/>
          <p:nvPr/>
        </p:nvSpPr>
        <p:spPr>
          <a:xfrm>
            <a:off x="2355214" y="305067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ED307D8-131C-32B0-A0AF-5063C3C14B06}"/>
              </a:ext>
            </a:extLst>
          </p:cNvPr>
          <p:cNvSpPr/>
          <p:nvPr/>
        </p:nvSpPr>
        <p:spPr>
          <a:xfrm>
            <a:off x="3231135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9B630E8-BF0C-26CD-3915-157616685AF1}"/>
              </a:ext>
            </a:extLst>
          </p:cNvPr>
          <p:cNvSpPr/>
          <p:nvPr/>
        </p:nvSpPr>
        <p:spPr>
          <a:xfrm>
            <a:off x="4925421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F78EC84-F3D5-0775-008B-E45ED9582E74}"/>
              </a:ext>
            </a:extLst>
          </p:cNvPr>
          <p:cNvSpPr/>
          <p:nvPr/>
        </p:nvSpPr>
        <p:spPr>
          <a:xfrm>
            <a:off x="407827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8DDC636-1CB1-B58B-3920-B64A561CF37C}"/>
              </a:ext>
            </a:extLst>
          </p:cNvPr>
          <p:cNvSpPr/>
          <p:nvPr/>
        </p:nvSpPr>
        <p:spPr>
          <a:xfrm>
            <a:off x="5772564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77C4E3A-700E-5462-CA96-3D06A819A77C}"/>
              </a:ext>
            </a:extLst>
          </p:cNvPr>
          <p:cNvSpPr/>
          <p:nvPr/>
        </p:nvSpPr>
        <p:spPr>
          <a:xfrm>
            <a:off x="6619707" y="305067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8B46D87-EBEE-9842-2024-A17547BEBBE1}"/>
              </a:ext>
            </a:extLst>
          </p:cNvPr>
          <p:cNvSpPr/>
          <p:nvPr/>
        </p:nvSpPr>
        <p:spPr>
          <a:xfrm>
            <a:off x="749562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02C1737-F43E-AC0A-491E-45D51A8AAD10}"/>
              </a:ext>
            </a:extLst>
          </p:cNvPr>
          <p:cNvSpPr/>
          <p:nvPr/>
        </p:nvSpPr>
        <p:spPr>
          <a:xfrm>
            <a:off x="8371549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CA97511-8417-93E3-5868-D76D5B243405}"/>
              </a:ext>
            </a:extLst>
          </p:cNvPr>
          <p:cNvSpPr/>
          <p:nvPr/>
        </p:nvSpPr>
        <p:spPr>
          <a:xfrm>
            <a:off x="924690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5D4FF12-A02D-648A-A5EE-4ABD95059954}"/>
              </a:ext>
            </a:extLst>
          </p:cNvPr>
          <p:cNvSpPr/>
          <p:nvPr/>
        </p:nvSpPr>
        <p:spPr>
          <a:xfrm>
            <a:off x="2355214" y="361619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484C0F6-EECA-6E61-EE5E-238B7BE2F520}"/>
              </a:ext>
            </a:extLst>
          </p:cNvPr>
          <p:cNvSpPr/>
          <p:nvPr/>
        </p:nvSpPr>
        <p:spPr>
          <a:xfrm>
            <a:off x="3231135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348B432-159C-4E1B-0A89-1820FFF91B96}"/>
              </a:ext>
            </a:extLst>
          </p:cNvPr>
          <p:cNvSpPr/>
          <p:nvPr/>
        </p:nvSpPr>
        <p:spPr>
          <a:xfrm>
            <a:off x="4925421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C853387-BD6C-5888-1B27-DD747D516896}"/>
              </a:ext>
            </a:extLst>
          </p:cNvPr>
          <p:cNvSpPr/>
          <p:nvPr/>
        </p:nvSpPr>
        <p:spPr>
          <a:xfrm>
            <a:off x="4078278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A878BAC-672F-A870-4C7D-D5E27B4F414D}"/>
              </a:ext>
            </a:extLst>
          </p:cNvPr>
          <p:cNvSpPr/>
          <p:nvPr/>
        </p:nvSpPr>
        <p:spPr>
          <a:xfrm>
            <a:off x="5772564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F889AE7-14CD-019B-68D2-8847FBED46C8}"/>
              </a:ext>
            </a:extLst>
          </p:cNvPr>
          <p:cNvSpPr/>
          <p:nvPr/>
        </p:nvSpPr>
        <p:spPr>
          <a:xfrm>
            <a:off x="6619707" y="361619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27E3397-CA49-E73D-4926-366DA38A6380}"/>
              </a:ext>
            </a:extLst>
          </p:cNvPr>
          <p:cNvSpPr/>
          <p:nvPr/>
        </p:nvSpPr>
        <p:spPr>
          <a:xfrm>
            <a:off x="7495628" y="3627008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AA969D1-64E5-E2CD-A978-57FD25AD4B3A}"/>
              </a:ext>
            </a:extLst>
          </p:cNvPr>
          <p:cNvSpPr/>
          <p:nvPr/>
        </p:nvSpPr>
        <p:spPr>
          <a:xfrm>
            <a:off x="8371549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86349272-D012-C07B-54CC-156BA089B0A8}"/>
              </a:ext>
            </a:extLst>
          </p:cNvPr>
          <p:cNvSpPr/>
          <p:nvPr/>
        </p:nvSpPr>
        <p:spPr>
          <a:xfrm>
            <a:off x="9246908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2C9DFA9-9DCE-AA17-D71D-D12EF8FEA57E}"/>
              </a:ext>
            </a:extLst>
          </p:cNvPr>
          <p:cNvSpPr/>
          <p:nvPr/>
        </p:nvSpPr>
        <p:spPr>
          <a:xfrm>
            <a:off x="2355214" y="418171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6C7C76C-B701-4971-DCFC-43E1E2AA70E5}"/>
              </a:ext>
            </a:extLst>
          </p:cNvPr>
          <p:cNvSpPr/>
          <p:nvPr/>
        </p:nvSpPr>
        <p:spPr>
          <a:xfrm>
            <a:off x="3231135" y="419253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0967416-91D5-D1F5-7972-7313E2AC1D36}"/>
              </a:ext>
            </a:extLst>
          </p:cNvPr>
          <p:cNvSpPr/>
          <p:nvPr/>
        </p:nvSpPr>
        <p:spPr>
          <a:xfrm>
            <a:off x="4925421" y="419253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63E34EA-1737-5CF3-EBDB-4EF533869BA7}"/>
              </a:ext>
            </a:extLst>
          </p:cNvPr>
          <p:cNvSpPr/>
          <p:nvPr/>
        </p:nvSpPr>
        <p:spPr>
          <a:xfrm>
            <a:off x="407827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7EA7960-AEF6-B7A4-4098-F46315A05784}"/>
              </a:ext>
            </a:extLst>
          </p:cNvPr>
          <p:cNvSpPr/>
          <p:nvPr/>
        </p:nvSpPr>
        <p:spPr>
          <a:xfrm>
            <a:off x="5772564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60BBD31-9BE5-A93D-71A9-E08F2034DBC5}"/>
              </a:ext>
            </a:extLst>
          </p:cNvPr>
          <p:cNvSpPr/>
          <p:nvPr/>
        </p:nvSpPr>
        <p:spPr>
          <a:xfrm>
            <a:off x="6619707" y="418171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42B239A-0EFC-19D2-DD64-34C496F8F1D4}"/>
              </a:ext>
            </a:extLst>
          </p:cNvPr>
          <p:cNvSpPr/>
          <p:nvPr/>
        </p:nvSpPr>
        <p:spPr>
          <a:xfrm>
            <a:off x="749562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E76FC1D-D751-05EC-3D58-F7B0BB56D658}"/>
              </a:ext>
            </a:extLst>
          </p:cNvPr>
          <p:cNvSpPr/>
          <p:nvPr/>
        </p:nvSpPr>
        <p:spPr>
          <a:xfrm>
            <a:off x="8371549" y="419253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667E6E0-4706-452E-BB7C-48CE27A1DBEF}"/>
              </a:ext>
            </a:extLst>
          </p:cNvPr>
          <p:cNvSpPr/>
          <p:nvPr/>
        </p:nvSpPr>
        <p:spPr>
          <a:xfrm>
            <a:off x="924690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7610198-A2D8-26F7-B1DA-AAA914FF790D}"/>
              </a:ext>
            </a:extLst>
          </p:cNvPr>
          <p:cNvSpPr/>
          <p:nvPr/>
        </p:nvSpPr>
        <p:spPr>
          <a:xfrm>
            <a:off x="2355214" y="1009716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EFAA0A3-3A39-A6A2-7E2E-4879FE00E7D6}"/>
              </a:ext>
            </a:extLst>
          </p:cNvPr>
          <p:cNvSpPr/>
          <p:nvPr/>
        </p:nvSpPr>
        <p:spPr>
          <a:xfrm>
            <a:off x="3231135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5BF7E2B-B4B4-35FF-46AF-7A0B5B8D5AB3}"/>
              </a:ext>
            </a:extLst>
          </p:cNvPr>
          <p:cNvSpPr/>
          <p:nvPr/>
        </p:nvSpPr>
        <p:spPr>
          <a:xfrm>
            <a:off x="4925421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A4C5B74-2303-DC10-E968-2920ED560AF7}"/>
              </a:ext>
            </a:extLst>
          </p:cNvPr>
          <p:cNvSpPr/>
          <p:nvPr/>
        </p:nvSpPr>
        <p:spPr>
          <a:xfrm>
            <a:off x="407827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4DBBC68-DB2E-65A6-672B-25CF6C8373E0}"/>
              </a:ext>
            </a:extLst>
          </p:cNvPr>
          <p:cNvSpPr/>
          <p:nvPr/>
        </p:nvSpPr>
        <p:spPr>
          <a:xfrm>
            <a:off x="5772564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84C5D81-BB1D-52FA-124D-38CEAAE65283}"/>
              </a:ext>
            </a:extLst>
          </p:cNvPr>
          <p:cNvSpPr/>
          <p:nvPr/>
        </p:nvSpPr>
        <p:spPr>
          <a:xfrm>
            <a:off x="6619707" y="1009716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EB2F676-3AE9-4E11-5963-83E33ED02CF3}"/>
              </a:ext>
            </a:extLst>
          </p:cNvPr>
          <p:cNvSpPr/>
          <p:nvPr/>
        </p:nvSpPr>
        <p:spPr>
          <a:xfrm>
            <a:off x="7495628" y="1010797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EE1FE8D-BEFF-9547-EB63-EA8C2EAA2DE3}"/>
              </a:ext>
            </a:extLst>
          </p:cNvPr>
          <p:cNvSpPr/>
          <p:nvPr/>
        </p:nvSpPr>
        <p:spPr>
          <a:xfrm>
            <a:off x="8371549" y="1010797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3BA70BD-D987-0923-A8ED-5E20B649A898}"/>
              </a:ext>
            </a:extLst>
          </p:cNvPr>
          <p:cNvSpPr/>
          <p:nvPr/>
        </p:nvSpPr>
        <p:spPr>
          <a:xfrm>
            <a:off x="9246908" y="1010797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CEC8B46-3B4B-DA3B-547C-290986ACB239}"/>
              </a:ext>
            </a:extLst>
          </p:cNvPr>
          <p:cNvSpPr/>
          <p:nvPr/>
        </p:nvSpPr>
        <p:spPr>
          <a:xfrm>
            <a:off x="2355214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7FCBAB4-ED92-5C02-2C43-0CA113FB48F4}"/>
              </a:ext>
            </a:extLst>
          </p:cNvPr>
          <p:cNvSpPr/>
          <p:nvPr/>
        </p:nvSpPr>
        <p:spPr>
          <a:xfrm>
            <a:off x="3231135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65E33F4-A0EB-9385-097A-FDDF63343B8A}"/>
              </a:ext>
            </a:extLst>
          </p:cNvPr>
          <p:cNvSpPr/>
          <p:nvPr/>
        </p:nvSpPr>
        <p:spPr>
          <a:xfrm>
            <a:off x="4925421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C631F85-7102-F797-F72F-E9086BEC986D}"/>
              </a:ext>
            </a:extLst>
          </p:cNvPr>
          <p:cNvSpPr/>
          <p:nvPr/>
        </p:nvSpPr>
        <p:spPr>
          <a:xfrm>
            <a:off x="407827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951E0A0-DC37-60A3-2A32-BDF3BF132A34}"/>
              </a:ext>
            </a:extLst>
          </p:cNvPr>
          <p:cNvSpPr/>
          <p:nvPr/>
        </p:nvSpPr>
        <p:spPr>
          <a:xfrm>
            <a:off x="5772564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3979978-1949-33CD-83DD-5041D3AAD32A}"/>
              </a:ext>
            </a:extLst>
          </p:cNvPr>
          <p:cNvSpPr/>
          <p:nvPr/>
        </p:nvSpPr>
        <p:spPr>
          <a:xfrm>
            <a:off x="6619707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A8E57BA-085E-AF76-ABFA-47CE1E1AD106}"/>
              </a:ext>
            </a:extLst>
          </p:cNvPr>
          <p:cNvSpPr/>
          <p:nvPr/>
        </p:nvSpPr>
        <p:spPr>
          <a:xfrm>
            <a:off x="749562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55F61C8-5638-3676-1214-FBCE8E850DA4}"/>
              </a:ext>
            </a:extLst>
          </p:cNvPr>
          <p:cNvSpPr/>
          <p:nvPr/>
        </p:nvSpPr>
        <p:spPr>
          <a:xfrm>
            <a:off x="8371549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B37FB8D-0DFE-C4BB-28F0-7F0317A78E00}"/>
              </a:ext>
            </a:extLst>
          </p:cNvPr>
          <p:cNvSpPr/>
          <p:nvPr/>
        </p:nvSpPr>
        <p:spPr>
          <a:xfrm>
            <a:off x="924690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71FD1-3067-FF63-0BFC-E20CDB159E33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8840E-397C-1E2D-BF4F-2C1F564DC55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734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8A3EB-3859-26CC-7F04-7111A787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04C038-58E4-0BB4-E63A-1F42896C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42D9A03-135E-2D95-F8D2-9B91E7EE46A3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178EE63-D68E-D9B7-3779-13F1F33863AA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0695F5C-EBD6-E269-1428-8ED3F6022F27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D34C1FB-EB65-519B-7B41-D71A8330A3AF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3D3FC96-84CA-2377-6AD6-1364804E4CEE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BB625B-3478-89E2-3179-0E015137C270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66E07A5-7861-2A65-8275-A750539F3544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61C3338-B05D-1E88-4A71-FB826C3B3769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841684C-F8A3-0978-2F27-123345596E37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CF9182-96E9-A05A-4459-524A029BB8CD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C1F703-D64D-D9F0-32C6-26992F3047B6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1C811-82CD-D553-FA5B-35286C2A9933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964EF-6F90-A7FD-AAD8-AB9B27FDD410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2A5D3-284B-8E26-B521-467452A755DC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F0621D-8F49-F3AE-ABCD-871FB6750F4A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CFA48-108A-4FBB-4E08-1A034080FA5F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18573F-2B71-7E0B-A0BE-C44BF9634BF5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44BFAC-82CA-2034-6BBA-9D353671FC4C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34234CD-F656-07E4-C952-C8915273D1B9}"/>
              </a:ext>
            </a:extLst>
          </p:cNvPr>
          <p:cNvSpPr/>
          <p:nvPr/>
        </p:nvSpPr>
        <p:spPr>
          <a:xfrm>
            <a:off x="2355214" y="244697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85FCD66-CC4C-3110-B454-AB99FFFDEEB8}"/>
              </a:ext>
            </a:extLst>
          </p:cNvPr>
          <p:cNvSpPr/>
          <p:nvPr/>
        </p:nvSpPr>
        <p:spPr>
          <a:xfrm>
            <a:off x="3231135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563F3C-8F09-D505-7877-7359C9FE6C21}"/>
              </a:ext>
            </a:extLst>
          </p:cNvPr>
          <p:cNvSpPr/>
          <p:nvPr/>
        </p:nvSpPr>
        <p:spPr>
          <a:xfrm>
            <a:off x="4925421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E4D4EAC-3625-CDAE-A909-AFE22BB0202B}"/>
              </a:ext>
            </a:extLst>
          </p:cNvPr>
          <p:cNvSpPr/>
          <p:nvPr/>
        </p:nvSpPr>
        <p:spPr>
          <a:xfrm>
            <a:off x="4078278" y="245778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49FEBB7-9707-0103-9EB6-B559D78D5D3C}"/>
              </a:ext>
            </a:extLst>
          </p:cNvPr>
          <p:cNvSpPr/>
          <p:nvPr/>
        </p:nvSpPr>
        <p:spPr>
          <a:xfrm>
            <a:off x="5772564" y="245778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24775A6-8E7A-B8ED-570D-591A58895543}"/>
              </a:ext>
            </a:extLst>
          </p:cNvPr>
          <p:cNvSpPr/>
          <p:nvPr/>
        </p:nvSpPr>
        <p:spPr>
          <a:xfrm>
            <a:off x="6619707" y="244697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C488ACF-6CB5-90D4-9454-7CCA1040936D}"/>
              </a:ext>
            </a:extLst>
          </p:cNvPr>
          <p:cNvSpPr/>
          <p:nvPr/>
        </p:nvSpPr>
        <p:spPr>
          <a:xfrm>
            <a:off x="749562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17A69D1-4DB1-516F-273E-1BF011B296BB}"/>
              </a:ext>
            </a:extLst>
          </p:cNvPr>
          <p:cNvSpPr/>
          <p:nvPr/>
        </p:nvSpPr>
        <p:spPr>
          <a:xfrm>
            <a:off x="8371549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9AEE8F0-628A-8DB4-1955-7DA54441027E}"/>
              </a:ext>
            </a:extLst>
          </p:cNvPr>
          <p:cNvSpPr/>
          <p:nvPr/>
        </p:nvSpPr>
        <p:spPr>
          <a:xfrm>
            <a:off x="924690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E249343-FE14-2D60-476D-6C570DF23FAC}"/>
              </a:ext>
            </a:extLst>
          </p:cNvPr>
          <p:cNvSpPr/>
          <p:nvPr/>
        </p:nvSpPr>
        <p:spPr>
          <a:xfrm>
            <a:off x="2355214" y="305067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DB1C906-2F91-9EFD-207E-20FA2B588880}"/>
              </a:ext>
            </a:extLst>
          </p:cNvPr>
          <p:cNvSpPr/>
          <p:nvPr/>
        </p:nvSpPr>
        <p:spPr>
          <a:xfrm>
            <a:off x="3231135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9242EEA-90CC-4BE1-7CB9-D017A0A82D48}"/>
              </a:ext>
            </a:extLst>
          </p:cNvPr>
          <p:cNvSpPr/>
          <p:nvPr/>
        </p:nvSpPr>
        <p:spPr>
          <a:xfrm>
            <a:off x="4925421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D73365B-C153-7217-2CD7-D08AA1A2AB47}"/>
              </a:ext>
            </a:extLst>
          </p:cNvPr>
          <p:cNvSpPr/>
          <p:nvPr/>
        </p:nvSpPr>
        <p:spPr>
          <a:xfrm>
            <a:off x="407827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4C6E357-DE77-DD56-B5DE-CD0EE80DDFD9}"/>
              </a:ext>
            </a:extLst>
          </p:cNvPr>
          <p:cNvSpPr/>
          <p:nvPr/>
        </p:nvSpPr>
        <p:spPr>
          <a:xfrm>
            <a:off x="5772564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B216CE5-1204-DD59-C542-A8A1D60CA9EF}"/>
              </a:ext>
            </a:extLst>
          </p:cNvPr>
          <p:cNvSpPr/>
          <p:nvPr/>
        </p:nvSpPr>
        <p:spPr>
          <a:xfrm>
            <a:off x="6619707" y="305067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30E9648-8128-D829-91AD-1B56891213D6}"/>
              </a:ext>
            </a:extLst>
          </p:cNvPr>
          <p:cNvSpPr/>
          <p:nvPr/>
        </p:nvSpPr>
        <p:spPr>
          <a:xfrm>
            <a:off x="749562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601050B-18FF-A45F-785F-F646D42C97C3}"/>
              </a:ext>
            </a:extLst>
          </p:cNvPr>
          <p:cNvSpPr/>
          <p:nvPr/>
        </p:nvSpPr>
        <p:spPr>
          <a:xfrm>
            <a:off x="8371549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9D0BC7F-21AB-E925-559C-BCD6731449B8}"/>
              </a:ext>
            </a:extLst>
          </p:cNvPr>
          <p:cNvSpPr/>
          <p:nvPr/>
        </p:nvSpPr>
        <p:spPr>
          <a:xfrm>
            <a:off x="924690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A84DD62-A797-3913-88CE-5DF873ABF7ED}"/>
              </a:ext>
            </a:extLst>
          </p:cNvPr>
          <p:cNvSpPr/>
          <p:nvPr/>
        </p:nvSpPr>
        <p:spPr>
          <a:xfrm>
            <a:off x="2355214" y="361619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D53B4D5-7C09-49CA-A8B3-BE42C3833B95}"/>
              </a:ext>
            </a:extLst>
          </p:cNvPr>
          <p:cNvSpPr/>
          <p:nvPr/>
        </p:nvSpPr>
        <p:spPr>
          <a:xfrm>
            <a:off x="3231135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AC7FEEE-2174-A01F-3C63-76E8DC12B327}"/>
              </a:ext>
            </a:extLst>
          </p:cNvPr>
          <p:cNvSpPr/>
          <p:nvPr/>
        </p:nvSpPr>
        <p:spPr>
          <a:xfrm>
            <a:off x="4925421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F2F8BFC-D546-9FC4-5494-C9450D01D957}"/>
              </a:ext>
            </a:extLst>
          </p:cNvPr>
          <p:cNvSpPr/>
          <p:nvPr/>
        </p:nvSpPr>
        <p:spPr>
          <a:xfrm>
            <a:off x="4078278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F549979-B4C7-7F94-C167-286B846E1FF8}"/>
              </a:ext>
            </a:extLst>
          </p:cNvPr>
          <p:cNvSpPr/>
          <p:nvPr/>
        </p:nvSpPr>
        <p:spPr>
          <a:xfrm>
            <a:off x="5772564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0BD8871-513E-711B-2529-449406F3C98D}"/>
              </a:ext>
            </a:extLst>
          </p:cNvPr>
          <p:cNvSpPr/>
          <p:nvPr/>
        </p:nvSpPr>
        <p:spPr>
          <a:xfrm>
            <a:off x="6619707" y="361619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A5D8EAF-3C01-962F-B992-81ED603DE9AC}"/>
              </a:ext>
            </a:extLst>
          </p:cNvPr>
          <p:cNvSpPr/>
          <p:nvPr/>
        </p:nvSpPr>
        <p:spPr>
          <a:xfrm>
            <a:off x="7495628" y="3627008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3CC3759-D195-9A8B-9B33-C26564D9BED4}"/>
              </a:ext>
            </a:extLst>
          </p:cNvPr>
          <p:cNvSpPr/>
          <p:nvPr/>
        </p:nvSpPr>
        <p:spPr>
          <a:xfrm>
            <a:off x="8371549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F523F51-CD2A-FA64-5BB4-7C5CD1B8DFE1}"/>
              </a:ext>
            </a:extLst>
          </p:cNvPr>
          <p:cNvSpPr/>
          <p:nvPr/>
        </p:nvSpPr>
        <p:spPr>
          <a:xfrm>
            <a:off x="9246908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7884F6D-183C-4438-6C39-97A349B9BF03}"/>
              </a:ext>
            </a:extLst>
          </p:cNvPr>
          <p:cNvSpPr/>
          <p:nvPr/>
        </p:nvSpPr>
        <p:spPr>
          <a:xfrm>
            <a:off x="2355214" y="418171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98BA5C6-C174-5A53-9D1B-3302CF1D8926}"/>
              </a:ext>
            </a:extLst>
          </p:cNvPr>
          <p:cNvSpPr/>
          <p:nvPr/>
        </p:nvSpPr>
        <p:spPr>
          <a:xfrm>
            <a:off x="3231135" y="419253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145E6C9-6027-2FB4-6285-943BACEDD267}"/>
              </a:ext>
            </a:extLst>
          </p:cNvPr>
          <p:cNvSpPr/>
          <p:nvPr/>
        </p:nvSpPr>
        <p:spPr>
          <a:xfrm>
            <a:off x="4925421" y="419253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3432945-5C6E-9F4A-9E07-50D9CB43E25D}"/>
              </a:ext>
            </a:extLst>
          </p:cNvPr>
          <p:cNvSpPr/>
          <p:nvPr/>
        </p:nvSpPr>
        <p:spPr>
          <a:xfrm>
            <a:off x="407827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69AA918-041D-187E-CC80-34839234E42B}"/>
              </a:ext>
            </a:extLst>
          </p:cNvPr>
          <p:cNvSpPr/>
          <p:nvPr/>
        </p:nvSpPr>
        <p:spPr>
          <a:xfrm>
            <a:off x="5772564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A83BDAA-7419-A20D-E196-76D98F4B8153}"/>
              </a:ext>
            </a:extLst>
          </p:cNvPr>
          <p:cNvSpPr/>
          <p:nvPr/>
        </p:nvSpPr>
        <p:spPr>
          <a:xfrm>
            <a:off x="6619707" y="418171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4BC6595-1986-AAC8-A908-67DDE4B55967}"/>
              </a:ext>
            </a:extLst>
          </p:cNvPr>
          <p:cNvSpPr/>
          <p:nvPr/>
        </p:nvSpPr>
        <p:spPr>
          <a:xfrm>
            <a:off x="749562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1064422-83DA-6670-1B8B-89B8720B0922}"/>
              </a:ext>
            </a:extLst>
          </p:cNvPr>
          <p:cNvSpPr/>
          <p:nvPr/>
        </p:nvSpPr>
        <p:spPr>
          <a:xfrm>
            <a:off x="8371549" y="419253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AC92731-A81B-8340-9C56-8B7EE1F3CC66}"/>
              </a:ext>
            </a:extLst>
          </p:cNvPr>
          <p:cNvSpPr/>
          <p:nvPr/>
        </p:nvSpPr>
        <p:spPr>
          <a:xfrm>
            <a:off x="924690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AE5824D-A28B-9E60-0774-0EDEF3ECCB51}"/>
              </a:ext>
            </a:extLst>
          </p:cNvPr>
          <p:cNvSpPr/>
          <p:nvPr/>
        </p:nvSpPr>
        <p:spPr>
          <a:xfrm>
            <a:off x="2355214" y="4758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96EFEF5-6150-751B-03BF-77F09DD00085}"/>
              </a:ext>
            </a:extLst>
          </p:cNvPr>
          <p:cNvSpPr/>
          <p:nvPr/>
        </p:nvSpPr>
        <p:spPr>
          <a:xfrm>
            <a:off x="3231135" y="47688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082753F-9DD3-ACE3-BA96-CEF4B049B007}"/>
              </a:ext>
            </a:extLst>
          </p:cNvPr>
          <p:cNvSpPr/>
          <p:nvPr/>
        </p:nvSpPr>
        <p:spPr>
          <a:xfrm>
            <a:off x="4925421" y="47688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5E710C8-8766-6ED8-3179-465D5680966B}"/>
              </a:ext>
            </a:extLst>
          </p:cNvPr>
          <p:cNvSpPr/>
          <p:nvPr/>
        </p:nvSpPr>
        <p:spPr>
          <a:xfrm>
            <a:off x="4078278" y="47688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A46D6CA-78A4-04AE-AB0F-8033D4D965F9}"/>
              </a:ext>
            </a:extLst>
          </p:cNvPr>
          <p:cNvSpPr/>
          <p:nvPr/>
        </p:nvSpPr>
        <p:spPr>
          <a:xfrm>
            <a:off x="5772564" y="47688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75EEBBD-60E0-AD41-2D45-CB5720A0AFC6}"/>
              </a:ext>
            </a:extLst>
          </p:cNvPr>
          <p:cNvSpPr/>
          <p:nvPr/>
        </p:nvSpPr>
        <p:spPr>
          <a:xfrm>
            <a:off x="6619707" y="47580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D32BE71-29D2-30C0-1B38-0EE9AB104D81}"/>
              </a:ext>
            </a:extLst>
          </p:cNvPr>
          <p:cNvSpPr/>
          <p:nvPr/>
        </p:nvSpPr>
        <p:spPr>
          <a:xfrm>
            <a:off x="7495628" y="4768869"/>
            <a:ext cx="720000" cy="540000"/>
          </a:xfrm>
          <a:prstGeom prst="rect">
            <a:avLst/>
          </a:prstGeom>
          <a:solidFill>
            <a:srgbClr val="92D05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EA0270A-5D7D-DFFF-DFF4-655D0573F6C7}"/>
              </a:ext>
            </a:extLst>
          </p:cNvPr>
          <p:cNvSpPr/>
          <p:nvPr/>
        </p:nvSpPr>
        <p:spPr>
          <a:xfrm>
            <a:off x="8371549" y="47688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3AC4306-27DD-3B52-745E-22B14DDECEB7}"/>
              </a:ext>
            </a:extLst>
          </p:cNvPr>
          <p:cNvSpPr/>
          <p:nvPr/>
        </p:nvSpPr>
        <p:spPr>
          <a:xfrm>
            <a:off x="9246908" y="4768869"/>
            <a:ext cx="720000" cy="540000"/>
          </a:xfrm>
          <a:prstGeom prst="rect">
            <a:avLst/>
          </a:prstGeom>
          <a:solidFill>
            <a:srgbClr val="00B05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4A67223-96E6-AC1C-6292-87B6762C052F}"/>
              </a:ext>
            </a:extLst>
          </p:cNvPr>
          <p:cNvSpPr/>
          <p:nvPr/>
        </p:nvSpPr>
        <p:spPr>
          <a:xfrm>
            <a:off x="2355214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BE93A07-3103-30EA-05E5-F6BEE28C902F}"/>
              </a:ext>
            </a:extLst>
          </p:cNvPr>
          <p:cNvSpPr/>
          <p:nvPr/>
        </p:nvSpPr>
        <p:spPr>
          <a:xfrm>
            <a:off x="3231135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FD60532-0AD4-5371-C42A-F791DEAA9AB1}"/>
              </a:ext>
            </a:extLst>
          </p:cNvPr>
          <p:cNvSpPr/>
          <p:nvPr/>
        </p:nvSpPr>
        <p:spPr>
          <a:xfrm>
            <a:off x="4925421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3A78D1C-4315-3738-BE7F-BF8F9EB8A68C}"/>
              </a:ext>
            </a:extLst>
          </p:cNvPr>
          <p:cNvSpPr/>
          <p:nvPr/>
        </p:nvSpPr>
        <p:spPr>
          <a:xfrm>
            <a:off x="407827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E813C93-A9E6-158A-F002-CD12F357C928}"/>
              </a:ext>
            </a:extLst>
          </p:cNvPr>
          <p:cNvSpPr/>
          <p:nvPr/>
        </p:nvSpPr>
        <p:spPr>
          <a:xfrm>
            <a:off x="5772564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7263EC4-5756-3A85-433D-3841441F6F77}"/>
              </a:ext>
            </a:extLst>
          </p:cNvPr>
          <p:cNvSpPr/>
          <p:nvPr/>
        </p:nvSpPr>
        <p:spPr>
          <a:xfrm>
            <a:off x="6619707" y="1073030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049DE32-F913-81FE-B3C9-6CFD651DF7A9}"/>
              </a:ext>
            </a:extLst>
          </p:cNvPr>
          <p:cNvSpPr/>
          <p:nvPr/>
        </p:nvSpPr>
        <p:spPr>
          <a:xfrm>
            <a:off x="749562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491DA8D-C567-1E98-286A-AD7B93A8C2FE}"/>
              </a:ext>
            </a:extLst>
          </p:cNvPr>
          <p:cNvSpPr/>
          <p:nvPr/>
        </p:nvSpPr>
        <p:spPr>
          <a:xfrm>
            <a:off x="8371549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7D5D453-42A8-8F04-D867-8E6B08F375C3}"/>
              </a:ext>
            </a:extLst>
          </p:cNvPr>
          <p:cNvSpPr/>
          <p:nvPr/>
        </p:nvSpPr>
        <p:spPr>
          <a:xfrm>
            <a:off x="9246908" y="1074111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DA6A1C-5CA6-05EF-6599-50010FD398C7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9AA48-DBED-1C8C-61A9-C38F4869D2A1}"/>
              </a:ext>
            </a:extLst>
          </p:cNvPr>
          <p:cNvSpPr txBox="1"/>
          <p:nvPr/>
        </p:nvSpPr>
        <p:spPr>
          <a:xfrm>
            <a:off x="151956" y="2280736"/>
            <a:ext cx="220325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Since 90 is larger than 64, swap them.</a:t>
            </a:r>
            <a:endParaRPr lang="en-PH" sz="25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9EF2F-A22A-C02A-9D4D-77FCA9BCF876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46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DF136-0ACC-CE19-E213-AB7B8D4C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7CFEE56-C4EE-ADA6-AA1A-E2EA5E446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8DAC6A1-89DB-ECA0-072A-9D699CE7BD42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613FB66-6DB8-281A-95AA-C24B43D5E3D3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F55D0C7-926C-5732-8FB2-7474F4DF50F4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5664C95-3F87-730F-22A7-D4F0B51309EF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239DC79-2F77-7611-D53D-7179FB53EB32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9D5E9BE-66A1-FE8B-B9DC-F6772E80029A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53715DE-364C-02EF-5C12-F75575FEB8BA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9FFD3A6-CD53-96D3-B71A-95D21CDB8340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BBD735-EF89-78DD-0C45-6CC203E7AAE0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438C7F-9A65-A1D3-D926-5C45D9570AF2}"/>
              </a:ext>
            </a:extLst>
          </p:cNvPr>
          <p:cNvSpPr/>
          <p:nvPr/>
        </p:nvSpPr>
        <p:spPr>
          <a:xfrm>
            <a:off x="2355214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4A9AD0-F5B2-9A8B-E76D-1CA3E62A4805}"/>
              </a:ext>
            </a:extLst>
          </p:cNvPr>
          <p:cNvSpPr/>
          <p:nvPr/>
        </p:nvSpPr>
        <p:spPr>
          <a:xfrm>
            <a:off x="3231135" y="184328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C0753-492E-55AD-8C5E-2F4836B1E554}"/>
              </a:ext>
            </a:extLst>
          </p:cNvPr>
          <p:cNvSpPr/>
          <p:nvPr/>
        </p:nvSpPr>
        <p:spPr>
          <a:xfrm>
            <a:off x="4925421" y="184328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C61FA-1493-8B52-7B47-41BC7BDEC6DE}"/>
              </a:ext>
            </a:extLst>
          </p:cNvPr>
          <p:cNvSpPr/>
          <p:nvPr/>
        </p:nvSpPr>
        <p:spPr>
          <a:xfrm>
            <a:off x="407827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E52DE8-0458-1565-5960-B023838C0959}"/>
              </a:ext>
            </a:extLst>
          </p:cNvPr>
          <p:cNvSpPr/>
          <p:nvPr/>
        </p:nvSpPr>
        <p:spPr>
          <a:xfrm>
            <a:off x="5772564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37AF64-DC0A-97E2-061A-5383E6BD2FA5}"/>
              </a:ext>
            </a:extLst>
          </p:cNvPr>
          <p:cNvSpPr/>
          <p:nvPr/>
        </p:nvSpPr>
        <p:spPr>
          <a:xfrm>
            <a:off x="6619707" y="183246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42178-5D3E-8EFD-043C-E26568965649}"/>
              </a:ext>
            </a:extLst>
          </p:cNvPr>
          <p:cNvSpPr/>
          <p:nvPr/>
        </p:nvSpPr>
        <p:spPr>
          <a:xfrm>
            <a:off x="749562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51CF-5140-F527-F98E-B33DB8DF1F9B}"/>
              </a:ext>
            </a:extLst>
          </p:cNvPr>
          <p:cNvSpPr/>
          <p:nvPr/>
        </p:nvSpPr>
        <p:spPr>
          <a:xfrm>
            <a:off x="8371549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2283E-A68F-FA73-25C5-333544129572}"/>
              </a:ext>
            </a:extLst>
          </p:cNvPr>
          <p:cNvSpPr/>
          <p:nvPr/>
        </p:nvSpPr>
        <p:spPr>
          <a:xfrm>
            <a:off x="9246908" y="184328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13E0A85-8EFA-27B1-5FB9-81F7096EDA37}"/>
              </a:ext>
            </a:extLst>
          </p:cNvPr>
          <p:cNvSpPr/>
          <p:nvPr/>
        </p:nvSpPr>
        <p:spPr>
          <a:xfrm>
            <a:off x="2355214" y="244697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89BDB79-D67C-D979-C0E8-D4F3AD1E267B}"/>
              </a:ext>
            </a:extLst>
          </p:cNvPr>
          <p:cNvSpPr/>
          <p:nvPr/>
        </p:nvSpPr>
        <p:spPr>
          <a:xfrm>
            <a:off x="3231135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6BDAC32-AB42-C86D-D829-65FF5CB61A06}"/>
              </a:ext>
            </a:extLst>
          </p:cNvPr>
          <p:cNvSpPr/>
          <p:nvPr/>
        </p:nvSpPr>
        <p:spPr>
          <a:xfrm>
            <a:off x="4925421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D09E6B0-149E-8E4D-B115-14BDADD6CC00}"/>
              </a:ext>
            </a:extLst>
          </p:cNvPr>
          <p:cNvSpPr/>
          <p:nvPr/>
        </p:nvSpPr>
        <p:spPr>
          <a:xfrm>
            <a:off x="4078278" y="245778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240EAE1-AB7B-99E2-398C-E8B3F84F4F98}"/>
              </a:ext>
            </a:extLst>
          </p:cNvPr>
          <p:cNvSpPr/>
          <p:nvPr/>
        </p:nvSpPr>
        <p:spPr>
          <a:xfrm>
            <a:off x="5772564" y="245778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79A4E84-A5AB-4E5E-4B22-EA640AA5AE43}"/>
              </a:ext>
            </a:extLst>
          </p:cNvPr>
          <p:cNvSpPr/>
          <p:nvPr/>
        </p:nvSpPr>
        <p:spPr>
          <a:xfrm>
            <a:off x="6619707" y="244697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8F73131-81B3-BFF1-2022-6C47552AC5DF}"/>
              </a:ext>
            </a:extLst>
          </p:cNvPr>
          <p:cNvSpPr/>
          <p:nvPr/>
        </p:nvSpPr>
        <p:spPr>
          <a:xfrm>
            <a:off x="749562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AEE03BF-E383-331C-CEFD-090F8F38BB48}"/>
              </a:ext>
            </a:extLst>
          </p:cNvPr>
          <p:cNvSpPr/>
          <p:nvPr/>
        </p:nvSpPr>
        <p:spPr>
          <a:xfrm>
            <a:off x="8371549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F80AF1A-A970-10F2-FF53-B2809B3D3D8C}"/>
              </a:ext>
            </a:extLst>
          </p:cNvPr>
          <p:cNvSpPr/>
          <p:nvPr/>
        </p:nvSpPr>
        <p:spPr>
          <a:xfrm>
            <a:off x="9246908" y="245778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89C1CE8-DCFF-DEFE-F70E-35E3D4C28394}"/>
              </a:ext>
            </a:extLst>
          </p:cNvPr>
          <p:cNvSpPr/>
          <p:nvPr/>
        </p:nvSpPr>
        <p:spPr>
          <a:xfrm>
            <a:off x="2355214" y="305067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D0A94B5-5950-E7BB-0877-D315AF54E1F0}"/>
              </a:ext>
            </a:extLst>
          </p:cNvPr>
          <p:cNvSpPr/>
          <p:nvPr/>
        </p:nvSpPr>
        <p:spPr>
          <a:xfrm>
            <a:off x="3231135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A0CAB00-7DE6-5B15-373C-0DE640FFFBCC}"/>
              </a:ext>
            </a:extLst>
          </p:cNvPr>
          <p:cNvSpPr/>
          <p:nvPr/>
        </p:nvSpPr>
        <p:spPr>
          <a:xfrm>
            <a:off x="4925421" y="306148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C1FE08C-663A-31B1-E114-B9441AE18E95}"/>
              </a:ext>
            </a:extLst>
          </p:cNvPr>
          <p:cNvSpPr/>
          <p:nvPr/>
        </p:nvSpPr>
        <p:spPr>
          <a:xfrm>
            <a:off x="407827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568D01C-E208-4F50-8B20-1810FEFEE9E5}"/>
              </a:ext>
            </a:extLst>
          </p:cNvPr>
          <p:cNvSpPr/>
          <p:nvPr/>
        </p:nvSpPr>
        <p:spPr>
          <a:xfrm>
            <a:off x="5772564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993BB23-5B37-D88C-8278-FC25FD31486C}"/>
              </a:ext>
            </a:extLst>
          </p:cNvPr>
          <p:cNvSpPr/>
          <p:nvPr/>
        </p:nvSpPr>
        <p:spPr>
          <a:xfrm>
            <a:off x="6619707" y="305067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DB8210D-1E50-5478-ABFB-9AF8011AE715}"/>
              </a:ext>
            </a:extLst>
          </p:cNvPr>
          <p:cNvSpPr/>
          <p:nvPr/>
        </p:nvSpPr>
        <p:spPr>
          <a:xfrm>
            <a:off x="749562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2D30635-136D-0A76-0601-86F5AA538275}"/>
              </a:ext>
            </a:extLst>
          </p:cNvPr>
          <p:cNvSpPr/>
          <p:nvPr/>
        </p:nvSpPr>
        <p:spPr>
          <a:xfrm>
            <a:off x="8371549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AFFD45C-AEC7-54B1-9DF7-74F722B7440A}"/>
              </a:ext>
            </a:extLst>
          </p:cNvPr>
          <p:cNvSpPr/>
          <p:nvPr/>
        </p:nvSpPr>
        <p:spPr>
          <a:xfrm>
            <a:off x="9246908" y="306148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46377B1-1EE4-54CF-319E-1C61D2C8F036}"/>
              </a:ext>
            </a:extLst>
          </p:cNvPr>
          <p:cNvSpPr/>
          <p:nvPr/>
        </p:nvSpPr>
        <p:spPr>
          <a:xfrm>
            <a:off x="2355214" y="361619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528B3AA-E245-2385-CEB2-F07A03BF2371}"/>
              </a:ext>
            </a:extLst>
          </p:cNvPr>
          <p:cNvSpPr/>
          <p:nvPr/>
        </p:nvSpPr>
        <p:spPr>
          <a:xfrm>
            <a:off x="3231135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104B7E2-CE07-4F7A-60A4-79A037AE88E9}"/>
              </a:ext>
            </a:extLst>
          </p:cNvPr>
          <p:cNvSpPr/>
          <p:nvPr/>
        </p:nvSpPr>
        <p:spPr>
          <a:xfrm>
            <a:off x="4925421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47A8077-7923-6C81-249D-CEEA1C9CFC1F}"/>
              </a:ext>
            </a:extLst>
          </p:cNvPr>
          <p:cNvSpPr/>
          <p:nvPr/>
        </p:nvSpPr>
        <p:spPr>
          <a:xfrm>
            <a:off x="4078278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49BDFF4-225C-6883-BA0F-F58B4193ED3F}"/>
              </a:ext>
            </a:extLst>
          </p:cNvPr>
          <p:cNvSpPr/>
          <p:nvPr/>
        </p:nvSpPr>
        <p:spPr>
          <a:xfrm>
            <a:off x="5772564" y="3627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6486E5F-4EEB-C0C9-2B44-8848B8F127EA}"/>
              </a:ext>
            </a:extLst>
          </p:cNvPr>
          <p:cNvSpPr/>
          <p:nvPr/>
        </p:nvSpPr>
        <p:spPr>
          <a:xfrm>
            <a:off x="6619707" y="361619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D5EF50E-96F0-2F7C-A46D-A6F22C05E14D}"/>
              </a:ext>
            </a:extLst>
          </p:cNvPr>
          <p:cNvSpPr/>
          <p:nvPr/>
        </p:nvSpPr>
        <p:spPr>
          <a:xfrm>
            <a:off x="7495628" y="3627008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4F1FF4C-545B-F1D7-BAC7-5AF0EB53353B}"/>
              </a:ext>
            </a:extLst>
          </p:cNvPr>
          <p:cNvSpPr/>
          <p:nvPr/>
        </p:nvSpPr>
        <p:spPr>
          <a:xfrm>
            <a:off x="8371549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CF906D-2FA1-A21C-F20C-EAD4EDD5115A}"/>
              </a:ext>
            </a:extLst>
          </p:cNvPr>
          <p:cNvSpPr/>
          <p:nvPr/>
        </p:nvSpPr>
        <p:spPr>
          <a:xfrm>
            <a:off x="9246908" y="362700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E7AA6DF-D5B4-8D15-4508-DA501D04F44B}"/>
              </a:ext>
            </a:extLst>
          </p:cNvPr>
          <p:cNvSpPr/>
          <p:nvPr/>
        </p:nvSpPr>
        <p:spPr>
          <a:xfrm>
            <a:off x="2355214" y="418171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A1CDEE0-BCA8-F58F-41F6-7174AF0EC4C0}"/>
              </a:ext>
            </a:extLst>
          </p:cNvPr>
          <p:cNvSpPr/>
          <p:nvPr/>
        </p:nvSpPr>
        <p:spPr>
          <a:xfrm>
            <a:off x="3231135" y="419253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9288704-2BF9-9423-1803-F89958A83CE4}"/>
              </a:ext>
            </a:extLst>
          </p:cNvPr>
          <p:cNvSpPr/>
          <p:nvPr/>
        </p:nvSpPr>
        <p:spPr>
          <a:xfrm>
            <a:off x="4925421" y="419253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D13363B-DC24-AAB1-E6E5-1BC8BB849AF4}"/>
              </a:ext>
            </a:extLst>
          </p:cNvPr>
          <p:cNvSpPr/>
          <p:nvPr/>
        </p:nvSpPr>
        <p:spPr>
          <a:xfrm>
            <a:off x="407827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10E9838-C1B2-9DD3-4D2E-FF2549F1D8A9}"/>
              </a:ext>
            </a:extLst>
          </p:cNvPr>
          <p:cNvSpPr/>
          <p:nvPr/>
        </p:nvSpPr>
        <p:spPr>
          <a:xfrm>
            <a:off x="5772564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C92A1EF-555F-FA8A-37DA-08B114F65CB4}"/>
              </a:ext>
            </a:extLst>
          </p:cNvPr>
          <p:cNvSpPr/>
          <p:nvPr/>
        </p:nvSpPr>
        <p:spPr>
          <a:xfrm>
            <a:off x="6619707" y="418171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ABA31A1-29F5-C3C4-9605-F2689D846B07}"/>
              </a:ext>
            </a:extLst>
          </p:cNvPr>
          <p:cNvSpPr/>
          <p:nvPr/>
        </p:nvSpPr>
        <p:spPr>
          <a:xfrm>
            <a:off x="749562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95281B6-DF97-2904-007C-49A4E2331CDD}"/>
              </a:ext>
            </a:extLst>
          </p:cNvPr>
          <p:cNvSpPr/>
          <p:nvPr/>
        </p:nvSpPr>
        <p:spPr>
          <a:xfrm>
            <a:off x="8371549" y="419253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76148DE-8E57-40C4-6FC0-2C2DAB514250}"/>
              </a:ext>
            </a:extLst>
          </p:cNvPr>
          <p:cNvSpPr/>
          <p:nvPr/>
        </p:nvSpPr>
        <p:spPr>
          <a:xfrm>
            <a:off x="9246908" y="419253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C323A41-C807-DB46-78AB-8739BBAF4419}"/>
              </a:ext>
            </a:extLst>
          </p:cNvPr>
          <p:cNvSpPr/>
          <p:nvPr/>
        </p:nvSpPr>
        <p:spPr>
          <a:xfrm>
            <a:off x="2355214" y="4758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0DEFF0B-04D5-DB33-5471-1E9CEA02DAD6}"/>
              </a:ext>
            </a:extLst>
          </p:cNvPr>
          <p:cNvSpPr/>
          <p:nvPr/>
        </p:nvSpPr>
        <p:spPr>
          <a:xfrm>
            <a:off x="3231135" y="47688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67D9158-4835-A8C3-1642-D7CB01B8E4E0}"/>
              </a:ext>
            </a:extLst>
          </p:cNvPr>
          <p:cNvSpPr/>
          <p:nvPr/>
        </p:nvSpPr>
        <p:spPr>
          <a:xfrm>
            <a:off x="4925421" y="47688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3E83300-D613-EC32-65EC-16C0AD0F8FF9}"/>
              </a:ext>
            </a:extLst>
          </p:cNvPr>
          <p:cNvSpPr/>
          <p:nvPr/>
        </p:nvSpPr>
        <p:spPr>
          <a:xfrm>
            <a:off x="4078278" y="47688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96B02DA-8BB1-6965-C643-00A15B6946A0}"/>
              </a:ext>
            </a:extLst>
          </p:cNvPr>
          <p:cNvSpPr/>
          <p:nvPr/>
        </p:nvSpPr>
        <p:spPr>
          <a:xfrm>
            <a:off x="5772564" y="47688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1BD7314-2058-5F92-62C4-8C99327992A7}"/>
              </a:ext>
            </a:extLst>
          </p:cNvPr>
          <p:cNvSpPr/>
          <p:nvPr/>
        </p:nvSpPr>
        <p:spPr>
          <a:xfrm>
            <a:off x="6619707" y="47580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D617AF1-952A-1B7C-F0E3-E39C231362F6}"/>
              </a:ext>
            </a:extLst>
          </p:cNvPr>
          <p:cNvSpPr/>
          <p:nvPr/>
        </p:nvSpPr>
        <p:spPr>
          <a:xfrm>
            <a:off x="7495628" y="47688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9475412-7F18-45F5-CCFF-7B2317C8A323}"/>
              </a:ext>
            </a:extLst>
          </p:cNvPr>
          <p:cNvSpPr/>
          <p:nvPr/>
        </p:nvSpPr>
        <p:spPr>
          <a:xfrm>
            <a:off x="8371549" y="476886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28243CD-FBFE-7D96-FD72-E25522145340}"/>
              </a:ext>
            </a:extLst>
          </p:cNvPr>
          <p:cNvSpPr/>
          <p:nvPr/>
        </p:nvSpPr>
        <p:spPr>
          <a:xfrm>
            <a:off x="9246908" y="47688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3543372-BA14-08E3-48A5-458C9B1832FD}"/>
              </a:ext>
            </a:extLst>
          </p:cNvPr>
          <p:cNvSpPr/>
          <p:nvPr/>
        </p:nvSpPr>
        <p:spPr>
          <a:xfrm>
            <a:off x="2355214" y="53615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D60035A-7B04-76ED-4039-B6E1B9078C82}"/>
              </a:ext>
            </a:extLst>
          </p:cNvPr>
          <p:cNvSpPr/>
          <p:nvPr/>
        </p:nvSpPr>
        <p:spPr>
          <a:xfrm>
            <a:off x="3231135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4A2B1EB-CA16-F865-4C61-BFFF7F157E66}"/>
              </a:ext>
            </a:extLst>
          </p:cNvPr>
          <p:cNvSpPr/>
          <p:nvPr/>
        </p:nvSpPr>
        <p:spPr>
          <a:xfrm>
            <a:off x="4925421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94F6C5A-ADA1-06B1-E5E4-1F0DDC271DD0}"/>
              </a:ext>
            </a:extLst>
          </p:cNvPr>
          <p:cNvSpPr/>
          <p:nvPr/>
        </p:nvSpPr>
        <p:spPr>
          <a:xfrm>
            <a:off x="4078278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C8B0900-DC44-0635-992B-EE60B0D5FBC0}"/>
              </a:ext>
            </a:extLst>
          </p:cNvPr>
          <p:cNvSpPr/>
          <p:nvPr/>
        </p:nvSpPr>
        <p:spPr>
          <a:xfrm>
            <a:off x="5772564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F183586-0946-DFF3-A115-45C1DB046870}"/>
              </a:ext>
            </a:extLst>
          </p:cNvPr>
          <p:cNvSpPr/>
          <p:nvPr/>
        </p:nvSpPr>
        <p:spPr>
          <a:xfrm>
            <a:off x="6619707" y="53615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A584A99-684D-0F13-8639-A052B59A46F3}"/>
              </a:ext>
            </a:extLst>
          </p:cNvPr>
          <p:cNvSpPr/>
          <p:nvPr/>
        </p:nvSpPr>
        <p:spPr>
          <a:xfrm>
            <a:off x="7495628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4132696-8C13-F9B7-74D7-B6DFF51E8C5E}"/>
              </a:ext>
            </a:extLst>
          </p:cNvPr>
          <p:cNvSpPr/>
          <p:nvPr/>
        </p:nvSpPr>
        <p:spPr>
          <a:xfrm>
            <a:off x="8371549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5B054B3-2040-EEA8-145B-C2639EF400C2}"/>
              </a:ext>
            </a:extLst>
          </p:cNvPr>
          <p:cNvSpPr/>
          <p:nvPr/>
        </p:nvSpPr>
        <p:spPr>
          <a:xfrm>
            <a:off x="9246908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C17DE-F636-1942-6AC1-C608DF630CFC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Second gap =  </a:t>
            </a:r>
            <a:r>
              <a:rPr lang="en-PH" sz="25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6332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A192A-28BB-7E9E-E514-F3EAC9EB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7E3B128-2256-5CD6-71F8-0C8ADEE1B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F7B9DA2-B3E0-94CD-9E7A-48AD6A654EB3}"/>
              </a:ext>
            </a:extLst>
          </p:cNvPr>
          <p:cNvSpPr/>
          <p:nvPr/>
        </p:nvSpPr>
        <p:spPr>
          <a:xfrm>
            <a:off x="2355214" y="53615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5DFFC92-1C60-A1EB-391D-A0A86C0ACBCE}"/>
              </a:ext>
            </a:extLst>
          </p:cNvPr>
          <p:cNvSpPr/>
          <p:nvPr/>
        </p:nvSpPr>
        <p:spPr>
          <a:xfrm>
            <a:off x="3231135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2BBB578-84FE-740E-35D1-7604A9BD11FB}"/>
              </a:ext>
            </a:extLst>
          </p:cNvPr>
          <p:cNvSpPr/>
          <p:nvPr/>
        </p:nvSpPr>
        <p:spPr>
          <a:xfrm>
            <a:off x="4925421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7024FB1-EFAC-6CB8-03E6-99064351CCE7}"/>
              </a:ext>
            </a:extLst>
          </p:cNvPr>
          <p:cNvSpPr/>
          <p:nvPr/>
        </p:nvSpPr>
        <p:spPr>
          <a:xfrm>
            <a:off x="4078278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65DB2E4-23BF-C134-45D2-6B82D94EE321}"/>
              </a:ext>
            </a:extLst>
          </p:cNvPr>
          <p:cNvSpPr/>
          <p:nvPr/>
        </p:nvSpPr>
        <p:spPr>
          <a:xfrm>
            <a:off x="5772564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55B3637-2B8E-A30A-8B7B-D175B1B3C331}"/>
              </a:ext>
            </a:extLst>
          </p:cNvPr>
          <p:cNvSpPr/>
          <p:nvPr/>
        </p:nvSpPr>
        <p:spPr>
          <a:xfrm>
            <a:off x="6619707" y="53615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34EACBC-82FD-3446-C58A-4B48C8CC4D85}"/>
              </a:ext>
            </a:extLst>
          </p:cNvPr>
          <p:cNvSpPr/>
          <p:nvPr/>
        </p:nvSpPr>
        <p:spPr>
          <a:xfrm>
            <a:off x="7495628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24E8AB8-E59D-E7FF-2EAD-807D7080CA99}"/>
              </a:ext>
            </a:extLst>
          </p:cNvPr>
          <p:cNvSpPr/>
          <p:nvPr/>
        </p:nvSpPr>
        <p:spPr>
          <a:xfrm>
            <a:off x="8371549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F231176-E735-CE02-4658-A92B295B161F}"/>
              </a:ext>
            </a:extLst>
          </p:cNvPr>
          <p:cNvSpPr/>
          <p:nvPr/>
        </p:nvSpPr>
        <p:spPr>
          <a:xfrm>
            <a:off x="9246908" y="53723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6F516-65A8-2906-45EF-D4D60883BD2B}"/>
              </a:ext>
            </a:extLst>
          </p:cNvPr>
          <p:cNvSpPr txBox="1"/>
          <p:nvPr/>
        </p:nvSpPr>
        <p:spPr>
          <a:xfrm>
            <a:off x="609600" y="4794905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use the second gap sequence of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  <a:endParaRPr lang="en-US" sz="2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76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F23A5-52C4-FE56-73EF-2733DFB0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9C2FAE-BD86-D5A8-9D22-C8689A534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57BB08C-6BA3-2D8F-FCA5-95D5995EC4BF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4E49D1F-4846-E6E8-E0EB-3CF202182E40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80CC471-F0E2-9A19-9F62-5DD9C14F638E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A9ED70A-6116-EC24-9304-738DF114BDE5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6D56E70-C5BC-42A6-99C2-C5AEE63972CF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50E1515-A724-FE6D-3BC7-6E819EDD22B8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007599E-EC9F-AD88-4C6C-55A3F38E4C49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2E93AE2-F86B-888E-CDC5-4DEEF7E781BE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48F0CED-7585-B2EB-3AA3-19A56FD8A604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1A18BCD-F387-1AD5-3E14-573160065532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83343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823CD-D814-480D-5B6F-5299DB1C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19835C-F97D-7D97-616D-24D572467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BB12B10-E7F7-89BE-20FD-FD17A9E159CE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3302E17-3A09-1307-9048-2C9FC91BB9E5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3EB5EE1-38AF-4B29-B5DB-025BE69F554F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54DEB50-6FF9-ABB7-96C4-AB14CA9E82FD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016EB71-4487-3710-80CD-44E3C8B10A5C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2ED8136-558D-24A4-E9C6-0993E1C72E55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E12E780-071B-074A-E9DB-326835EEB6C7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A6F37A3-FCAE-ABE3-9EBC-5FB48A402573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4203BF5-23F7-A5C6-58D6-CCB3A7D72F9D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852BF-1F54-CF5B-BFE3-1C475FF592C6}"/>
              </a:ext>
            </a:extLst>
          </p:cNvPr>
          <p:cNvSpPr/>
          <p:nvPr/>
        </p:nvSpPr>
        <p:spPr>
          <a:xfrm>
            <a:off x="2355214" y="6858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235915-A376-DE6F-F6BD-81262864E639}"/>
              </a:ext>
            </a:extLst>
          </p:cNvPr>
          <p:cNvSpPr/>
          <p:nvPr/>
        </p:nvSpPr>
        <p:spPr>
          <a:xfrm>
            <a:off x="3231135" y="686881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F2F730-2297-55D0-3423-F4B1A0319FA9}"/>
              </a:ext>
            </a:extLst>
          </p:cNvPr>
          <p:cNvSpPr/>
          <p:nvPr/>
        </p:nvSpPr>
        <p:spPr>
          <a:xfrm>
            <a:off x="4925421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33185-3ADF-089B-0EDD-58F1A434442E}"/>
              </a:ext>
            </a:extLst>
          </p:cNvPr>
          <p:cNvSpPr/>
          <p:nvPr/>
        </p:nvSpPr>
        <p:spPr>
          <a:xfrm>
            <a:off x="4078278" y="6868813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0CD3B-2BF0-2180-1B4E-84C90B3BB499}"/>
              </a:ext>
            </a:extLst>
          </p:cNvPr>
          <p:cNvSpPr/>
          <p:nvPr/>
        </p:nvSpPr>
        <p:spPr>
          <a:xfrm>
            <a:off x="5772564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EA06E-FAE5-7EF1-44C8-FFAF58A6FD2D}"/>
              </a:ext>
            </a:extLst>
          </p:cNvPr>
          <p:cNvSpPr/>
          <p:nvPr/>
        </p:nvSpPr>
        <p:spPr>
          <a:xfrm>
            <a:off x="6619707" y="6858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F20B6D-7297-A2B0-54C0-BC518019B060}"/>
              </a:ext>
            </a:extLst>
          </p:cNvPr>
          <p:cNvSpPr/>
          <p:nvPr/>
        </p:nvSpPr>
        <p:spPr>
          <a:xfrm>
            <a:off x="7495628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97B95-57F2-5F91-1C15-8B665058FFD7}"/>
              </a:ext>
            </a:extLst>
          </p:cNvPr>
          <p:cNvSpPr/>
          <p:nvPr/>
        </p:nvSpPr>
        <p:spPr>
          <a:xfrm>
            <a:off x="8371549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CE51E4-52A6-2F2A-DF7A-BBA3E97090DE}"/>
              </a:ext>
            </a:extLst>
          </p:cNvPr>
          <p:cNvSpPr/>
          <p:nvPr/>
        </p:nvSpPr>
        <p:spPr>
          <a:xfrm>
            <a:off x="9246908" y="6868813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2EF452-A9DF-E45E-CEFB-C8C5801267FD}"/>
              </a:ext>
            </a:extLst>
          </p:cNvPr>
          <p:cNvSpPr/>
          <p:nvPr/>
        </p:nvSpPr>
        <p:spPr>
          <a:xfrm>
            <a:off x="2355214" y="741962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0289E4-40F2-2DB3-1FE7-EB147395B141}"/>
              </a:ext>
            </a:extLst>
          </p:cNvPr>
          <p:cNvSpPr/>
          <p:nvPr/>
        </p:nvSpPr>
        <p:spPr>
          <a:xfrm>
            <a:off x="3231135" y="74304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BF6BBD-CCB3-9576-BE6E-9DF0B31BA5C4}"/>
              </a:ext>
            </a:extLst>
          </p:cNvPr>
          <p:cNvSpPr/>
          <p:nvPr/>
        </p:nvSpPr>
        <p:spPr>
          <a:xfrm>
            <a:off x="4925421" y="74304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060586-543C-05EE-98DB-516C52B20119}"/>
              </a:ext>
            </a:extLst>
          </p:cNvPr>
          <p:cNvSpPr/>
          <p:nvPr/>
        </p:nvSpPr>
        <p:spPr>
          <a:xfrm>
            <a:off x="4078278" y="74304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CA709F-EBF8-73F8-7226-534E25E5E3E8}"/>
              </a:ext>
            </a:extLst>
          </p:cNvPr>
          <p:cNvSpPr/>
          <p:nvPr/>
        </p:nvSpPr>
        <p:spPr>
          <a:xfrm>
            <a:off x="5772564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539BDC-C4F8-6BF9-BA39-9CE8EED80D8F}"/>
              </a:ext>
            </a:extLst>
          </p:cNvPr>
          <p:cNvSpPr/>
          <p:nvPr/>
        </p:nvSpPr>
        <p:spPr>
          <a:xfrm>
            <a:off x="6619707" y="741962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E2324B-2AAC-26C7-5604-56EADFF3022A}"/>
              </a:ext>
            </a:extLst>
          </p:cNvPr>
          <p:cNvSpPr/>
          <p:nvPr/>
        </p:nvSpPr>
        <p:spPr>
          <a:xfrm>
            <a:off x="7495628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6BDD29-7EA0-E4E1-6E48-CCF907607D7C}"/>
              </a:ext>
            </a:extLst>
          </p:cNvPr>
          <p:cNvSpPr/>
          <p:nvPr/>
        </p:nvSpPr>
        <p:spPr>
          <a:xfrm>
            <a:off x="8371549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E39F-FAF8-920F-62BF-B7E77A21D270}"/>
              </a:ext>
            </a:extLst>
          </p:cNvPr>
          <p:cNvSpPr/>
          <p:nvPr/>
        </p:nvSpPr>
        <p:spPr>
          <a:xfrm>
            <a:off x="9246908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217AF9-441D-0561-AF3E-B6301656CF85}"/>
              </a:ext>
            </a:extLst>
          </p:cNvPr>
          <p:cNvSpPr/>
          <p:nvPr/>
        </p:nvSpPr>
        <p:spPr>
          <a:xfrm>
            <a:off x="2355214" y="79812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E242D4-172B-FF1E-42DD-1F00E2865BFF}"/>
              </a:ext>
            </a:extLst>
          </p:cNvPr>
          <p:cNvSpPr/>
          <p:nvPr/>
        </p:nvSpPr>
        <p:spPr>
          <a:xfrm>
            <a:off x="3231135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956599-8D84-DF0E-6C0C-E74D972DEC7D}"/>
              </a:ext>
            </a:extLst>
          </p:cNvPr>
          <p:cNvSpPr/>
          <p:nvPr/>
        </p:nvSpPr>
        <p:spPr>
          <a:xfrm>
            <a:off x="4925421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941173-3A2B-94AE-AF7F-EDF26D6E4C3C}"/>
              </a:ext>
            </a:extLst>
          </p:cNvPr>
          <p:cNvSpPr/>
          <p:nvPr/>
        </p:nvSpPr>
        <p:spPr>
          <a:xfrm>
            <a:off x="4078278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23F6F7-47FC-2620-0FE9-134A2899FC8A}"/>
              </a:ext>
            </a:extLst>
          </p:cNvPr>
          <p:cNvSpPr/>
          <p:nvPr/>
        </p:nvSpPr>
        <p:spPr>
          <a:xfrm>
            <a:off x="5772564" y="799206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8BFC0F-EC12-DBA1-C223-BEC24857EB4C}"/>
              </a:ext>
            </a:extLst>
          </p:cNvPr>
          <p:cNvSpPr/>
          <p:nvPr/>
        </p:nvSpPr>
        <p:spPr>
          <a:xfrm>
            <a:off x="6619707" y="79812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DB8D32-8DA5-059E-B5EF-91A4A4EA6507}"/>
              </a:ext>
            </a:extLst>
          </p:cNvPr>
          <p:cNvSpPr/>
          <p:nvPr/>
        </p:nvSpPr>
        <p:spPr>
          <a:xfrm>
            <a:off x="7495628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1F4679-D231-8A6F-94A5-2FAB081E313C}"/>
              </a:ext>
            </a:extLst>
          </p:cNvPr>
          <p:cNvSpPr/>
          <p:nvPr/>
        </p:nvSpPr>
        <p:spPr>
          <a:xfrm>
            <a:off x="8371549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D61831-1B7F-2D62-946B-E82631AC1ED7}"/>
              </a:ext>
            </a:extLst>
          </p:cNvPr>
          <p:cNvSpPr/>
          <p:nvPr/>
        </p:nvSpPr>
        <p:spPr>
          <a:xfrm>
            <a:off x="9246908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50CD62-6679-91AF-DA69-294B44EC2299}"/>
              </a:ext>
            </a:extLst>
          </p:cNvPr>
          <p:cNvSpPr/>
          <p:nvPr/>
        </p:nvSpPr>
        <p:spPr>
          <a:xfrm>
            <a:off x="2355214" y="85536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C35430-15D9-A834-3617-19DFDB9068E2}"/>
              </a:ext>
            </a:extLst>
          </p:cNvPr>
          <p:cNvSpPr/>
          <p:nvPr/>
        </p:nvSpPr>
        <p:spPr>
          <a:xfrm>
            <a:off x="3231135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B00B60-8C13-231A-A4F3-F4E526065E4E}"/>
              </a:ext>
            </a:extLst>
          </p:cNvPr>
          <p:cNvSpPr/>
          <p:nvPr/>
        </p:nvSpPr>
        <p:spPr>
          <a:xfrm>
            <a:off x="4925421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38444C-3427-E722-7DAF-FD03B7F4E33D}"/>
              </a:ext>
            </a:extLst>
          </p:cNvPr>
          <p:cNvSpPr/>
          <p:nvPr/>
        </p:nvSpPr>
        <p:spPr>
          <a:xfrm>
            <a:off x="4078278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0B08C1-763A-80E5-764E-ACC072F68503}"/>
              </a:ext>
            </a:extLst>
          </p:cNvPr>
          <p:cNvSpPr/>
          <p:nvPr/>
        </p:nvSpPr>
        <p:spPr>
          <a:xfrm>
            <a:off x="5772564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912BF8-C42E-DCA0-137B-C33445079AD5}"/>
              </a:ext>
            </a:extLst>
          </p:cNvPr>
          <p:cNvSpPr/>
          <p:nvPr/>
        </p:nvSpPr>
        <p:spPr>
          <a:xfrm>
            <a:off x="6619707" y="85536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2C2FB1-E62B-895D-4EBC-FCA221831A60}"/>
              </a:ext>
            </a:extLst>
          </p:cNvPr>
          <p:cNvSpPr/>
          <p:nvPr/>
        </p:nvSpPr>
        <p:spPr>
          <a:xfrm>
            <a:off x="749562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98EE9C-E683-6989-5862-7171B34D7F5B}"/>
              </a:ext>
            </a:extLst>
          </p:cNvPr>
          <p:cNvSpPr/>
          <p:nvPr/>
        </p:nvSpPr>
        <p:spPr>
          <a:xfrm>
            <a:off x="8371549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0C8A5F-533F-463C-DA5F-089B413D4622}"/>
              </a:ext>
            </a:extLst>
          </p:cNvPr>
          <p:cNvSpPr/>
          <p:nvPr/>
        </p:nvSpPr>
        <p:spPr>
          <a:xfrm>
            <a:off x="924690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788112-92F2-C9C9-D414-8347DB6992DE}"/>
              </a:ext>
            </a:extLst>
          </p:cNvPr>
          <p:cNvSpPr/>
          <p:nvPr/>
        </p:nvSpPr>
        <p:spPr>
          <a:xfrm>
            <a:off x="2355214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E9F773-8032-6D1C-00A4-0E6150A0C638}"/>
              </a:ext>
            </a:extLst>
          </p:cNvPr>
          <p:cNvSpPr/>
          <p:nvPr/>
        </p:nvSpPr>
        <p:spPr>
          <a:xfrm>
            <a:off x="3231135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8A19C7-F778-7CF5-43FB-495591D8B1BA}"/>
              </a:ext>
            </a:extLst>
          </p:cNvPr>
          <p:cNvSpPr/>
          <p:nvPr/>
        </p:nvSpPr>
        <p:spPr>
          <a:xfrm>
            <a:off x="4925421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D4034D-D15F-6413-E067-27FF8B375F28}"/>
              </a:ext>
            </a:extLst>
          </p:cNvPr>
          <p:cNvSpPr/>
          <p:nvPr/>
        </p:nvSpPr>
        <p:spPr>
          <a:xfrm>
            <a:off x="4078278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C7682B-ABCD-0E1B-7AEF-3759913B6ECA}"/>
              </a:ext>
            </a:extLst>
          </p:cNvPr>
          <p:cNvSpPr/>
          <p:nvPr/>
        </p:nvSpPr>
        <p:spPr>
          <a:xfrm>
            <a:off x="5772564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F61136-BB84-9DDE-57BC-2E56052893EF}"/>
              </a:ext>
            </a:extLst>
          </p:cNvPr>
          <p:cNvSpPr/>
          <p:nvPr/>
        </p:nvSpPr>
        <p:spPr>
          <a:xfrm>
            <a:off x="6619707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E92079-1EE4-4619-2C53-BF4A819D348C}"/>
              </a:ext>
            </a:extLst>
          </p:cNvPr>
          <p:cNvSpPr/>
          <p:nvPr/>
        </p:nvSpPr>
        <p:spPr>
          <a:xfrm>
            <a:off x="7495628" y="91261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C182E0-D388-6A7D-0876-881ADC14AB21}"/>
              </a:ext>
            </a:extLst>
          </p:cNvPr>
          <p:cNvSpPr/>
          <p:nvPr/>
        </p:nvSpPr>
        <p:spPr>
          <a:xfrm>
            <a:off x="8371549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0F0B02-9B31-C2BB-420B-68F0BEADD54A}"/>
              </a:ext>
            </a:extLst>
          </p:cNvPr>
          <p:cNvSpPr/>
          <p:nvPr/>
        </p:nvSpPr>
        <p:spPr>
          <a:xfrm>
            <a:off x="9246908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BE33D4-710E-7385-0A36-9EF845A8055D}"/>
              </a:ext>
            </a:extLst>
          </p:cNvPr>
          <p:cNvSpPr/>
          <p:nvPr/>
        </p:nvSpPr>
        <p:spPr>
          <a:xfrm>
            <a:off x="2355214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F623B5-7152-9FE8-7A3B-1139BA3EA35D}"/>
              </a:ext>
            </a:extLst>
          </p:cNvPr>
          <p:cNvSpPr/>
          <p:nvPr/>
        </p:nvSpPr>
        <p:spPr>
          <a:xfrm>
            <a:off x="3231135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1877CA-4090-5CBF-317B-E8490EBFB2E3}"/>
              </a:ext>
            </a:extLst>
          </p:cNvPr>
          <p:cNvSpPr/>
          <p:nvPr/>
        </p:nvSpPr>
        <p:spPr>
          <a:xfrm>
            <a:off x="4925421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829414-86B3-F56C-9646-D1FF26F4D795}"/>
              </a:ext>
            </a:extLst>
          </p:cNvPr>
          <p:cNvSpPr/>
          <p:nvPr/>
        </p:nvSpPr>
        <p:spPr>
          <a:xfrm>
            <a:off x="407827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4E7192-1E07-A5CA-49E0-76CB8CE88EED}"/>
              </a:ext>
            </a:extLst>
          </p:cNvPr>
          <p:cNvSpPr/>
          <p:nvPr/>
        </p:nvSpPr>
        <p:spPr>
          <a:xfrm>
            <a:off x="5772564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7A05DB-D3D6-63C2-5BF3-8EAF55D2DBC4}"/>
              </a:ext>
            </a:extLst>
          </p:cNvPr>
          <p:cNvSpPr/>
          <p:nvPr/>
        </p:nvSpPr>
        <p:spPr>
          <a:xfrm>
            <a:off x="6619707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078ADB-6186-1FF7-4B9B-159157E9EB70}"/>
              </a:ext>
            </a:extLst>
          </p:cNvPr>
          <p:cNvSpPr/>
          <p:nvPr/>
        </p:nvSpPr>
        <p:spPr>
          <a:xfrm>
            <a:off x="749562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4D76CA-9960-A74C-7941-BF00C07D15E5}"/>
              </a:ext>
            </a:extLst>
          </p:cNvPr>
          <p:cNvSpPr/>
          <p:nvPr/>
        </p:nvSpPr>
        <p:spPr>
          <a:xfrm>
            <a:off x="8371549" y="96877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9B674A0-20AA-183B-29C6-2EDAE2A9EAF3}"/>
              </a:ext>
            </a:extLst>
          </p:cNvPr>
          <p:cNvSpPr/>
          <p:nvPr/>
        </p:nvSpPr>
        <p:spPr>
          <a:xfrm>
            <a:off x="9246908" y="96877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9A2814-23AD-9F96-16E8-F6618DFAFE91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BB62506-85D9-28C1-BB80-CB00AF90AAF0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6CCCCAA-ED77-EC4A-0275-B34ABD28C599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A35B158-2538-658D-90E6-1E558AC62424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859EF2-3132-65D6-5AC0-A4F3522A0F6F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D890AC-93EE-CBFC-4CA3-5C45D7657B6B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056D45-76F5-B14C-4CA2-30947B03F814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F48C033-49C5-BAD8-834F-72A9C607AA52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7571E15-8C9C-EE67-5972-8ED78CB048CF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BFF7D95-7D32-F478-DCDB-6591DBCB3BE8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2083487-BD71-7EB2-E4E3-F1B325B77E0F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2FB39ED-C2B5-820A-D9A1-2CE5EC03C00B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4EB7105-B170-0CA1-7370-55C2E94BC54A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CB296B9-753B-2BAC-FC65-F306B216BD60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C123638-39C9-F255-FE1D-892D8F8E374F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F81AC5C-6E8D-A97A-3337-BD4565DAC1D9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D64A1D2-65CA-C5BB-4486-7689E1C74D9A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190AF2B-F927-A29D-FE8F-16EC879414FF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0456040-EA89-BE1E-5B27-752788214015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5B4A09C-2B9D-3BF2-A6E6-E5E376DB122F}"/>
              </a:ext>
            </a:extLst>
          </p:cNvPr>
          <p:cNvSpPr txBox="1"/>
          <p:nvPr/>
        </p:nvSpPr>
        <p:spPr>
          <a:xfrm>
            <a:off x="609600" y="4794905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We start from element 0 up to element 1</a:t>
            </a:r>
            <a:endParaRPr lang="en-US" sz="2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879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D67F1-1DEE-3E1A-B04A-7A618B67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71A323-CA5B-6A60-60AD-EC126E0A6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119C178-95F9-FAC5-4EEF-87CBF6D61F68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82D5271C-0866-AFE8-55A6-F884D5D3F956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E71D6C1-EF8F-F082-A8EF-57211A008512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8C996E7-2033-2842-2C3F-A83D55FB2287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8F48142-9973-1335-8437-225972F67157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96A359B-3102-1587-9A68-C71572E6B0FA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F8D74EC-1765-3D47-6527-DD7E53FDD1AD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A126429-C5D1-01D7-1E27-896EF070ED0E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429C65A-0B91-6E77-06D9-83AA07A10AB1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EAB4D-508C-6339-1BD3-A025F7F80CF1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C4D9E-2800-F55C-E3D4-972C05DE97FE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847C9-F872-597F-D6AB-6835B6F28060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CA2E95-4A9D-3320-49C5-1C0D4D33C5A0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80D612-E06D-00B3-1850-61543562A2EE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C11C9B-72BE-D30B-1EBB-CB86F63874B9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F08029-F029-F8D5-66DE-DED2D00943DC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6D8FB1-ECCB-8EB3-9D65-CC43C3B60FFE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ADA3B0-2AC1-6AC8-EA80-5AEA7B90E63B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4B5604-A922-DFA4-0158-62942682A23A}"/>
              </a:ext>
            </a:extLst>
          </p:cNvPr>
          <p:cNvSpPr/>
          <p:nvPr/>
        </p:nvSpPr>
        <p:spPr>
          <a:xfrm>
            <a:off x="2355214" y="741962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5E519-C806-1B00-4FB1-9361CBC75751}"/>
              </a:ext>
            </a:extLst>
          </p:cNvPr>
          <p:cNvSpPr/>
          <p:nvPr/>
        </p:nvSpPr>
        <p:spPr>
          <a:xfrm>
            <a:off x="3231135" y="74304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5A71F4-7DAD-4FEA-411E-2DEAC09DD5F1}"/>
              </a:ext>
            </a:extLst>
          </p:cNvPr>
          <p:cNvSpPr/>
          <p:nvPr/>
        </p:nvSpPr>
        <p:spPr>
          <a:xfrm>
            <a:off x="4925421" y="74304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8171E-DC50-2920-5A32-0B6624077DE0}"/>
              </a:ext>
            </a:extLst>
          </p:cNvPr>
          <p:cNvSpPr/>
          <p:nvPr/>
        </p:nvSpPr>
        <p:spPr>
          <a:xfrm>
            <a:off x="4078278" y="74304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22000D-B548-E777-6D8A-B426D497DCAF}"/>
              </a:ext>
            </a:extLst>
          </p:cNvPr>
          <p:cNvSpPr/>
          <p:nvPr/>
        </p:nvSpPr>
        <p:spPr>
          <a:xfrm>
            <a:off x="5772564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7F813C-06A9-1BB8-DE7F-8DCF9F9C2D80}"/>
              </a:ext>
            </a:extLst>
          </p:cNvPr>
          <p:cNvSpPr/>
          <p:nvPr/>
        </p:nvSpPr>
        <p:spPr>
          <a:xfrm>
            <a:off x="6619707" y="741962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8A0EF6-3AC7-78AD-0DA5-D5D2F069129E}"/>
              </a:ext>
            </a:extLst>
          </p:cNvPr>
          <p:cNvSpPr/>
          <p:nvPr/>
        </p:nvSpPr>
        <p:spPr>
          <a:xfrm>
            <a:off x="7495628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E9AE1-CAAD-B8DC-E275-7EA4FD3FF002}"/>
              </a:ext>
            </a:extLst>
          </p:cNvPr>
          <p:cNvSpPr/>
          <p:nvPr/>
        </p:nvSpPr>
        <p:spPr>
          <a:xfrm>
            <a:off x="8371549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76C074-9423-93BF-B12C-379B32B8E171}"/>
              </a:ext>
            </a:extLst>
          </p:cNvPr>
          <p:cNvSpPr/>
          <p:nvPr/>
        </p:nvSpPr>
        <p:spPr>
          <a:xfrm>
            <a:off x="9246908" y="74304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C69D7F-9D12-9BC6-A16C-A1571C744171}"/>
              </a:ext>
            </a:extLst>
          </p:cNvPr>
          <p:cNvSpPr/>
          <p:nvPr/>
        </p:nvSpPr>
        <p:spPr>
          <a:xfrm>
            <a:off x="2355214" y="79812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4C6A95-30D1-6BC8-EE53-598813CCF161}"/>
              </a:ext>
            </a:extLst>
          </p:cNvPr>
          <p:cNvSpPr/>
          <p:nvPr/>
        </p:nvSpPr>
        <p:spPr>
          <a:xfrm>
            <a:off x="3231135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770D5C-5704-1D46-F3FA-CD4B6488A92A}"/>
              </a:ext>
            </a:extLst>
          </p:cNvPr>
          <p:cNvSpPr/>
          <p:nvPr/>
        </p:nvSpPr>
        <p:spPr>
          <a:xfrm>
            <a:off x="4925421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44AF25-DACE-8ADD-678C-576F45E6958F}"/>
              </a:ext>
            </a:extLst>
          </p:cNvPr>
          <p:cNvSpPr/>
          <p:nvPr/>
        </p:nvSpPr>
        <p:spPr>
          <a:xfrm>
            <a:off x="4078278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7C1C7C-21DF-6C98-54B1-3F5B1659F1BD}"/>
              </a:ext>
            </a:extLst>
          </p:cNvPr>
          <p:cNvSpPr/>
          <p:nvPr/>
        </p:nvSpPr>
        <p:spPr>
          <a:xfrm>
            <a:off x="5772564" y="799206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13627E-58DC-247E-7ACE-3E2496AE29BA}"/>
              </a:ext>
            </a:extLst>
          </p:cNvPr>
          <p:cNvSpPr/>
          <p:nvPr/>
        </p:nvSpPr>
        <p:spPr>
          <a:xfrm>
            <a:off x="6619707" y="79812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F3DC4B-6A07-585B-1F80-1486ABE77B42}"/>
              </a:ext>
            </a:extLst>
          </p:cNvPr>
          <p:cNvSpPr/>
          <p:nvPr/>
        </p:nvSpPr>
        <p:spPr>
          <a:xfrm>
            <a:off x="7495628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58E34-EC6C-E7CD-3154-A12527AFC18D}"/>
              </a:ext>
            </a:extLst>
          </p:cNvPr>
          <p:cNvSpPr/>
          <p:nvPr/>
        </p:nvSpPr>
        <p:spPr>
          <a:xfrm>
            <a:off x="8371549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5CD04E-B3B5-B20F-88A2-C872ABB9407A}"/>
              </a:ext>
            </a:extLst>
          </p:cNvPr>
          <p:cNvSpPr/>
          <p:nvPr/>
        </p:nvSpPr>
        <p:spPr>
          <a:xfrm>
            <a:off x="9246908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23AF6-E5BE-696A-94A3-73F619E2E03D}"/>
              </a:ext>
            </a:extLst>
          </p:cNvPr>
          <p:cNvSpPr/>
          <p:nvPr/>
        </p:nvSpPr>
        <p:spPr>
          <a:xfrm>
            <a:off x="2355214" y="85536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991B2F-2ADC-669C-8C75-1FCC97332D24}"/>
              </a:ext>
            </a:extLst>
          </p:cNvPr>
          <p:cNvSpPr/>
          <p:nvPr/>
        </p:nvSpPr>
        <p:spPr>
          <a:xfrm>
            <a:off x="3231135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34635E-4FE3-1101-6B11-5B7E3A3DA7A0}"/>
              </a:ext>
            </a:extLst>
          </p:cNvPr>
          <p:cNvSpPr/>
          <p:nvPr/>
        </p:nvSpPr>
        <p:spPr>
          <a:xfrm>
            <a:off x="4925421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3C0C62-D2FF-7C15-F62C-FA889433DBB0}"/>
              </a:ext>
            </a:extLst>
          </p:cNvPr>
          <p:cNvSpPr/>
          <p:nvPr/>
        </p:nvSpPr>
        <p:spPr>
          <a:xfrm>
            <a:off x="4078278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ADB21A-9BB8-3650-1FCC-CDEFE6650C6F}"/>
              </a:ext>
            </a:extLst>
          </p:cNvPr>
          <p:cNvSpPr/>
          <p:nvPr/>
        </p:nvSpPr>
        <p:spPr>
          <a:xfrm>
            <a:off x="5772564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B3D67D-56AE-2A06-958D-C68C6945CB44}"/>
              </a:ext>
            </a:extLst>
          </p:cNvPr>
          <p:cNvSpPr/>
          <p:nvPr/>
        </p:nvSpPr>
        <p:spPr>
          <a:xfrm>
            <a:off x="6619707" y="85536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262DDA-0C8E-5E49-DC62-55990E765554}"/>
              </a:ext>
            </a:extLst>
          </p:cNvPr>
          <p:cNvSpPr/>
          <p:nvPr/>
        </p:nvSpPr>
        <p:spPr>
          <a:xfrm>
            <a:off x="749562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7B2A50-1BE8-4F06-6F22-6947A5DCC287}"/>
              </a:ext>
            </a:extLst>
          </p:cNvPr>
          <p:cNvSpPr/>
          <p:nvPr/>
        </p:nvSpPr>
        <p:spPr>
          <a:xfrm>
            <a:off x="8371549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5443CF-D5C6-AB2A-1BE2-0FA722EAC9F7}"/>
              </a:ext>
            </a:extLst>
          </p:cNvPr>
          <p:cNvSpPr/>
          <p:nvPr/>
        </p:nvSpPr>
        <p:spPr>
          <a:xfrm>
            <a:off x="924690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E1B228-03C1-EB09-3FA0-03F1231C2115}"/>
              </a:ext>
            </a:extLst>
          </p:cNvPr>
          <p:cNvSpPr/>
          <p:nvPr/>
        </p:nvSpPr>
        <p:spPr>
          <a:xfrm>
            <a:off x="2355214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116A3D-6BA4-0602-A286-CBDA9BBEC26E}"/>
              </a:ext>
            </a:extLst>
          </p:cNvPr>
          <p:cNvSpPr/>
          <p:nvPr/>
        </p:nvSpPr>
        <p:spPr>
          <a:xfrm>
            <a:off x="3231135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AF8096-9F28-9B08-C60B-280869727C10}"/>
              </a:ext>
            </a:extLst>
          </p:cNvPr>
          <p:cNvSpPr/>
          <p:nvPr/>
        </p:nvSpPr>
        <p:spPr>
          <a:xfrm>
            <a:off x="4925421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7269B1-13CB-DBC1-3210-74F587CB67AD}"/>
              </a:ext>
            </a:extLst>
          </p:cNvPr>
          <p:cNvSpPr/>
          <p:nvPr/>
        </p:nvSpPr>
        <p:spPr>
          <a:xfrm>
            <a:off x="4078278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7CC1716-149B-D4B9-11D7-14EDBDDBD658}"/>
              </a:ext>
            </a:extLst>
          </p:cNvPr>
          <p:cNvSpPr/>
          <p:nvPr/>
        </p:nvSpPr>
        <p:spPr>
          <a:xfrm>
            <a:off x="5772564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C8D3D7-4647-BA36-FEDA-0B0399F377E4}"/>
              </a:ext>
            </a:extLst>
          </p:cNvPr>
          <p:cNvSpPr/>
          <p:nvPr/>
        </p:nvSpPr>
        <p:spPr>
          <a:xfrm>
            <a:off x="6619707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A44C0C1-C0A9-C509-1A41-BCD222DF63B8}"/>
              </a:ext>
            </a:extLst>
          </p:cNvPr>
          <p:cNvSpPr/>
          <p:nvPr/>
        </p:nvSpPr>
        <p:spPr>
          <a:xfrm>
            <a:off x="7495628" y="91261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E2CE15-44DD-779E-8470-F305C41AF628}"/>
              </a:ext>
            </a:extLst>
          </p:cNvPr>
          <p:cNvSpPr/>
          <p:nvPr/>
        </p:nvSpPr>
        <p:spPr>
          <a:xfrm>
            <a:off x="8371549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5E2B3F-3333-77B1-7E42-422086CC96C7}"/>
              </a:ext>
            </a:extLst>
          </p:cNvPr>
          <p:cNvSpPr/>
          <p:nvPr/>
        </p:nvSpPr>
        <p:spPr>
          <a:xfrm>
            <a:off x="9246908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466A1F-8B6C-0598-91C8-156A345469FD}"/>
              </a:ext>
            </a:extLst>
          </p:cNvPr>
          <p:cNvSpPr/>
          <p:nvPr/>
        </p:nvSpPr>
        <p:spPr>
          <a:xfrm>
            <a:off x="2355214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9F7A5F-DF99-930B-E3C0-0E174CA3E0EF}"/>
              </a:ext>
            </a:extLst>
          </p:cNvPr>
          <p:cNvSpPr/>
          <p:nvPr/>
        </p:nvSpPr>
        <p:spPr>
          <a:xfrm>
            <a:off x="3231135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DE8619-85E6-D922-4236-C5F92B6587E7}"/>
              </a:ext>
            </a:extLst>
          </p:cNvPr>
          <p:cNvSpPr/>
          <p:nvPr/>
        </p:nvSpPr>
        <p:spPr>
          <a:xfrm>
            <a:off x="4925421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F85966-12C7-08F5-ED35-999FD77B61E6}"/>
              </a:ext>
            </a:extLst>
          </p:cNvPr>
          <p:cNvSpPr/>
          <p:nvPr/>
        </p:nvSpPr>
        <p:spPr>
          <a:xfrm>
            <a:off x="407827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149E80-8F95-19F5-8915-F62EFF9A8099}"/>
              </a:ext>
            </a:extLst>
          </p:cNvPr>
          <p:cNvSpPr/>
          <p:nvPr/>
        </p:nvSpPr>
        <p:spPr>
          <a:xfrm>
            <a:off x="5772564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879CEB8-81ED-A392-EC5E-222AA8032ABD}"/>
              </a:ext>
            </a:extLst>
          </p:cNvPr>
          <p:cNvSpPr/>
          <p:nvPr/>
        </p:nvSpPr>
        <p:spPr>
          <a:xfrm>
            <a:off x="6619707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82A74A-B9D2-3017-D002-C571B1C9B211}"/>
              </a:ext>
            </a:extLst>
          </p:cNvPr>
          <p:cNvSpPr/>
          <p:nvPr/>
        </p:nvSpPr>
        <p:spPr>
          <a:xfrm>
            <a:off x="749562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4A70C9-3229-5460-BE64-00198345C0F6}"/>
              </a:ext>
            </a:extLst>
          </p:cNvPr>
          <p:cNvSpPr/>
          <p:nvPr/>
        </p:nvSpPr>
        <p:spPr>
          <a:xfrm>
            <a:off x="8371549" y="96877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70749E-0669-EE89-BE90-44E48351F550}"/>
              </a:ext>
            </a:extLst>
          </p:cNvPr>
          <p:cNvSpPr/>
          <p:nvPr/>
        </p:nvSpPr>
        <p:spPr>
          <a:xfrm>
            <a:off x="9246908" y="96877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49DD8D3-50E5-A7B4-2C12-A92C008DC2F2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F7B5940-95C3-8009-079D-B2A6209FACE3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907EF8-13F3-EF54-EBE9-E75F4F0E6914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12CA62D-B2F2-7655-4050-843B9369C19F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63AA868-560B-7F3A-6FE9-065509FD7274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F266AF3-3FB7-CF35-5B01-350A74735F62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6C47D3-A6C3-9B6C-34DB-0EABD4ED65EA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997218-1592-6575-6068-61F295B0C980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C3402D7-B499-A8B0-BC10-A84DC6D22EAF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45C8FD2-2758-AC20-C6FD-6C00BCDB4AB2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D4519F6-7933-7116-D9CE-FC95C8AC7343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DB2ADBD-9D9A-4401-FE47-9A7F1EE6CAEE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88651A-37E1-4406-194B-B4E67D826775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969EF97-35B5-1C93-9B82-943D4F14F4F2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A514B77-E5F0-A243-95D4-421EB24D5A61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04E6E89-9468-E955-F07C-ED3DFFE687CE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65B88FB-8974-BDB8-158B-B793C2F00AD0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DE5D971-8679-9563-B476-0B5DA997F249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2154FB2-C02C-45B1-E89F-2D82633DC131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7762FB6-197E-733D-7F5C-977E60ECA653}"/>
              </a:ext>
            </a:extLst>
          </p:cNvPr>
          <p:cNvSpPr txBox="1"/>
          <p:nvPr/>
        </p:nvSpPr>
        <p:spPr>
          <a:xfrm>
            <a:off x="3015343" y="5305884"/>
            <a:ext cx="6117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442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AB9C5-0B73-D82E-41D3-F7AF82DD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3DCED0-5A77-8686-15C2-CFD744DAB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855E35F-B4A8-95F3-616F-3ADD2E195A19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F34233E-A928-E571-48D1-3BDCD90AC3C5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0DAC965-D36E-45B9-BCC3-C83B910EB984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665EA4C-9440-AFC1-A809-CDC362914B94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55D4C93-2EE3-D7DA-2485-17C0BBC1ED41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5FF7148-408F-1CD8-193B-98FFD841590E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6F5ACE9-EDA2-D1B7-5410-7121CF24D11A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4A9D7F6-695A-87D3-8FCB-9E7B145A1E66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642AF29-53B1-1B32-B2C6-62A6563D8289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44BD64-7EBA-89F7-0884-69B4B350FFCB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3FACF-4D77-A8C5-F81F-D0D1E62B040D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893D4-29C4-85BA-6824-BFFECA89ADE3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8FC679-FD1F-262D-91CC-32269540457D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BC4B6C-D913-C44F-9782-C24E103ED1F1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5189E-12EB-D66C-09BD-EBBE008FE553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23C298-4F91-B102-BFD5-2058F9CC4CEF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03330D-9040-3F19-C641-92E258045C3F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D8CFA3-55CC-53C6-71DC-CC8AC4A3CD8D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F9EB6B-D156-718B-03B7-7D0E7AC35B90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058B3-09B1-38FC-8A10-D958A9BD9224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AF08C8-C5C5-49BE-F076-BA68D2943B2E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38A5CF-D23A-698E-7BB2-BFA3668B87B7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2D2291-F6B8-0786-B493-7A07ECC1E29C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5F2D4-668D-954A-6053-1DA644D6FECA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54CCCE-6FAA-9903-2584-3FD1A5D4A7F0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A72404-7EC6-A127-5F6F-576259862DAA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D0772A-0859-B929-AAD3-B9A750ECCAB1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F607B5-3400-3BE4-3090-3ED4262CF070}"/>
              </a:ext>
            </a:extLst>
          </p:cNvPr>
          <p:cNvSpPr/>
          <p:nvPr/>
        </p:nvSpPr>
        <p:spPr>
          <a:xfrm>
            <a:off x="2355214" y="79812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F02E93-168D-697D-819D-2D88C75E0C4F}"/>
              </a:ext>
            </a:extLst>
          </p:cNvPr>
          <p:cNvSpPr/>
          <p:nvPr/>
        </p:nvSpPr>
        <p:spPr>
          <a:xfrm>
            <a:off x="3231135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038462-A1F5-C31D-8195-F2D617D42DA7}"/>
              </a:ext>
            </a:extLst>
          </p:cNvPr>
          <p:cNvSpPr/>
          <p:nvPr/>
        </p:nvSpPr>
        <p:spPr>
          <a:xfrm>
            <a:off x="4925421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C497F6-A78E-BF5E-F331-540206E40A64}"/>
              </a:ext>
            </a:extLst>
          </p:cNvPr>
          <p:cNvSpPr/>
          <p:nvPr/>
        </p:nvSpPr>
        <p:spPr>
          <a:xfrm>
            <a:off x="4078278" y="79920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6C27B2-502E-98B3-9252-355EBA202826}"/>
              </a:ext>
            </a:extLst>
          </p:cNvPr>
          <p:cNvSpPr/>
          <p:nvPr/>
        </p:nvSpPr>
        <p:spPr>
          <a:xfrm>
            <a:off x="5772564" y="799206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13AFB3-30F9-90A5-84F9-83951B6B120C}"/>
              </a:ext>
            </a:extLst>
          </p:cNvPr>
          <p:cNvSpPr/>
          <p:nvPr/>
        </p:nvSpPr>
        <p:spPr>
          <a:xfrm>
            <a:off x="6619707" y="79812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1BF367-0DE0-1005-B244-7CFA9462A12B}"/>
              </a:ext>
            </a:extLst>
          </p:cNvPr>
          <p:cNvSpPr/>
          <p:nvPr/>
        </p:nvSpPr>
        <p:spPr>
          <a:xfrm>
            <a:off x="7495628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E7B1EA-C133-B8DB-6392-93D23A1617F8}"/>
              </a:ext>
            </a:extLst>
          </p:cNvPr>
          <p:cNvSpPr/>
          <p:nvPr/>
        </p:nvSpPr>
        <p:spPr>
          <a:xfrm>
            <a:off x="8371549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DEF2D5-C96B-8501-24C7-85E7B719F098}"/>
              </a:ext>
            </a:extLst>
          </p:cNvPr>
          <p:cNvSpPr/>
          <p:nvPr/>
        </p:nvSpPr>
        <p:spPr>
          <a:xfrm>
            <a:off x="9246908" y="79920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A6E6B5-3615-8CC4-BF0B-4D96F61B1BD6}"/>
              </a:ext>
            </a:extLst>
          </p:cNvPr>
          <p:cNvSpPr/>
          <p:nvPr/>
        </p:nvSpPr>
        <p:spPr>
          <a:xfrm>
            <a:off x="2355214" y="85536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57F96B-6779-0171-3383-A334EC94E1F5}"/>
              </a:ext>
            </a:extLst>
          </p:cNvPr>
          <p:cNvSpPr/>
          <p:nvPr/>
        </p:nvSpPr>
        <p:spPr>
          <a:xfrm>
            <a:off x="3231135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51EEAF-50C8-9557-F156-7165595C75E7}"/>
              </a:ext>
            </a:extLst>
          </p:cNvPr>
          <p:cNvSpPr/>
          <p:nvPr/>
        </p:nvSpPr>
        <p:spPr>
          <a:xfrm>
            <a:off x="4925421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79BC5E-C9CA-1059-4B79-1B1C99BE362E}"/>
              </a:ext>
            </a:extLst>
          </p:cNvPr>
          <p:cNvSpPr/>
          <p:nvPr/>
        </p:nvSpPr>
        <p:spPr>
          <a:xfrm>
            <a:off x="4078278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FC3B17-C60A-B2EE-089C-76AF57E03B5A}"/>
              </a:ext>
            </a:extLst>
          </p:cNvPr>
          <p:cNvSpPr/>
          <p:nvPr/>
        </p:nvSpPr>
        <p:spPr>
          <a:xfrm>
            <a:off x="5772564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3B7B2D-B750-E156-E37C-F56D87DED1A1}"/>
              </a:ext>
            </a:extLst>
          </p:cNvPr>
          <p:cNvSpPr/>
          <p:nvPr/>
        </p:nvSpPr>
        <p:spPr>
          <a:xfrm>
            <a:off x="6619707" y="85536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59CBAA-8ADD-D206-8901-5B6B9AA5C3C1}"/>
              </a:ext>
            </a:extLst>
          </p:cNvPr>
          <p:cNvSpPr/>
          <p:nvPr/>
        </p:nvSpPr>
        <p:spPr>
          <a:xfrm>
            <a:off x="749562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EB6EF3-51D8-C362-28A0-6A75434F5C07}"/>
              </a:ext>
            </a:extLst>
          </p:cNvPr>
          <p:cNvSpPr/>
          <p:nvPr/>
        </p:nvSpPr>
        <p:spPr>
          <a:xfrm>
            <a:off x="8371549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058087-7B3B-E22D-084E-67FAEBF2F7E3}"/>
              </a:ext>
            </a:extLst>
          </p:cNvPr>
          <p:cNvSpPr/>
          <p:nvPr/>
        </p:nvSpPr>
        <p:spPr>
          <a:xfrm>
            <a:off x="924690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D61CCA-5F8E-F021-0C54-1B1F279CFDF3}"/>
              </a:ext>
            </a:extLst>
          </p:cNvPr>
          <p:cNvSpPr/>
          <p:nvPr/>
        </p:nvSpPr>
        <p:spPr>
          <a:xfrm>
            <a:off x="2355214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A1BA0B-2174-8154-52F0-58253A46A6C7}"/>
              </a:ext>
            </a:extLst>
          </p:cNvPr>
          <p:cNvSpPr/>
          <p:nvPr/>
        </p:nvSpPr>
        <p:spPr>
          <a:xfrm>
            <a:off x="3231135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1E01BB-74E1-E981-B8CB-28C6D7D2A769}"/>
              </a:ext>
            </a:extLst>
          </p:cNvPr>
          <p:cNvSpPr/>
          <p:nvPr/>
        </p:nvSpPr>
        <p:spPr>
          <a:xfrm>
            <a:off x="4925421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325DFF-93D6-4CF2-5040-46E9D3F88BBA}"/>
              </a:ext>
            </a:extLst>
          </p:cNvPr>
          <p:cNvSpPr/>
          <p:nvPr/>
        </p:nvSpPr>
        <p:spPr>
          <a:xfrm>
            <a:off x="4078278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BA03A0-502C-66D9-4107-3332F7534C89}"/>
              </a:ext>
            </a:extLst>
          </p:cNvPr>
          <p:cNvSpPr/>
          <p:nvPr/>
        </p:nvSpPr>
        <p:spPr>
          <a:xfrm>
            <a:off x="5772564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B3C27D-B3B5-CCE5-A5D4-474D15E5FC0D}"/>
              </a:ext>
            </a:extLst>
          </p:cNvPr>
          <p:cNvSpPr/>
          <p:nvPr/>
        </p:nvSpPr>
        <p:spPr>
          <a:xfrm>
            <a:off x="6619707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53EDEC-815D-F8DB-2FF8-754FA550415D}"/>
              </a:ext>
            </a:extLst>
          </p:cNvPr>
          <p:cNvSpPr/>
          <p:nvPr/>
        </p:nvSpPr>
        <p:spPr>
          <a:xfrm>
            <a:off x="7495628" y="91261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23E8F-B25A-8C46-4230-7C59CCF5BADE}"/>
              </a:ext>
            </a:extLst>
          </p:cNvPr>
          <p:cNvSpPr/>
          <p:nvPr/>
        </p:nvSpPr>
        <p:spPr>
          <a:xfrm>
            <a:off x="8371549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6F3558-BE3A-CAD6-6C7A-B3A20C02DE48}"/>
              </a:ext>
            </a:extLst>
          </p:cNvPr>
          <p:cNvSpPr/>
          <p:nvPr/>
        </p:nvSpPr>
        <p:spPr>
          <a:xfrm>
            <a:off x="9246908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13E06F-A60D-935B-E234-50AFF49DF69F}"/>
              </a:ext>
            </a:extLst>
          </p:cNvPr>
          <p:cNvSpPr/>
          <p:nvPr/>
        </p:nvSpPr>
        <p:spPr>
          <a:xfrm>
            <a:off x="2355214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ED49EB-E8E2-F32F-0C74-60C3F658D48B}"/>
              </a:ext>
            </a:extLst>
          </p:cNvPr>
          <p:cNvSpPr/>
          <p:nvPr/>
        </p:nvSpPr>
        <p:spPr>
          <a:xfrm>
            <a:off x="3231135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85F8F0-5EDB-F909-15D0-723C0661FF08}"/>
              </a:ext>
            </a:extLst>
          </p:cNvPr>
          <p:cNvSpPr/>
          <p:nvPr/>
        </p:nvSpPr>
        <p:spPr>
          <a:xfrm>
            <a:off x="4925421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854E37-8292-EAC2-21B3-412526675890}"/>
              </a:ext>
            </a:extLst>
          </p:cNvPr>
          <p:cNvSpPr/>
          <p:nvPr/>
        </p:nvSpPr>
        <p:spPr>
          <a:xfrm>
            <a:off x="407827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9BBF7E-0CD1-DBD0-4510-59D8AEB0F621}"/>
              </a:ext>
            </a:extLst>
          </p:cNvPr>
          <p:cNvSpPr/>
          <p:nvPr/>
        </p:nvSpPr>
        <p:spPr>
          <a:xfrm>
            <a:off x="5772564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E5604C-1A8C-5A23-2A0C-AB9BD27B33E6}"/>
              </a:ext>
            </a:extLst>
          </p:cNvPr>
          <p:cNvSpPr/>
          <p:nvPr/>
        </p:nvSpPr>
        <p:spPr>
          <a:xfrm>
            <a:off x="6619707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5B1428-A6AA-591D-FA78-E0FB705751FE}"/>
              </a:ext>
            </a:extLst>
          </p:cNvPr>
          <p:cNvSpPr/>
          <p:nvPr/>
        </p:nvSpPr>
        <p:spPr>
          <a:xfrm>
            <a:off x="749562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2A716E0-767F-1CCA-81B9-1777484767FE}"/>
              </a:ext>
            </a:extLst>
          </p:cNvPr>
          <p:cNvSpPr/>
          <p:nvPr/>
        </p:nvSpPr>
        <p:spPr>
          <a:xfrm>
            <a:off x="8371549" y="96877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2F8DD7-9A2E-0E9E-BA06-4677D56454E0}"/>
              </a:ext>
            </a:extLst>
          </p:cNvPr>
          <p:cNvSpPr/>
          <p:nvPr/>
        </p:nvSpPr>
        <p:spPr>
          <a:xfrm>
            <a:off x="9246908" y="96877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4C598B-A71B-3FAF-FFFE-A831090D60E7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AC4AB9-53CB-F028-0844-DD209D2AA759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A88CC39-57B4-6BAA-B9D6-D41A916E88F2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13CFC9-BE92-C52D-16A5-C2E2763D5762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6AA2B7-E865-3CAE-9AFF-05A05F9E4697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0A7CCD5-ADFA-A923-C24F-FA1B8A2341C7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72426C5-5155-AC8A-0738-C20957D08E8A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9B1CC1E-0CC3-AEE3-BCC4-6F4C1E81F4C2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FD47F57-5303-B94E-E184-7437C0F3DC8F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49EE935-FB7B-9074-3134-53064FA8CBC0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BE28D40-896A-D1E9-9A6B-441FC754EDA1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84A2B65-9C4F-164C-585E-A35CF32C8EE8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FA24E05-8F31-CA1A-661D-A9872D949B72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1AD3E26-D74E-D4AB-F3B4-D9A59D69EC0D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73FBF05-F55E-8405-D9D8-C4BD1DC8A4A3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BCD6D48-C3F1-0F73-08C8-2F2EEEAA5F1F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2F0B079-E716-5CAC-B74C-529F71FF300E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A53D93D-5823-FD8F-7AFA-FACA3E9D3173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702406F-08B5-302E-68BF-2E2CF58B89C9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F87DCF9-4C46-D4A8-3CE3-BCE9A51C6D55}"/>
              </a:ext>
            </a:extLst>
          </p:cNvPr>
          <p:cNvSpPr txBox="1"/>
          <p:nvPr/>
        </p:nvSpPr>
        <p:spPr>
          <a:xfrm>
            <a:off x="3015343" y="5305884"/>
            <a:ext cx="6117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800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EC245-17D2-E4C7-F9A1-8B9E02A9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B903BD-8255-FF18-688A-C72C3AF1D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A13E2DB-2D3A-3DF5-605D-BF6803A02905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69646E1-CAC6-9E3F-F34F-367AEEC206B1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94F1572-9DA9-DC08-7A5B-DD2BDD63A320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E8A7338-9AA1-CAD8-C589-FBF184F38A76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D4B8F11-7F2D-A1DE-B0E7-B73EDD27F6F5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B058C61-338B-66D3-CB2C-3FE95D8B851D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922D9A5-F18C-3B49-7D15-0D8EBCA3D8FA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22C48B3-F7BB-5A3B-4D79-D8BD3F217B33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98300E2-7B9A-FCD8-2E06-C0E6E7E82F9E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B8F988-F7DA-BC57-9F0E-6F5C264111B4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805CA-E2B5-38CB-A37B-1BB41A27806B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673DF3-2B25-BE08-09AF-3592C7507FBB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8FFDA-A099-9D96-D46D-CAE6B2F992EF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572ED-C6DD-C6D9-F7E5-97D76E12A222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BA235-A67B-6109-25B7-F8ABABF77B71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8B4007-9EF3-7EFA-8AFB-081FF3227BDD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61A4F3-51E3-C466-F929-61F702DCEFDF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4FC6B-37AD-E03B-6F0F-16176BC6FE7E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4827B0-8EC1-4077-70F8-D12097C88D39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6C6EB5-8613-C637-171D-0C92FAD98F58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126C13-84F5-DE62-0FEC-8D8C57186568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42B596-7A78-DFCB-D832-004A4433764B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3BF998-C52F-07D2-14F2-0A51FA68A41E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4F564-581F-D3A8-86D9-009AB398BD7E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32F95-6F93-89D6-2141-41B41013D4F6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3CA1C4-886E-0801-A9A5-95628F4C9BC7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97F414-444C-9527-B3B1-D492CE369414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6CC6F-0DCD-0D98-74BA-1901A7A03023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FDF11-EB3F-F00E-A9BB-57201F29B4C5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2BA03E-C048-F77D-28C9-5BDA4B0B1E6D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76C36-E6E4-F84E-52E5-B8CC4A4BA1F4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807311-CB6F-F1E4-491A-66AB22A2A5F7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C3348-C1E4-3DE6-9831-479C886A6E0A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BD0AF5-F42F-1B2F-2271-7DE7886D7E90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84D87A-7B23-53E9-9893-2DA9CFF18A9E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AE14E5-C49F-07B5-F56F-239919634BA8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659BBB-3D0E-445D-7787-70C86A580EC5}"/>
              </a:ext>
            </a:extLst>
          </p:cNvPr>
          <p:cNvSpPr/>
          <p:nvPr/>
        </p:nvSpPr>
        <p:spPr>
          <a:xfrm>
            <a:off x="2355214" y="85536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17FCDA-D207-E182-38C9-E2F2ACC45CE8}"/>
              </a:ext>
            </a:extLst>
          </p:cNvPr>
          <p:cNvSpPr/>
          <p:nvPr/>
        </p:nvSpPr>
        <p:spPr>
          <a:xfrm>
            <a:off x="3231135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F058A7-DD69-D751-3C1C-5C4993F3EA54}"/>
              </a:ext>
            </a:extLst>
          </p:cNvPr>
          <p:cNvSpPr/>
          <p:nvPr/>
        </p:nvSpPr>
        <p:spPr>
          <a:xfrm>
            <a:off x="4925421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704C18-009E-E5CE-2F96-671FF217A99E}"/>
              </a:ext>
            </a:extLst>
          </p:cNvPr>
          <p:cNvSpPr/>
          <p:nvPr/>
        </p:nvSpPr>
        <p:spPr>
          <a:xfrm>
            <a:off x="4078278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D0841-3973-177A-D6A9-F79B695906BA}"/>
              </a:ext>
            </a:extLst>
          </p:cNvPr>
          <p:cNvSpPr/>
          <p:nvPr/>
        </p:nvSpPr>
        <p:spPr>
          <a:xfrm>
            <a:off x="5772564" y="85645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6D459D-16F2-789F-F0D1-EF6387E5962B}"/>
              </a:ext>
            </a:extLst>
          </p:cNvPr>
          <p:cNvSpPr/>
          <p:nvPr/>
        </p:nvSpPr>
        <p:spPr>
          <a:xfrm>
            <a:off x="6619707" y="85536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C2C5F9-7BE2-02B7-8AA7-2B759C063648}"/>
              </a:ext>
            </a:extLst>
          </p:cNvPr>
          <p:cNvSpPr/>
          <p:nvPr/>
        </p:nvSpPr>
        <p:spPr>
          <a:xfrm>
            <a:off x="749562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9A6DC7-7F4C-5F8C-A71F-3AB0BF720A4C}"/>
              </a:ext>
            </a:extLst>
          </p:cNvPr>
          <p:cNvSpPr/>
          <p:nvPr/>
        </p:nvSpPr>
        <p:spPr>
          <a:xfrm>
            <a:off x="8371549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C6741E-AF16-63FA-1323-9A41CCBEF8D6}"/>
              </a:ext>
            </a:extLst>
          </p:cNvPr>
          <p:cNvSpPr/>
          <p:nvPr/>
        </p:nvSpPr>
        <p:spPr>
          <a:xfrm>
            <a:off x="9246908" y="856450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EFE6E1-9C12-F779-DAF2-7A47203DE53F}"/>
              </a:ext>
            </a:extLst>
          </p:cNvPr>
          <p:cNvSpPr/>
          <p:nvPr/>
        </p:nvSpPr>
        <p:spPr>
          <a:xfrm>
            <a:off x="2355214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7E555A-D821-5A1C-8F00-F0152FCBBAB0}"/>
              </a:ext>
            </a:extLst>
          </p:cNvPr>
          <p:cNvSpPr/>
          <p:nvPr/>
        </p:nvSpPr>
        <p:spPr>
          <a:xfrm>
            <a:off x="3231135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BADB6F-80B5-A1CA-A88D-EB793973DF88}"/>
              </a:ext>
            </a:extLst>
          </p:cNvPr>
          <p:cNvSpPr/>
          <p:nvPr/>
        </p:nvSpPr>
        <p:spPr>
          <a:xfrm>
            <a:off x="4925421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2BF9D9-AEAD-33C7-A7E7-0B98BAA100FE}"/>
              </a:ext>
            </a:extLst>
          </p:cNvPr>
          <p:cNvSpPr/>
          <p:nvPr/>
        </p:nvSpPr>
        <p:spPr>
          <a:xfrm>
            <a:off x="4078278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8AF963-F260-6C77-F8FC-9DD8EB35E3D3}"/>
              </a:ext>
            </a:extLst>
          </p:cNvPr>
          <p:cNvSpPr/>
          <p:nvPr/>
        </p:nvSpPr>
        <p:spPr>
          <a:xfrm>
            <a:off x="5772564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488CD0-9A97-A9FD-995D-90E6C227F083}"/>
              </a:ext>
            </a:extLst>
          </p:cNvPr>
          <p:cNvSpPr/>
          <p:nvPr/>
        </p:nvSpPr>
        <p:spPr>
          <a:xfrm>
            <a:off x="6619707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544B489-8812-518D-5DBB-7C093FEDE9DB}"/>
              </a:ext>
            </a:extLst>
          </p:cNvPr>
          <p:cNvSpPr/>
          <p:nvPr/>
        </p:nvSpPr>
        <p:spPr>
          <a:xfrm>
            <a:off x="7495628" y="91261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51F1F8-4C20-9B72-9146-57F3F1A424D0}"/>
              </a:ext>
            </a:extLst>
          </p:cNvPr>
          <p:cNvSpPr/>
          <p:nvPr/>
        </p:nvSpPr>
        <p:spPr>
          <a:xfrm>
            <a:off x="8371549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BDDA8D-A4BA-DFF1-5F52-D26610698245}"/>
              </a:ext>
            </a:extLst>
          </p:cNvPr>
          <p:cNvSpPr/>
          <p:nvPr/>
        </p:nvSpPr>
        <p:spPr>
          <a:xfrm>
            <a:off x="9246908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D5AE21-1936-4844-9CD4-70B74F5372DC}"/>
              </a:ext>
            </a:extLst>
          </p:cNvPr>
          <p:cNvSpPr/>
          <p:nvPr/>
        </p:nvSpPr>
        <p:spPr>
          <a:xfrm>
            <a:off x="2355214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E4DA4BA-B73B-CE2A-F958-FBD7DF85B383}"/>
              </a:ext>
            </a:extLst>
          </p:cNvPr>
          <p:cNvSpPr/>
          <p:nvPr/>
        </p:nvSpPr>
        <p:spPr>
          <a:xfrm>
            <a:off x="3231135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A89B8A0-BCC7-43E5-25F8-E08DE7119BE6}"/>
              </a:ext>
            </a:extLst>
          </p:cNvPr>
          <p:cNvSpPr/>
          <p:nvPr/>
        </p:nvSpPr>
        <p:spPr>
          <a:xfrm>
            <a:off x="4925421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FA762F-25B3-E877-5E81-44E3E705460C}"/>
              </a:ext>
            </a:extLst>
          </p:cNvPr>
          <p:cNvSpPr/>
          <p:nvPr/>
        </p:nvSpPr>
        <p:spPr>
          <a:xfrm>
            <a:off x="407827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D4272B9-AB45-BD54-58E2-F37D068F3E5A}"/>
              </a:ext>
            </a:extLst>
          </p:cNvPr>
          <p:cNvSpPr/>
          <p:nvPr/>
        </p:nvSpPr>
        <p:spPr>
          <a:xfrm>
            <a:off x="5772564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FE469A-5A39-A9A8-A287-FD89D9D40A4E}"/>
              </a:ext>
            </a:extLst>
          </p:cNvPr>
          <p:cNvSpPr/>
          <p:nvPr/>
        </p:nvSpPr>
        <p:spPr>
          <a:xfrm>
            <a:off x="6619707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96A1E08-ABD6-39C8-228B-99D6D11BA07D}"/>
              </a:ext>
            </a:extLst>
          </p:cNvPr>
          <p:cNvSpPr/>
          <p:nvPr/>
        </p:nvSpPr>
        <p:spPr>
          <a:xfrm>
            <a:off x="749562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E3C6B3-0552-68C4-2DB9-7B0041E60F49}"/>
              </a:ext>
            </a:extLst>
          </p:cNvPr>
          <p:cNvSpPr/>
          <p:nvPr/>
        </p:nvSpPr>
        <p:spPr>
          <a:xfrm>
            <a:off x="8371549" y="96877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6B110E-9EC3-D29F-2A90-F7DA8810CA4E}"/>
              </a:ext>
            </a:extLst>
          </p:cNvPr>
          <p:cNvSpPr/>
          <p:nvPr/>
        </p:nvSpPr>
        <p:spPr>
          <a:xfrm>
            <a:off x="9246908" y="96877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5364159-9B44-A856-B800-1DC4A8DF1773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760D83-935E-5456-32DB-5654598A2B88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52E353D-EC55-11E3-77B3-D2BD2DEE9EC1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EAD6F-79D2-1FC9-B454-E66727C84AB3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01856A-E2D4-F510-08CE-FBBF8AD87BA5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80E731-39FA-5FDC-DDC2-308E340FF2D8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D5D13E0-3CD6-B244-A7E6-42319A72285C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DC366C5-7E36-E2A2-27B1-E16330D1C1E9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C5C618C-3EEA-91F7-D3FF-4C7B2949C2EF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290D28-136F-1D2D-8D67-C6900BAEB41D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56E2094-4AC2-D8A0-72B3-BF6E639B0DD6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004CE3F-2C03-DE75-D432-FE406CF0B386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1FA38A7-8CD1-DB59-62EF-DC0F2189718F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6A8F4F6-EA3D-1EB2-31EE-AA594E42EB61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185DA5C-4C4B-A0BE-11A1-D587CFEE2150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5B6B4DC-7394-5177-40E4-F52D0C48EA35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223DC12-DFBA-725A-5D47-DF65662880ED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43B09FC-48F5-BFDF-BEA1-CEC5622D23CB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032FB7B-1D35-C430-D264-F8C3F6AEC0DA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597D9D0-B577-C1E4-93C9-B8F65C898168}"/>
              </a:ext>
            </a:extLst>
          </p:cNvPr>
          <p:cNvSpPr txBox="1"/>
          <p:nvPr/>
        </p:nvSpPr>
        <p:spPr>
          <a:xfrm>
            <a:off x="3015343" y="5305884"/>
            <a:ext cx="6117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821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47E45-7358-2201-665A-E36566547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1B0248-2B1D-2DE1-81D2-E18A3A6C7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490CE40-17E2-F543-F107-5067DC4A394B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4DBD006-9A95-3C08-2B58-2E2FD348836A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ADA7ACE-AF62-292E-D5D5-458AAE2087FE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7BF0A6E-9C74-8D53-FB0E-4143EC38099E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F4AD5B4-071D-757D-6F65-FFC541344B8A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F1CFEBF-ED0D-FD7A-6DDA-F9D47CCA4F15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704D4AD-D5C4-0CBB-F13C-93B58A64917A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8D9E868-4E6E-A431-F45A-30A2D5ADB499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97380BA-F31C-04AD-AEBD-9A1440E6FFF2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82F1AC-C4EF-DEA7-A600-8CC6A1BD255B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109161-0AF6-14C7-27DE-9B1F8957317E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49ADC-C75B-D038-66E7-7692964B0729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3DD94F-F254-2ADF-729A-FAFAFFA7BE81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5BB1E-1F60-91F3-47C2-3E80F9D80BAE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836C01-4AA4-D183-1A9B-126B8F17294D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9CFFD-8706-AE92-3EB7-BB6D5CCDBB44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091BFE-F519-636D-83E9-230E4531B0A3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13D9DD-E3FA-D680-CDE0-C05D39AFE47B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A0FD2-65D7-CD58-1CC5-028AC25B5C98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5DDBC3-3492-3CDE-6828-DDDCC7428437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B929B3-D4AD-B8F6-874D-82672372C847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70B535-32D0-C889-97BA-3DB6F6A5F260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A74BB2-9344-65C5-58EF-C892ABF49FA6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F8B3C-3BDB-8068-F0D2-504C32B3AEBA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75713-4F5D-8F3C-122A-449FEFF8593C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44A05D-5D2E-A555-89F9-124EB2E5F7AE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49DF36-F423-0BB1-679A-BB19EF3C03E3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4EC15D-6393-C3BB-5F29-69C41AF6736D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7994CB-61DB-955B-6BE6-6E65C9C92858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7CB38F-8933-C45B-4E2A-D495CB9998CC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0C25C9-7FBB-A00F-452D-E73EC383BAD3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B05B79-91E9-24AB-618B-53883384B9B6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6B8A53-F962-92A9-AC5D-CD937037048B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46A5E8-69F4-3834-A9FB-CACA73205270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C602C4-2A13-D922-56D6-43AC30D4E6AF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CCB947-1F35-370F-EEB1-9D62F8DC79B5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5D9C88-1D97-02DE-BA48-6FEFF4868171}"/>
              </a:ext>
            </a:extLst>
          </p:cNvPr>
          <p:cNvSpPr/>
          <p:nvPr/>
        </p:nvSpPr>
        <p:spPr>
          <a:xfrm>
            <a:off x="2355214" y="34391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CAD75E-8A43-3194-0F4E-16E9592B352E}"/>
              </a:ext>
            </a:extLst>
          </p:cNvPr>
          <p:cNvSpPr/>
          <p:nvPr/>
        </p:nvSpPr>
        <p:spPr>
          <a:xfrm>
            <a:off x="3231135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5265B9-8E3D-B152-D9E3-7950BA4E430C}"/>
              </a:ext>
            </a:extLst>
          </p:cNvPr>
          <p:cNvSpPr/>
          <p:nvPr/>
        </p:nvSpPr>
        <p:spPr>
          <a:xfrm>
            <a:off x="4925421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997646-ADAB-7BF7-4BC4-294E4F9DBEE3}"/>
              </a:ext>
            </a:extLst>
          </p:cNvPr>
          <p:cNvSpPr/>
          <p:nvPr/>
        </p:nvSpPr>
        <p:spPr>
          <a:xfrm>
            <a:off x="4078278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449FB0-D7F6-1A11-D163-4A27DE30B063}"/>
              </a:ext>
            </a:extLst>
          </p:cNvPr>
          <p:cNvSpPr/>
          <p:nvPr/>
        </p:nvSpPr>
        <p:spPr>
          <a:xfrm>
            <a:off x="5772564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BF9CF0-EDA9-71AE-2C72-15D5A3D28FAE}"/>
              </a:ext>
            </a:extLst>
          </p:cNvPr>
          <p:cNvSpPr/>
          <p:nvPr/>
        </p:nvSpPr>
        <p:spPr>
          <a:xfrm>
            <a:off x="6619707" y="34391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B3403B-CB42-906B-F9DC-95653B9AAD6E}"/>
              </a:ext>
            </a:extLst>
          </p:cNvPr>
          <p:cNvSpPr/>
          <p:nvPr/>
        </p:nvSpPr>
        <p:spPr>
          <a:xfrm>
            <a:off x="749562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FC22E3-A996-3F3C-B393-B5E7BC40E13E}"/>
              </a:ext>
            </a:extLst>
          </p:cNvPr>
          <p:cNvSpPr/>
          <p:nvPr/>
        </p:nvSpPr>
        <p:spPr>
          <a:xfrm>
            <a:off x="8371549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28E602-BF9B-3463-CCFE-634D067CFA4D}"/>
              </a:ext>
            </a:extLst>
          </p:cNvPr>
          <p:cNvSpPr/>
          <p:nvPr/>
        </p:nvSpPr>
        <p:spPr>
          <a:xfrm>
            <a:off x="924690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61AC72-AF30-83E2-1515-BB0B7B3FE5BB}"/>
              </a:ext>
            </a:extLst>
          </p:cNvPr>
          <p:cNvSpPr/>
          <p:nvPr/>
        </p:nvSpPr>
        <p:spPr>
          <a:xfrm>
            <a:off x="2355214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4571A0-78EA-0A27-6097-3A225E5399D7}"/>
              </a:ext>
            </a:extLst>
          </p:cNvPr>
          <p:cNvSpPr/>
          <p:nvPr/>
        </p:nvSpPr>
        <p:spPr>
          <a:xfrm>
            <a:off x="3231135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B7BCA4-79B2-E25F-874A-3359DACE3D80}"/>
              </a:ext>
            </a:extLst>
          </p:cNvPr>
          <p:cNvSpPr/>
          <p:nvPr/>
        </p:nvSpPr>
        <p:spPr>
          <a:xfrm>
            <a:off x="4925421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38515F-1382-A627-3C2D-0543C6F880ED}"/>
              </a:ext>
            </a:extLst>
          </p:cNvPr>
          <p:cNvSpPr/>
          <p:nvPr/>
        </p:nvSpPr>
        <p:spPr>
          <a:xfrm>
            <a:off x="4078278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F29723-5A52-F0D2-BB57-292B3378EC7A}"/>
              </a:ext>
            </a:extLst>
          </p:cNvPr>
          <p:cNvSpPr/>
          <p:nvPr/>
        </p:nvSpPr>
        <p:spPr>
          <a:xfrm>
            <a:off x="5772564" y="91261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03C3D4-6F7D-859C-5DC3-7EC7DFEE4085}"/>
              </a:ext>
            </a:extLst>
          </p:cNvPr>
          <p:cNvSpPr/>
          <p:nvPr/>
        </p:nvSpPr>
        <p:spPr>
          <a:xfrm>
            <a:off x="6619707" y="91153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8C56B7-CF66-EF27-7F79-A38FDCA93A5C}"/>
              </a:ext>
            </a:extLst>
          </p:cNvPr>
          <p:cNvSpPr/>
          <p:nvPr/>
        </p:nvSpPr>
        <p:spPr>
          <a:xfrm>
            <a:off x="7495628" y="91261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6FA4773-B3AF-583F-4C9D-1195E20024D3}"/>
              </a:ext>
            </a:extLst>
          </p:cNvPr>
          <p:cNvSpPr/>
          <p:nvPr/>
        </p:nvSpPr>
        <p:spPr>
          <a:xfrm>
            <a:off x="8371549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5B73CD-30A0-F65E-7804-131176FD79AE}"/>
              </a:ext>
            </a:extLst>
          </p:cNvPr>
          <p:cNvSpPr/>
          <p:nvPr/>
        </p:nvSpPr>
        <p:spPr>
          <a:xfrm>
            <a:off x="9246908" y="91261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03C44E-9A41-9BDF-828A-C3DF5DC010BF}"/>
              </a:ext>
            </a:extLst>
          </p:cNvPr>
          <p:cNvSpPr/>
          <p:nvPr/>
        </p:nvSpPr>
        <p:spPr>
          <a:xfrm>
            <a:off x="2355214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8A85E6-00C0-4E11-7D73-C806547C7C83}"/>
              </a:ext>
            </a:extLst>
          </p:cNvPr>
          <p:cNvSpPr/>
          <p:nvPr/>
        </p:nvSpPr>
        <p:spPr>
          <a:xfrm>
            <a:off x="3231135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A2D1A1-C9E6-204A-72E7-D098751C39D2}"/>
              </a:ext>
            </a:extLst>
          </p:cNvPr>
          <p:cNvSpPr/>
          <p:nvPr/>
        </p:nvSpPr>
        <p:spPr>
          <a:xfrm>
            <a:off x="4925421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7D15F5-BB26-18A7-8CA5-0B93D6199DFC}"/>
              </a:ext>
            </a:extLst>
          </p:cNvPr>
          <p:cNvSpPr/>
          <p:nvPr/>
        </p:nvSpPr>
        <p:spPr>
          <a:xfrm>
            <a:off x="407827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ED5EF9-ABE2-062B-EDC0-96FB315D61D2}"/>
              </a:ext>
            </a:extLst>
          </p:cNvPr>
          <p:cNvSpPr/>
          <p:nvPr/>
        </p:nvSpPr>
        <p:spPr>
          <a:xfrm>
            <a:off x="5772564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0576B7-CF6C-F32E-306E-B78F9D813C28}"/>
              </a:ext>
            </a:extLst>
          </p:cNvPr>
          <p:cNvSpPr/>
          <p:nvPr/>
        </p:nvSpPr>
        <p:spPr>
          <a:xfrm>
            <a:off x="6619707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F9C1AE-C0B8-C87A-57CC-AF8657E3F28F}"/>
              </a:ext>
            </a:extLst>
          </p:cNvPr>
          <p:cNvSpPr/>
          <p:nvPr/>
        </p:nvSpPr>
        <p:spPr>
          <a:xfrm>
            <a:off x="749562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A65CC3-F30F-585C-BA25-325CB7EC63BA}"/>
              </a:ext>
            </a:extLst>
          </p:cNvPr>
          <p:cNvSpPr/>
          <p:nvPr/>
        </p:nvSpPr>
        <p:spPr>
          <a:xfrm>
            <a:off x="8371549" y="96877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0548B11-95D8-075C-D04C-22FAD9B6C675}"/>
              </a:ext>
            </a:extLst>
          </p:cNvPr>
          <p:cNvSpPr/>
          <p:nvPr/>
        </p:nvSpPr>
        <p:spPr>
          <a:xfrm>
            <a:off x="9246908" y="96877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0ACD12B-0525-508F-E165-3CA5D40146C5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2C730AC-2DC8-47BD-484A-5DA3E8DFD1C0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C64FC6C-37A9-9276-36DD-78E0682D8B6A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55AEE2E-C6DD-3C56-3B04-D47913392086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DA484B3-FA7E-CFCF-B83A-117646736433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9846F1C-1C15-D1DC-50A1-9FB1963EA51F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59A187-4045-E38F-ABCC-FC8BE8E382B3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C8257C4-8A16-5B3F-2CDB-734B8FA52848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7D07D4A-D2CE-411A-807B-BE4CFBCD03FB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5BEDBD2-BD85-363D-FA5F-643E6C7744F6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02456CE-69CF-5B16-A813-12535888121A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F6D9333-7469-2294-8646-66B30622D375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41A36C5-AA23-85CD-A18D-89B03A95F8E1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1864FA8-C20E-1A7A-91DB-FC4A9BC626D4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01BD411-4C2B-0415-3ACF-860DFEAD6103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61303F4-40B3-47EF-1015-3AB9548A3D30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73DD143-7B20-4012-B31F-5770CCDD940D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95BC4B0-A6AF-C157-F927-FF42BBE24296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26D8082-A312-955E-B523-72D3798711AC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87FF195-920A-1977-8DBD-45F086D1A4A4}"/>
              </a:ext>
            </a:extLst>
          </p:cNvPr>
          <p:cNvSpPr txBox="1"/>
          <p:nvPr/>
        </p:nvSpPr>
        <p:spPr>
          <a:xfrm>
            <a:off x="3015343" y="5305884"/>
            <a:ext cx="6117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94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EB989-3BCF-8F06-899B-8E7ABEF0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ADA794-CE01-0212-28FC-DC787CB5E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CB44AEE-28CA-B2AD-F3BA-7F16B2A244D4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8854242-3F98-B7C5-5561-0846FE96AA9E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CAC60BA-3680-B33D-D93B-AF4C90695582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73BC6D0-4204-AABE-A9E8-5165E4A977F6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CCA9214-A287-B504-6AB8-8617C02AB201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4643583-E77C-C2C7-1EC9-64D309DD14CC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370F1CB-9CF1-AED7-1E79-97DE728AD72F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7AE400E-ECBB-BB4F-DC2C-D0E4C766D30B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33D59C3-BF91-0749-FDD5-8E2044EB503C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D59E4A-6B90-6D35-E686-99A2B8D5E98D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55323-7F6E-D5CF-8EA5-D4825676F486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8519E-AFDA-5C3B-B284-494F4CD202A2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6FA262-2D08-7B9A-943F-DA6E65687FD3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11E9C0-C1D0-35D2-A64A-912656FF2698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93E8C-0B6B-84F3-C291-14F294B46A57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1947EE-12A3-4A61-D21C-250FC71A2FD3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C4E1DC-BCBD-DFEC-0531-49CFA847621D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9F38B-4AE4-7E03-1161-2A8B368A688D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80F05-1501-36E3-A5BB-EE29078DF7AF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9D36F-AD6D-CEC9-3533-1C4577EBF3A8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525110-403A-2902-123E-B194D495C957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8D246-43E0-BF98-97C4-AFB85A5C8851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FD869A-8DA1-CE83-7E5B-19FAA8D93576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82573-B7E9-EC86-F55D-4E274D4466AE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92E8C2-5FDD-AC01-7B47-3E34F21B07D5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5E884A-D920-AEDA-8413-BDA28F7E5324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D8EC38-4F82-B2F2-FAF4-F80C49C99732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374A2F-42EE-40C0-4B0D-AF9D3CBF232A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51F9B4-2BDF-DE85-0149-217391A1712C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09F6DD-BBC9-A020-97E0-0DC62A0A2935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6D9822-1396-2654-A976-1DF7C20CD86F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EB2390-C692-3538-6092-06B97159AA2F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E545D3-7B12-E2F9-8F0B-A35A1D02E080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4EE18E-1998-128F-9FC2-44F0A3F6BE7E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BAAEDE-7B37-74AC-0288-A72A2FA3D478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AAA5CC-FA24-74EB-95DD-D84CDEA6DBCF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92AB73-CAF2-69E2-E934-F643E7773DA0}"/>
              </a:ext>
            </a:extLst>
          </p:cNvPr>
          <p:cNvSpPr/>
          <p:nvPr/>
        </p:nvSpPr>
        <p:spPr>
          <a:xfrm>
            <a:off x="2355214" y="34391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1B8CB1-C0D4-C800-ECCF-9C3F91524629}"/>
              </a:ext>
            </a:extLst>
          </p:cNvPr>
          <p:cNvSpPr/>
          <p:nvPr/>
        </p:nvSpPr>
        <p:spPr>
          <a:xfrm>
            <a:off x="3231135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D51FBF-9C81-D4A8-4542-3781564B0C64}"/>
              </a:ext>
            </a:extLst>
          </p:cNvPr>
          <p:cNvSpPr/>
          <p:nvPr/>
        </p:nvSpPr>
        <p:spPr>
          <a:xfrm>
            <a:off x="4925421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9BDF3F-836B-2F9D-FA78-1126E420F77B}"/>
              </a:ext>
            </a:extLst>
          </p:cNvPr>
          <p:cNvSpPr/>
          <p:nvPr/>
        </p:nvSpPr>
        <p:spPr>
          <a:xfrm>
            <a:off x="4078278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D40F1E-EF54-8F76-781F-858FAB654A93}"/>
              </a:ext>
            </a:extLst>
          </p:cNvPr>
          <p:cNvSpPr/>
          <p:nvPr/>
        </p:nvSpPr>
        <p:spPr>
          <a:xfrm>
            <a:off x="5772564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A1969D-F487-1B73-9603-0F0CD340B1A2}"/>
              </a:ext>
            </a:extLst>
          </p:cNvPr>
          <p:cNvSpPr/>
          <p:nvPr/>
        </p:nvSpPr>
        <p:spPr>
          <a:xfrm>
            <a:off x="6619707" y="34391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993A6D-408F-D05D-7836-14F0C2774838}"/>
              </a:ext>
            </a:extLst>
          </p:cNvPr>
          <p:cNvSpPr/>
          <p:nvPr/>
        </p:nvSpPr>
        <p:spPr>
          <a:xfrm>
            <a:off x="749562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7A86FA-B3BD-8E0A-86FA-1BAA78B83A71}"/>
              </a:ext>
            </a:extLst>
          </p:cNvPr>
          <p:cNvSpPr/>
          <p:nvPr/>
        </p:nvSpPr>
        <p:spPr>
          <a:xfrm>
            <a:off x="8371549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81E4BE-0C03-1309-FFA8-00B40E570B8E}"/>
              </a:ext>
            </a:extLst>
          </p:cNvPr>
          <p:cNvSpPr/>
          <p:nvPr/>
        </p:nvSpPr>
        <p:spPr>
          <a:xfrm>
            <a:off x="924690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997434-A3D5-1C34-BC6C-F1345119CB0D}"/>
              </a:ext>
            </a:extLst>
          </p:cNvPr>
          <p:cNvSpPr/>
          <p:nvPr/>
        </p:nvSpPr>
        <p:spPr>
          <a:xfrm>
            <a:off x="2355214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512052-5741-31A8-C181-B702079ED452}"/>
              </a:ext>
            </a:extLst>
          </p:cNvPr>
          <p:cNvSpPr/>
          <p:nvPr/>
        </p:nvSpPr>
        <p:spPr>
          <a:xfrm>
            <a:off x="3231135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99E5D3B-A38C-91E1-3D87-CBE36831385E}"/>
              </a:ext>
            </a:extLst>
          </p:cNvPr>
          <p:cNvSpPr/>
          <p:nvPr/>
        </p:nvSpPr>
        <p:spPr>
          <a:xfrm>
            <a:off x="4925421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195059-6E0C-7E86-983D-6D55AAD09137}"/>
              </a:ext>
            </a:extLst>
          </p:cNvPr>
          <p:cNvSpPr/>
          <p:nvPr/>
        </p:nvSpPr>
        <p:spPr>
          <a:xfrm>
            <a:off x="4078278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FCE8C-2BCA-9285-0685-1CCDDCAD2046}"/>
              </a:ext>
            </a:extLst>
          </p:cNvPr>
          <p:cNvSpPr/>
          <p:nvPr/>
        </p:nvSpPr>
        <p:spPr>
          <a:xfrm>
            <a:off x="5772564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A300BC-BFA7-C597-C15E-81550B141687}"/>
              </a:ext>
            </a:extLst>
          </p:cNvPr>
          <p:cNvSpPr/>
          <p:nvPr/>
        </p:nvSpPr>
        <p:spPr>
          <a:xfrm>
            <a:off x="6619707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72711F-619B-D4D8-1D6D-B71873893451}"/>
              </a:ext>
            </a:extLst>
          </p:cNvPr>
          <p:cNvSpPr/>
          <p:nvPr/>
        </p:nvSpPr>
        <p:spPr>
          <a:xfrm>
            <a:off x="7495628" y="40000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C20E06-C43E-F008-81EC-549D9B8591CB}"/>
              </a:ext>
            </a:extLst>
          </p:cNvPr>
          <p:cNvSpPr/>
          <p:nvPr/>
        </p:nvSpPr>
        <p:spPr>
          <a:xfrm>
            <a:off x="8371549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14C44C-5A9B-EBC9-29E6-BDE8704309F0}"/>
              </a:ext>
            </a:extLst>
          </p:cNvPr>
          <p:cNvSpPr/>
          <p:nvPr/>
        </p:nvSpPr>
        <p:spPr>
          <a:xfrm>
            <a:off x="9246908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D477DC-0FF5-DD72-C2E0-871515EEA097}"/>
              </a:ext>
            </a:extLst>
          </p:cNvPr>
          <p:cNvSpPr/>
          <p:nvPr/>
        </p:nvSpPr>
        <p:spPr>
          <a:xfrm>
            <a:off x="2355214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373CC0-C39E-37FA-DE2F-C76B75B73C19}"/>
              </a:ext>
            </a:extLst>
          </p:cNvPr>
          <p:cNvSpPr/>
          <p:nvPr/>
        </p:nvSpPr>
        <p:spPr>
          <a:xfrm>
            <a:off x="3231135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26F981-9088-F1A1-B995-F994C60795C4}"/>
              </a:ext>
            </a:extLst>
          </p:cNvPr>
          <p:cNvSpPr/>
          <p:nvPr/>
        </p:nvSpPr>
        <p:spPr>
          <a:xfrm>
            <a:off x="4925421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3AE624-503C-5D22-BEC2-6A8E8EA32BD8}"/>
              </a:ext>
            </a:extLst>
          </p:cNvPr>
          <p:cNvSpPr/>
          <p:nvPr/>
        </p:nvSpPr>
        <p:spPr>
          <a:xfrm>
            <a:off x="407827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D5D18DD-D62A-0D88-F755-3EACD8F07C45}"/>
              </a:ext>
            </a:extLst>
          </p:cNvPr>
          <p:cNvSpPr/>
          <p:nvPr/>
        </p:nvSpPr>
        <p:spPr>
          <a:xfrm>
            <a:off x="5772564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CBB60B8-0FD5-AA2B-A002-B3AF0A52B680}"/>
              </a:ext>
            </a:extLst>
          </p:cNvPr>
          <p:cNvSpPr/>
          <p:nvPr/>
        </p:nvSpPr>
        <p:spPr>
          <a:xfrm>
            <a:off x="6619707" y="96769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BF408DA-1212-E6F5-99B5-7F6D26544B18}"/>
              </a:ext>
            </a:extLst>
          </p:cNvPr>
          <p:cNvSpPr/>
          <p:nvPr/>
        </p:nvSpPr>
        <p:spPr>
          <a:xfrm>
            <a:off x="7495628" y="96877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2C6F3C0-17C0-83C1-6058-032B2BFA9E80}"/>
              </a:ext>
            </a:extLst>
          </p:cNvPr>
          <p:cNvSpPr/>
          <p:nvPr/>
        </p:nvSpPr>
        <p:spPr>
          <a:xfrm>
            <a:off x="8371549" y="96877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1FA2F9F-089F-4DA2-4304-9675F9F55599}"/>
              </a:ext>
            </a:extLst>
          </p:cNvPr>
          <p:cNvSpPr/>
          <p:nvPr/>
        </p:nvSpPr>
        <p:spPr>
          <a:xfrm>
            <a:off x="9246908" y="9687756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2D6F75-D871-EC39-7A80-588111AB88EE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92F3BA-69EF-7809-5EFC-435FE613E233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2BFC485-4FB6-CFCD-7F0D-8F163EB51DA7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E22CD6-ECB9-9B32-0053-55C076B865D8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A45B66C-276D-6A88-7212-1EC11749C906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C5EAB60-1A21-570D-2E87-96C33F863A5F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53E6267-DB82-9B71-1A1B-DD10E61A1270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72B7F83-0C3C-0D78-0E00-57600789F582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9C6E4E6-87B2-77E3-8CC3-EF8D79F3F5C7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41A6A5C-E0AA-6E05-CE55-54FD56B56BA8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AA4998A-C019-AB43-3CC8-0D832C923B2C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CAB0EC5-55BC-B791-6DE3-50EC2B87D6CB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F817571-5349-2618-E46B-D8FAA9929877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117E4D1-4213-4AF8-5393-45C5CA9797DB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3A484A-027A-1305-7CBD-87E62F78895C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9F17207-8CBE-22CF-872D-F938BB3D2DBE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B2A3C9E-9FE8-E342-8645-B000BEB806ED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41C028D-EBAA-7965-30E7-8C9E4241D66A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CF3DDDF-8917-4B3F-B035-F133EA261783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E98C45D-0409-4B35-22C9-850E064C4AD6}"/>
              </a:ext>
            </a:extLst>
          </p:cNvPr>
          <p:cNvSpPr txBox="1"/>
          <p:nvPr/>
        </p:nvSpPr>
        <p:spPr>
          <a:xfrm>
            <a:off x="3015343" y="5305884"/>
            <a:ext cx="6117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300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8F421-5207-1DC9-A8A3-D3209413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825631-F6FD-258F-585C-7DF5A8983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241DF2A-D275-79E6-46B3-CAC31F9418E3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DB4AB37-074D-C364-6525-FCABC2618153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79B8F81-A262-311A-4313-8A3D9BB4F69A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AD5C40A-2445-7F56-53D5-9F6A449460A2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C4D6FAB-2837-123C-924C-CF872A20F10A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1B74B06-C60C-12B0-F4E4-9D5AA2793EF2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F0A64B1-C598-B289-C00E-2EDE12021365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BDF5D4F1-009C-18CE-586D-4FC03D1A5EE3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6297688-5488-5A95-FB03-0BCDD3DB0320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975F7-2B77-6253-11CB-8EC650E79311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475087-4738-7D7F-D8BA-FA7C48A05553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31CB8-1D38-26C2-E8DD-5E1CFCB3AEDD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C70420-8071-56E6-2976-B71C35B2DB36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3B16FF-D074-5989-67DA-BD894993F6D5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B1F16F-8C0B-DC25-B2CB-50BA7D069899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BDA2B9-6F61-D450-05F4-F25D3974AC68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52F099-F863-FC46-D0C3-915222FFE319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3A6E3-D389-DC20-A958-3A5AA51AEB6B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44720F-8868-58C4-B476-C67051D8EF9D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29C844-EFD3-554D-CDC0-7F1B877E86FC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A2D9D5-3D47-E678-55AE-9DA225EC4F9C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01E209-CF3C-CC5E-7BD3-85AF203061EB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9C0A70-21BB-9CEF-0A81-8180C1F05FBE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5AE86B-518E-E162-BC69-DB201A9B5228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A282CE-8966-FEE2-FD87-C4BF0E41AA09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45B3CD-3F22-968D-2CCE-71627A092089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9B2748-4C26-A099-2D7A-8BA94ED540EF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76632B-A2F0-3A13-8E13-BC1EA026D739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A16D60-DE1D-16D1-9ECD-5F26A370C1F8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D9249D-CC74-FFE1-4B0A-CFB48D09C2CA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078C5A-11D6-AD7A-022A-7A99F99AAE60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4D1CF-4FAE-90FC-862F-EAD1E58CB629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DD66D9-F5FF-5BB2-CBC6-064DEFADDD17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FE0CDC-FD8D-A25B-A5AC-4B0E9D20046D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F845C1-083A-0455-559B-C9108F246113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2F2A4A-49FD-6AF4-02E8-4B2C7C0386AD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3C1B8E-F259-C853-CD64-0B17746F545D}"/>
              </a:ext>
            </a:extLst>
          </p:cNvPr>
          <p:cNvSpPr/>
          <p:nvPr/>
        </p:nvSpPr>
        <p:spPr>
          <a:xfrm>
            <a:off x="2355214" y="34391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9A5836-9588-A80D-D3AF-033A70001E6E}"/>
              </a:ext>
            </a:extLst>
          </p:cNvPr>
          <p:cNvSpPr/>
          <p:nvPr/>
        </p:nvSpPr>
        <p:spPr>
          <a:xfrm>
            <a:off x="3231135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4458F4-DD57-20D0-4DCA-D2C8415FA413}"/>
              </a:ext>
            </a:extLst>
          </p:cNvPr>
          <p:cNvSpPr/>
          <p:nvPr/>
        </p:nvSpPr>
        <p:spPr>
          <a:xfrm>
            <a:off x="4925421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EF6CF-C1F6-70E2-ED17-7AE0E4B53852}"/>
              </a:ext>
            </a:extLst>
          </p:cNvPr>
          <p:cNvSpPr/>
          <p:nvPr/>
        </p:nvSpPr>
        <p:spPr>
          <a:xfrm>
            <a:off x="4078278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95B87E-D6AB-C672-E04C-94FC9BE3CD4E}"/>
              </a:ext>
            </a:extLst>
          </p:cNvPr>
          <p:cNvSpPr/>
          <p:nvPr/>
        </p:nvSpPr>
        <p:spPr>
          <a:xfrm>
            <a:off x="5772564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B3DE96-B2F2-1AEB-5094-8E83B2C5D2DA}"/>
              </a:ext>
            </a:extLst>
          </p:cNvPr>
          <p:cNvSpPr/>
          <p:nvPr/>
        </p:nvSpPr>
        <p:spPr>
          <a:xfrm>
            <a:off x="6619707" y="34391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830C4E-687C-5E72-3CA4-0433CD64063E}"/>
              </a:ext>
            </a:extLst>
          </p:cNvPr>
          <p:cNvSpPr/>
          <p:nvPr/>
        </p:nvSpPr>
        <p:spPr>
          <a:xfrm>
            <a:off x="749562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D2E162-9FD8-739B-BEB3-17C20AD5915A}"/>
              </a:ext>
            </a:extLst>
          </p:cNvPr>
          <p:cNvSpPr/>
          <p:nvPr/>
        </p:nvSpPr>
        <p:spPr>
          <a:xfrm>
            <a:off x="8371549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6168DD-DABD-9890-6C75-96BA77207FF4}"/>
              </a:ext>
            </a:extLst>
          </p:cNvPr>
          <p:cNvSpPr/>
          <p:nvPr/>
        </p:nvSpPr>
        <p:spPr>
          <a:xfrm>
            <a:off x="924690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068CF0-EA4D-5606-8632-9BDFE1FE6EA5}"/>
              </a:ext>
            </a:extLst>
          </p:cNvPr>
          <p:cNvSpPr/>
          <p:nvPr/>
        </p:nvSpPr>
        <p:spPr>
          <a:xfrm>
            <a:off x="2355214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00F1B9-B2FB-F97C-69DB-8927076F9B3F}"/>
              </a:ext>
            </a:extLst>
          </p:cNvPr>
          <p:cNvSpPr/>
          <p:nvPr/>
        </p:nvSpPr>
        <p:spPr>
          <a:xfrm>
            <a:off x="3231135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0B05B-5E40-9057-E74A-283D46D5A047}"/>
              </a:ext>
            </a:extLst>
          </p:cNvPr>
          <p:cNvSpPr/>
          <p:nvPr/>
        </p:nvSpPr>
        <p:spPr>
          <a:xfrm>
            <a:off x="4925421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BB7E55-465D-E7B4-6D4F-3B172FF001B5}"/>
              </a:ext>
            </a:extLst>
          </p:cNvPr>
          <p:cNvSpPr/>
          <p:nvPr/>
        </p:nvSpPr>
        <p:spPr>
          <a:xfrm>
            <a:off x="4078278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6F1593-8F58-9008-C28E-A14FFF5721CA}"/>
              </a:ext>
            </a:extLst>
          </p:cNvPr>
          <p:cNvSpPr/>
          <p:nvPr/>
        </p:nvSpPr>
        <p:spPr>
          <a:xfrm>
            <a:off x="5772564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554CA1-A116-6D0F-FFCE-D784C720B626}"/>
              </a:ext>
            </a:extLst>
          </p:cNvPr>
          <p:cNvSpPr/>
          <p:nvPr/>
        </p:nvSpPr>
        <p:spPr>
          <a:xfrm>
            <a:off x="6619707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9269B3-0833-9819-AD77-FEE3BE90A4C9}"/>
              </a:ext>
            </a:extLst>
          </p:cNvPr>
          <p:cNvSpPr/>
          <p:nvPr/>
        </p:nvSpPr>
        <p:spPr>
          <a:xfrm>
            <a:off x="7495628" y="40000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BBD848-18F2-A8E9-7DB4-F56A614169C8}"/>
              </a:ext>
            </a:extLst>
          </p:cNvPr>
          <p:cNvSpPr/>
          <p:nvPr/>
        </p:nvSpPr>
        <p:spPr>
          <a:xfrm>
            <a:off x="8371549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A51961-DB7D-C4D7-3D4D-BE5B54F25BDD}"/>
              </a:ext>
            </a:extLst>
          </p:cNvPr>
          <p:cNvSpPr/>
          <p:nvPr/>
        </p:nvSpPr>
        <p:spPr>
          <a:xfrm>
            <a:off x="9246908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78F49A-D79D-A190-76F7-CCA017E0B56C}"/>
              </a:ext>
            </a:extLst>
          </p:cNvPr>
          <p:cNvSpPr/>
          <p:nvPr/>
        </p:nvSpPr>
        <p:spPr>
          <a:xfrm>
            <a:off x="2355214" y="45394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E5062A-1674-69E9-005E-A44CB2761969}"/>
              </a:ext>
            </a:extLst>
          </p:cNvPr>
          <p:cNvSpPr/>
          <p:nvPr/>
        </p:nvSpPr>
        <p:spPr>
          <a:xfrm>
            <a:off x="3231135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42B86A-D410-7412-CB28-08909E446F27}"/>
              </a:ext>
            </a:extLst>
          </p:cNvPr>
          <p:cNvSpPr/>
          <p:nvPr/>
        </p:nvSpPr>
        <p:spPr>
          <a:xfrm>
            <a:off x="4925421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CB8C047-1C3F-C515-B1E3-44CF50C7A226}"/>
              </a:ext>
            </a:extLst>
          </p:cNvPr>
          <p:cNvSpPr/>
          <p:nvPr/>
        </p:nvSpPr>
        <p:spPr>
          <a:xfrm>
            <a:off x="4078278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A57E6A-C0CE-6A6D-CDA8-E9B18BFF6525}"/>
              </a:ext>
            </a:extLst>
          </p:cNvPr>
          <p:cNvSpPr/>
          <p:nvPr/>
        </p:nvSpPr>
        <p:spPr>
          <a:xfrm>
            <a:off x="5772564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F1CB16-2FE7-1160-21DF-AD93244B39EE}"/>
              </a:ext>
            </a:extLst>
          </p:cNvPr>
          <p:cNvSpPr/>
          <p:nvPr/>
        </p:nvSpPr>
        <p:spPr>
          <a:xfrm>
            <a:off x="6619707" y="45394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AEA115-ACA6-420B-D1E8-423652F8ACB1}"/>
              </a:ext>
            </a:extLst>
          </p:cNvPr>
          <p:cNvSpPr/>
          <p:nvPr/>
        </p:nvSpPr>
        <p:spPr>
          <a:xfrm>
            <a:off x="7495628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6BA93F-D0E8-A487-2300-75D2023832FE}"/>
              </a:ext>
            </a:extLst>
          </p:cNvPr>
          <p:cNvSpPr/>
          <p:nvPr/>
        </p:nvSpPr>
        <p:spPr>
          <a:xfrm>
            <a:off x="8371549" y="45502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451A16B-48CA-5740-1014-62ADC46F09CC}"/>
              </a:ext>
            </a:extLst>
          </p:cNvPr>
          <p:cNvSpPr/>
          <p:nvPr/>
        </p:nvSpPr>
        <p:spPr>
          <a:xfrm>
            <a:off x="9246908" y="45502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29EEBC-E6D5-8691-83CF-D2A877B92332}"/>
              </a:ext>
            </a:extLst>
          </p:cNvPr>
          <p:cNvSpPr/>
          <p:nvPr/>
        </p:nvSpPr>
        <p:spPr>
          <a:xfrm>
            <a:off x="2356712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FB9BDE-B57C-6700-31C3-D01E4E0B0AC7}"/>
              </a:ext>
            </a:extLst>
          </p:cNvPr>
          <p:cNvSpPr/>
          <p:nvPr/>
        </p:nvSpPr>
        <p:spPr>
          <a:xfrm>
            <a:off x="3232633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D4538E4-E509-9B62-D611-E3E048AD9C8F}"/>
              </a:ext>
            </a:extLst>
          </p:cNvPr>
          <p:cNvSpPr/>
          <p:nvPr/>
        </p:nvSpPr>
        <p:spPr>
          <a:xfrm>
            <a:off x="4926919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3F5DAE7-B567-54BF-1A08-E81B6EB520BE}"/>
              </a:ext>
            </a:extLst>
          </p:cNvPr>
          <p:cNvSpPr/>
          <p:nvPr/>
        </p:nvSpPr>
        <p:spPr>
          <a:xfrm>
            <a:off x="407977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990A789-7005-1371-5179-1ACE3E016012}"/>
              </a:ext>
            </a:extLst>
          </p:cNvPr>
          <p:cNvSpPr/>
          <p:nvPr/>
        </p:nvSpPr>
        <p:spPr>
          <a:xfrm>
            <a:off x="5774062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345DF6-F611-5228-7363-96212FF2B59F}"/>
              </a:ext>
            </a:extLst>
          </p:cNvPr>
          <p:cNvSpPr/>
          <p:nvPr/>
        </p:nvSpPr>
        <p:spPr>
          <a:xfrm>
            <a:off x="6621205" y="102385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F94476-4B39-BE55-C016-7C6460CD6931}"/>
              </a:ext>
            </a:extLst>
          </p:cNvPr>
          <p:cNvSpPr/>
          <p:nvPr/>
        </p:nvSpPr>
        <p:spPr>
          <a:xfrm>
            <a:off x="7497126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CCEF74E-2168-4049-9B62-055263DC8B5B}"/>
              </a:ext>
            </a:extLst>
          </p:cNvPr>
          <p:cNvSpPr/>
          <p:nvPr/>
        </p:nvSpPr>
        <p:spPr>
          <a:xfrm>
            <a:off x="8373047" y="1024938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EE3F79-ED4D-4166-FAA0-032B1FF9A746}"/>
              </a:ext>
            </a:extLst>
          </p:cNvPr>
          <p:cNvSpPr/>
          <p:nvPr/>
        </p:nvSpPr>
        <p:spPr>
          <a:xfrm>
            <a:off x="9248406" y="1024938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92EE1E4-4799-E236-0934-B4C55DE6E4B2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0CCC1FE-289F-9661-4CB6-A52604EE385D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3B6BE33-5897-42D3-6701-CC5B51E9EC89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693C15F-2DD7-7D55-C536-94961EE8CAF5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E06BC4D-7EBE-283A-C66F-C3D7492291B4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B315A9F-E312-7195-475D-F693621AB7FB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EFAE729-093A-1C4F-0377-DDCEBB982892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79DD68C-6EF7-C047-B3B1-B74FC8B2B8D9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8E3D606-3894-CE27-BE85-6536D7B8E041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26AE03A-D4DE-E467-38FF-A92F9B774051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3CF5B24-E432-CED7-051B-A24C38BD9A55}"/>
              </a:ext>
            </a:extLst>
          </p:cNvPr>
          <p:cNvSpPr txBox="1"/>
          <p:nvPr/>
        </p:nvSpPr>
        <p:spPr>
          <a:xfrm>
            <a:off x="3015343" y="5305884"/>
            <a:ext cx="6117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Next, we shift the sequence by one position and compare their values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22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80AE4-5BBA-FF19-CD7A-E4885408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FC77C1-386A-9798-EB27-42830EA1E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A961AF7-85A6-5DCA-F19D-DF7F847B1A16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ED7D24E-3807-E222-D5B8-8C4F963A2304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F5BC299-B6FA-7F25-4031-74319FA47A3B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C83AC49-AAC6-10C6-DED1-4EB3E442DBEE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E78F937-36D0-C2F9-F24D-C993E6A30242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F439A9E-E7EA-A188-C1A2-F5FFD11889AC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C4AD040-FA8C-AA6E-3604-D9BE03A69528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C1D8BB7-E7C5-3DA6-68F1-A651601F5385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CF5A526-1893-0765-809C-49108FA7E2A3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2FC29-367C-DEC1-319F-3F4852C01C65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DA633-1101-C8AC-2416-31A1313F4C50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48FEB2-0DDD-BD61-6785-FD25BEEF3611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977DC1-069D-901D-7C62-AF24953AB43C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C7D72-775A-9E93-CCFC-BF33E981D891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31DC2-F2BB-93BE-63BE-0E69AE13F9FD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3C24C4-EC04-23BB-0ACE-EA7D4707EA7A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9F34C-10A8-E507-E321-94CBB71B2B4D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F1BFD-5DB7-9FC0-9693-47B86D1FF3CF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78656-095A-4587-B517-C9C0D06CE9F9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8B04B-9E0A-B264-8FD0-2E065E2BC1BC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93471F-1A78-51D6-6233-8554B1C7F1D7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F6B73-3B74-0A40-45CA-B7F8974F885D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9EDB31-B58D-2A20-938D-19D04C271A4E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FC2EF8-3C79-D47A-88D7-0E70FA4ABE9E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32B026-6309-9F89-CDC3-02B56A97542C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0632CF-969A-E5DE-7849-9080C79E4220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582DB2-F3E4-0911-C86A-5EAFF8623009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0D5D71-3B08-F798-FA6F-E4AF9B2BBE41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D3F64A-CF28-572D-44EE-921C0A2EBEE5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5924DB-FEEC-FD5D-7A1B-E570080AEA5B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570E23-42E3-513D-9AFB-349644E5F129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7F129A-BB81-07EE-039A-E8D1D681A89A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4903D0-1E15-09B8-AA16-DFBEE0E6F691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1B20F9-8CC7-7FF9-FFEB-FB02D57122D5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FEA518-4C45-277E-BE71-8ECB554AA289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91280-CEFE-0C27-916C-F20298505240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1F1FB7-13FA-C765-29D1-5817DD6EFC56}"/>
              </a:ext>
            </a:extLst>
          </p:cNvPr>
          <p:cNvSpPr/>
          <p:nvPr/>
        </p:nvSpPr>
        <p:spPr>
          <a:xfrm>
            <a:off x="2355214" y="34391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B651D-19E5-82C0-1DC5-F8E15025F189}"/>
              </a:ext>
            </a:extLst>
          </p:cNvPr>
          <p:cNvSpPr/>
          <p:nvPr/>
        </p:nvSpPr>
        <p:spPr>
          <a:xfrm>
            <a:off x="3231135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297B5A-7D7A-3212-B78A-3DE2747C8B3C}"/>
              </a:ext>
            </a:extLst>
          </p:cNvPr>
          <p:cNvSpPr/>
          <p:nvPr/>
        </p:nvSpPr>
        <p:spPr>
          <a:xfrm>
            <a:off x="4925421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CA70C3-F73B-0EE8-FDD9-8BB68A1C47C3}"/>
              </a:ext>
            </a:extLst>
          </p:cNvPr>
          <p:cNvSpPr/>
          <p:nvPr/>
        </p:nvSpPr>
        <p:spPr>
          <a:xfrm>
            <a:off x="4078278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C719B1-454E-66BC-16A1-59A9836833A4}"/>
              </a:ext>
            </a:extLst>
          </p:cNvPr>
          <p:cNvSpPr/>
          <p:nvPr/>
        </p:nvSpPr>
        <p:spPr>
          <a:xfrm>
            <a:off x="5772564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AFB6A9-716C-AAC7-0567-24D7C0B30769}"/>
              </a:ext>
            </a:extLst>
          </p:cNvPr>
          <p:cNvSpPr/>
          <p:nvPr/>
        </p:nvSpPr>
        <p:spPr>
          <a:xfrm>
            <a:off x="6619707" y="34391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3F9952-8F7D-D21D-22B6-AD3CB55CE456}"/>
              </a:ext>
            </a:extLst>
          </p:cNvPr>
          <p:cNvSpPr/>
          <p:nvPr/>
        </p:nvSpPr>
        <p:spPr>
          <a:xfrm>
            <a:off x="749562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C5CDD2-DF26-5A75-FA70-E53A3970DADF}"/>
              </a:ext>
            </a:extLst>
          </p:cNvPr>
          <p:cNvSpPr/>
          <p:nvPr/>
        </p:nvSpPr>
        <p:spPr>
          <a:xfrm>
            <a:off x="8371549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4D4A01-0E64-EC1C-F3B9-9BB366D64A70}"/>
              </a:ext>
            </a:extLst>
          </p:cNvPr>
          <p:cNvSpPr/>
          <p:nvPr/>
        </p:nvSpPr>
        <p:spPr>
          <a:xfrm>
            <a:off x="924690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74DFE2-BC37-6AF8-449C-82A366332E35}"/>
              </a:ext>
            </a:extLst>
          </p:cNvPr>
          <p:cNvSpPr/>
          <p:nvPr/>
        </p:nvSpPr>
        <p:spPr>
          <a:xfrm>
            <a:off x="2355214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E9A983-02B1-08B9-BCF3-C1C40554DFB6}"/>
              </a:ext>
            </a:extLst>
          </p:cNvPr>
          <p:cNvSpPr/>
          <p:nvPr/>
        </p:nvSpPr>
        <p:spPr>
          <a:xfrm>
            <a:off x="3231135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D9987F-F0B8-58A8-4984-DAD127B3316A}"/>
              </a:ext>
            </a:extLst>
          </p:cNvPr>
          <p:cNvSpPr/>
          <p:nvPr/>
        </p:nvSpPr>
        <p:spPr>
          <a:xfrm>
            <a:off x="4925421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D895DA-2244-949A-6D95-09372B3D7053}"/>
              </a:ext>
            </a:extLst>
          </p:cNvPr>
          <p:cNvSpPr/>
          <p:nvPr/>
        </p:nvSpPr>
        <p:spPr>
          <a:xfrm>
            <a:off x="4078278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5F1B6B-858E-E5E4-A784-5C67A159C667}"/>
              </a:ext>
            </a:extLst>
          </p:cNvPr>
          <p:cNvSpPr/>
          <p:nvPr/>
        </p:nvSpPr>
        <p:spPr>
          <a:xfrm>
            <a:off x="5772564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BC10D7-AD09-C3BD-FFBA-385839F78144}"/>
              </a:ext>
            </a:extLst>
          </p:cNvPr>
          <p:cNvSpPr/>
          <p:nvPr/>
        </p:nvSpPr>
        <p:spPr>
          <a:xfrm>
            <a:off x="6619707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5F2CE9-CDB3-5692-2477-F007D83D0CEF}"/>
              </a:ext>
            </a:extLst>
          </p:cNvPr>
          <p:cNvSpPr/>
          <p:nvPr/>
        </p:nvSpPr>
        <p:spPr>
          <a:xfrm>
            <a:off x="7495628" y="40000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7157BA-DE40-C449-A33C-343E99AFEED1}"/>
              </a:ext>
            </a:extLst>
          </p:cNvPr>
          <p:cNvSpPr/>
          <p:nvPr/>
        </p:nvSpPr>
        <p:spPr>
          <a:xfrm>
            <a:off x="8371549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AB8CDE-5384-E3B4-8EEC-7B37A815C00D}"/>
              </a:ext>
            </a:extLst>
          </p:cNvPr>
          <p:cNvSpPr/>
          <p:nvPr/>
        </p:nvSpPr>
        <p:spPr>
          <a:xfrm>
            <a:off x="9246908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2F409F-4B38-55E1-8706-03BAAD9173B3}"/>
              </a:ext>
            </a:extLst>
          </p:cNvPr>
          <p:cNvSpPr/>
          <p:nvPr/>
        </p:nvSpPr>
        <p:spPr>
          <a:xfrm>
            <a:off x="2355214" y="45394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C720EB-3E8D-1CC6-CADE-602B6164A474}"/>
              </a:ext>
            </a:extLst>
          </p:cNvPr>
          <p:cNvSpPr/>
          <p:nvPr/>
        </p:nvSpPr>
        <p:spPr>
          <a:xfrm>
            <a:off x="3231135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16B26C-DA2F-4BCF-3309-A877CB5D699A}"/>
              </a:ext>
            </a:extLst>
          </p:cNvPr>
          <p:cNvSpPr/>
          <p:nvPr/>
        </p:nvSpPr>
        <p:spPr>
          <a:xfrm>
            <a:off x="4925421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7C6CA4-50F5-B83D-7876-52732F50AB5D}"/>
              </a:ext>
            </a:extLst>
          </p:cNvPr>
          <p:cNvSpPr/>
          <p:nvPr/>
        </p:nvSpPr>
        <p:spPr>
          <a:xfrm>
            <a:off x="4078278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8228885-938C-7A0B-C85D-73F73F1D027C}"/>
              </a:ext>
            </a:extLst>
          </p:cNvPr>
          <p:cNvSpPr/>
          <p:nvPr/>
        </p:nvSpPr>
        <p:spPr>
          <a:xfrm>
            <a:off x="5772564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2F9B8B6-F4D3-4557-FD6D-86612632F774}"/>
              </a:ext>
            </a:extLst>
          </p:cNvPr>
          <p:cNvSpPr/>
          <p:nvPr/>
        </p:nvSpPr>
        <p:spPr>
          <a:xfrm>
            <a:off x="6619707" y="45394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41EA7C-F6F7-76A5-07DE-16C5E6A8276E}"/>
              </a:ext>
            </a:extLst>
          </p:cNvPr>
          <p:cNvSpPr/>
          <p:nvPr/>
        </p:nvSpPr>
        <p:spPr>
          <a:xfrm>
            <a:off x="7495628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616882A-6214-7E7A-C434-BD6409FAC119}"/>
              </a:ext>
            </a:extLst>
          </p:cNvPr>
          <p:cNvSpPr/>
          <p:nvPr/>
        </p:nvSpPr>
        <p:spPr>
          <a:xfrm>
            <a:off x="8371549" y="45502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136B95-D3E0-EA5A-BF99-0D33BD63D8CC}"/>
              </a:ext>
            </a:extLst>
          </p:cNvPr>
          <p:cNvSpPr/>
          <p:nvPr/>
        </p:nvSpPr>
        <p:spPr>
          <a:xfrm>
            <a:off x="9246908" y="45502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0E8A439-54A4-DFBF-56B7-08A4633C7131}"/>
              </a:ext>
            </a:extLst>
          </p:cNvPr>
          <p:cNvSpPr/>
          <p:nvPr/>
        </p:nvSpPr>
        <p:spPr>
          <a:xfrm>
            <a:off x="2356712" y="50895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886AB2-CA46-D894-9198-9ABE66F286DC}"/>
              </a:ext>
            </a:extLst>
          </p:cNvPr>
          <p:cNvSpPr/>
          <p:nvPr/>
        </p:nvSpPr>
        <p:spPr>
          <a:xfrm>
            <a:off x="3232633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9B6914-1345-0F37-E983-63B155B5FC1E}"/>
              </a:ext>
            </a:extLst>
          </p:cNvPr>
          <p:cNvSpPr/>
          <p:nvPr/>
        </p:nvSpPr>
        <p:spPr>
          <a:xfrm>
            <a:off x="4926919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8140FC-F25D-845C-4BFF-1892A826034C}"/>
              </a:ext>
            </a:extLst>
          </p:cNvPr>
          <p:cNvSpPr/>
          <p:nvPr/>
        </p:nvSpPr>
        <p:spPr>
          <a:xfrm>
            <a:off x="4079776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28BED48-17D3-65BB-7B63-1BDFE71673B7}"/>
              </a:ext>
            </a:extLst>
          </p:cNvPr>
          <p:cNvSpPr/>
          <p:nvPr/>
        </p:nvSpPr>
        <p:spPr>
          <a:xfrm>
            <a:off x="5774062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FA9DE05-C2A0-1F85-0FE1-A9DE9A4783DE}"/>
              </a:ext>
            </a:extLst>
          </p:cNvPr>
          <p:cNvSpPr/>
          <p:nvPr/>
        </p:nvSpPr>
        <p:spPr>
          <a:xfrm>
            <a:off x="6621205" y="50895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325FDF-AD80-3C15-17B1-F3E3900AE181}"/>
              </a:ext>
            </a:extLst>
          </p:cNvPr>
          <p:cNvSpPr/>
          <p:nvPr/>
        </p:nvSpPr>
        <p:spPr>
          <a:xfrm>
            <a:off x="7497126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93D1734-34FE-6CE4-410C-4E7185176AB5}"/>
              </a:ext>
            </a:extLst>
          </p:cNvPr>
          <p:cNvSpPr/>
          <p:nvPr/>
        </p:nvSpPr>
        <p:spPr>
          <a:xfrm>
            <a:off x="8373047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7FDD801-38EC-0651-91B9-F747649B82D1}"/>
              </a:ext>
            </a:extLst>
          </p:cNvPr>
          <p:cNvSpPr/>
          <p:nvPr/>
        </p:nvSpPr>
        <p:spPr>
          <a:xfrm>
            <a:off x="9248406" y="51003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DFE9C9F-7895-D862-D79E-F44DDDB490E8}"/>
              </a:ext>
            </a:extLst>
          </p:cNvPr>
          <p:cNvSpPr/>
          <p:nvPr/>
        </p:nvSpPr>
        <p:spPr>
          <a:xfrm>
            <a:off x="2355214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CCCE41D-346F-CCAC-29FB-05A212085A3C}"/>
              </a:ext>
            </a:extLst>
          </p:cNvPr>
          <p:cNvSpPr/>
          <p:nvPr/>
        </p:nvSpPr>
        <p:spPr>
          <a:xfrm>
            <a:off x="3231135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B7BBE61-FFA9-31E6-A626-8B02ECFE28A0}"/>
              </a:ext>
            </a:extLst>
          </p:cNvPr>
          <p:cNvSpPr/>
          <p:nvPr/>
        </p:nvSpPr>
        <p:spPr>
          <a:xfrm>
            <a:off x="4925421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57D65B9-E2DC-F91E-C971-3AA4CD27A35A}"/>
              </a:ext>
            </a:extLst>
          </p:cNvPr>
          <p:cNvSpPr/>
          <p:nvPr/>
        </p:nvSpPr>
        <p:spPr>
          <a:xfrm>
            <a:off x="407827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7510FBC-908F-EA5D-2B5E-6CA3EA41780B}"/>
              </a:ext>
            </a:extLst>
          </p:cNvPr>
          <p:cNvSpPr/>
          <p:nvPr/>
        </p:nvSpPr>
        <p:spPr>
          <a:xfrm>
            <a:off x="5772564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78C3E18-9086-ED33-1455-FFC57BD836EA}"/>
              </a:ext>
            </a:extLst>
          </p:cNvPr>
          <p:cNvSpPr/>
          <p:nvPr/>
        </p:nvSpPr>
        <p:spPr>
          <a:xfrm>
            <a:off x="6619707" y="1081100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479D7B1-1B08-34F3-A753-5E0BD8086324}"/>
              </a:ext>
            </a:extLst>
          </p:cNvPr>
          <p:cNvSpPr/>
          <p:nvPr/>
        </p:nvSpPr>
        <p:spPr>
          <a:xfrm>
            <a:off x="7495628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8CD4F81-2FD8-823A-79B1-F0AF11E243C4}"/>
              </a:ext>
            </a:extLst>
          </p:cNvPr>
          <p:cNvSpPr/>
          <p:nvPr/>
        </p:nvSpPr>
        <p:spPr>
          <a:xfrm>
            <a:off x="8371549" y="1082182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8D49E6-7D5C-72A0-6D31-28F18CDC7FBD}"/>
              </a:ext>
            </a:extLst>
          </p:cNvPr>
          <p:cNvSpPr/>
          <p:nvPr/>
        </p:nvSpPr>
        <p:spPr>
          <a:xfrm>
            <a:off x="9246908" y="1082182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17787C6-F8EF-B12D-1739-15E4FCA56038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59297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C5F64-2DEF-1121-046F-71AA1CE5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A15207-77F1-6481-11E5-7CCE936AA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8A23EEF-D0EC-4CD6-FFC4-CB91534ADFD4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82F1109-AAF2-390F-E372-91DF6B4782C7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7C23C95-9CF8-1336-2425-FAB6E4047A1C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BA5F4E0-2C3B-7EA9-9EE4-9000E65EC831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A292D4D-6A36-4F5D-AB68-3DE4C381D222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C7C4F1E-67A9-CF23-D9EE-FF0BEEAB21CF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BA160ED-55C9-226B-30AE-BC8FB5B3DCCC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47F86A0-017B-9CC3-225F-2E1D2878AFD2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D11754A-41BA-949C-1C46-1C9333D3714C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E90DB3-4BA9-96F8-B05F-158F58EAE829}"/>
              </a:ext>
            </a:extLst>
          </p:cNvPr>
          <p:cNvSpPr/>
          <p:nvPr/>
        </p:nvSpPr>
        <p:spPr>
          <a:xfrm>
            <a:off x="2355214" y="176642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6AEE4D-826E-9D34-B7B2-B12CD1501CA1}"/>
              </a:ext>
            </a:extLst>
          </p:cNvPr>
          <p:cNvSpPr/>
          <p:nvPr/>
        </p:nvSpPr>
        <p:spPr>
          <a:xfrm>
            <a:off x="3231135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0F5FED-AEAF-768D-9600-739372105A1A}"/>
              </a:ext>
            </a:extLst>
          </p:cNvPr>
          <p:cNvSpPr/>
          <p:nvPr/>
        </p:nvSpPr>
        <p:spPr>
          <a:xfrm>
            <a:off x="4925421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F4245-BB41-84E7-1F25-24DFF29E4C36}"/>
              </a:ext>
            </a:extLst>
          </p:cNvPr>
          <p:cNvSpPr/>
          <p:nvPr/>
        </p:nvSpPr>
        <p:spPr>
          <a:xfrm>
            <a:off x="4078278" y="177723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2356F8-5F0A-486E-AD80-DA7A5DEAEC62}"/>
              </a:ext>
            </a:extLst>
          </p:cNvPr>
          <p:cNvSpPr/>
          <p:nvPr/>
        </p:nvSpPr>
        <p:spPr>
          <a:xfrm>
            <a:off x="5772564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375877-630F-7E1A-C054-292634D904DF}"/>
              </a:ext>
            </a:extLst>
          </p:cNvPr>
          <p:cNvSpPr/>
          <p:nvPr/>
        </p:nvSpPr>
        <p:spPr>
          <a:xfrm>
            <a:off x="6619707" y="176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A4D869-BE1F-9999-9C87-470EA224A6C3}"/>
              </a:ext>
            </a:extLst>
          </p:cNvPr>
          <p:cNvSpPr/>
          <p:nvPr/>
        </p:nvSpPr>
        <p:spPr>
          <a:xfrm>
            <a:off x="749562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49F3D-65A2-D922-7EAA-B906BBD129DE}"/>
              </a:ext>
            </a:extLst>
          </p:cNvPr>
          <p:cNvSpPr/>
          <p:nvPr/>
        </p:nvSpPr>
        <p:spPr>
          <a:xfrm>
            <a:off x="8371549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6FC34-0369-F217-3512-BDA79263AB6C}"/>
              </a:ext>
            </a:extLst>
          </p:cNvPr>
          <p:cNvSpPr/>
          <p:nvPr/>
        </p:nvSpPr>
        <p:spPr>
          <a:xfrm>
            <a:off x="9246908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1CB923-A816-1FFF-1A6F-6FF79582E2FE}"/>
              </a:ext>
            </a:extLst>
          </p:cNvPr>
          <p:cNvSpPr/>
          <p:nvPr/>
        </p:nvSpPr>
        <p:spPr>
          <a:xfrm>
            <a:off x="2355214" y="232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609B7-00BA-5BE3-A5F6-D45664C00A20}"/>
              </a:ext>
            </a:extLst>
          </p:cNvPr>
          <p:cNvSpPr/>
          <p:nvPr/>
        </p:nvSpPr>
        <p:spPr>
          <a:xfrm>
            <a:off x="3231135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2DA28B-19DA-2305-CC53-6F5523C49525}"/>
              </a:ext>
            </a:extLst>
          </p:cNvPr>
          <p:cNvSpPr/>
          <p:nvPr/>
        </p:nvSpPr>
        <p:spPr>
          <a:xfrm>
            <a:off x="4925421" y="233886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C12DD-8EF6-FA61-E536-7B0C558C13CF}"/>
              </a:ext>
            </a:extLst>
          </p:cNvPr>
          <p:cNvSpPr/>
          <p:nvPr/>
        </p:nvSpPr>
        <p:spPr>
          <a:xfrm>
            <a:off x="4078278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2D22A-1CA6-98F9-0648-E9ADF6965876}"/>
              </a:ext>
            </a:extLst>
          </p:cNvPr>
          <p:cNvSpPr/>
          <p:nvPr/>
        </p:nvSpPr>
        <p:spPr>
          <a:xfrm>
            <a:off x="5772564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DA93A3-F2DB-00F9-6897-46FBDFDF92F6}"/>
              </a:ext>
            </a:extLst>
          </p:cNvPr>
          <p:cNvSpPr/>
          <p:nvPr/>
        </p:nvSpPr>
        <p:spPr>
          <a:xfrm>
            <a:off x="6619707" y="232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52DC4A-EC9D-08BB-1C2F-6E88795649D0}"/>
              </a:ext>
            </a:extLst>
          </p:cNvPr>
          <p:cNvSpPr/>
          <p:nvPr/>
        </p:nvSpPr>
        <p:spPr>
          <a:xfrm>
            <a:off x="749562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1A82A-E9B3-6F10-6F2A-5290FFD91D53}"/>
              </a:ext>
            </a:extLst>
          </p:cNvPr>
          <p:cNvSpPr/>
          <p:nvPr/>
        </p:nvSpPr>
        <p:spPr>
          <a:xfrm>
            <a:off x="8371549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62389F-FE91-EABD-8097-786CE64F25D1}"/>
              </a:ext>
            </a:extLst>
          </p:cNvPr>
          <p:cNvSpPr/>
          <p:nvPr/>
        </p:nvSpPr>
        <p:spPr>
          <a:xfrm>
            <a:off x="9246908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EC8F0F-6D3C-9888-8F5E-8B335852FD8F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B4C7E-7109-171E-AA9E-DFC7AB4E7115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AF0CA-5E02-0D86-3A25-E18AD31FD6C9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782A2C-117E-AC45-3224-BDAACEDA54CA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00F17A-C8BA-E18F-5C45-4B944593DE45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CF4347-BA63-3822-7B45-D01679EA805A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3C0650-DBE0-419B-EE30-89EBE4B5EF1E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94785E-E351-886A-956F-727979E58861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01B74C-A8D0-BB00-2466-E25024136A3E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67133B-9B5D-65A8-857E-3F77E73629BF}"/>
              </a:ext>
            </a:extLst>
          </p:cNvPr>
          <p:cNvSpPr/>
          <p:nvPr/>
        </p:nvSpPr>
        <p:spPr>
          <a:xfrm>
            <a:off x="2355214" y="34391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4D248A-AA4D-DFF4-12EA-E5F63CF062EB}"/>
              </a:ext>
            </a:extLst>
          </p:cNvPr>
          <p:cNvSpPr/>
          <p:nvPr/>
        </p:nvSpPr>
        <p:spPr>
          <a:xfrm>
            <a:off x="3231135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3FB23B-16DB-7702-2846-6A551536F304}"/>
              </a:ext>
            </a:extLst>
          </p:cNvPr>
          <p:cNvSpPr/>
          <p:nvPr/>
        </p:nvSpPr>
        <p:spPr>
          <a:xfrm>
            <a:off x="4925421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DDE1FF-FA25-FF4B-D78A-2D8E2E507D36}"/>
              </a:ext>
            </a:extLst>
          </p:cNvPr>
          <p:cNvSpPr/>
          <p:nvPr/>
        </p:nvSpPr>
        <p:spPr>
          <a:xfrm>
            <a:off x="4078278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811AF5-8987-02C6-AAAC-DEC04FCB510F}"/>
              </a:ext>
            </a:extLst>
          </p:cNvPr>
          <p:cNvSpPr/>
          <p:nvPr/>
        </p:nvSpPr>
        <p:spPr>
          <a:xfrm>
            <a:off x="5772564" y="34499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BD1E9D-379E-5927-F095-9CA00BD91734}"/>
              </a:ext>
            </a:extLst>
          </p:cNvPr>
          <p:cNvSpPr/>
          <p:nvPr/>
        </p:nvSpPr>
        <p:spPr>
          <a:xfrm>
            <a:off x="6619707" y="343913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17B6A1-55E2-451D-64EA-3B750988FBF1}"/>
              </a:ext>
            </a:extLst>
          </p:cNvPr>
          <p:cNvSpPr/>
          <p:nvPr/>
        </p:nvSpPr>
        <p:spPr>
          <a:xfrm>
            <a:off x="749562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60EC75-3819-440D-FE71-FF7F58904789}"/>
              </a:ext>
            </a:extLst>
          </p:cNvPr>
          <p:cNvSpPr/>
          <p:nvPr/>
        </p:nvSpPr>
        <p:spPr>
          <a:xfrm>
            <a:off x="8371549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7F18F7-A81D-1F4E-270D-3DEF73C4B268}"/>
              </a:ext>
            </a:extLst>
          </p:cNvPr>
          <p:cNvSpPr/>
          <p:nvPr/>
        </p:nvSpPr>
        <p:spPr>
          <a:xfrm>
            <a:off x="9246908" y="344995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133A6D-141D-3A4F-D56D-840B8A6129EA}"/>
              </a:ext>
            </a:extLst>
          </p:cNvPr>
          <p:cNvSpPr/>
          <p:nvPr/>
        </p:nvSpPr>
        <p:spPr>
          <a:xfrm>
            <a:off x="2355214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CDCCCB-01D2-0CCA-ABBC-042F53875019}"/>
              </a:ext>
            </a:extLst>
          </p:cNvPr>
          <p:cNvSpPr/>
          <p:nvPr/>
        </p:nvSpPr>
        <p:spPr>
          <a:xfrm>
            <a:off x="3231135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D80122-7682-C7A5-57AF-FA316521D8A3}"/>
              </a:ext>
            </a:extLst>
          </p:cNvPr>
          <p:cNvSpPr/>
          <p:nvPr/>
        </p:nvSpPr>
        <p:spPr>
          <a:xfrm>
            <a:off x="4925421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D0D0E0-C938-D2E1-195F-9E218EFB2649}"/>
              </a:ext>
            </a:extLst>
          </p:cNvPr>
          <p:cNvSpPr/>
          <p:nvPr/>
        </p:nvSpPr>
        <p:spPr>
          <a:xfrm>
            <a:off x="4078278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2BE1BD-3924-E17F-49F0-8F4B89BCB5EA}"/>
              </a:ext>
            </a:extLst>
          </p:cNvPr>
          <p:cNvSpPr/>
          <p:nvPr/>
        </p:nvSpPr>
        <p:spPr>
          <a:xfrm>
            <a:off x="5772564" y="40000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3AE1D05-A642-01D0-12D2-C690781F5BD8}"/>
              </a:ext>
            </a:extLst>
          </p:cNvPr>
          <p:cNvSpPr/>
          <p:nvPr/>
        </p:nvSpPr>
        <p:spPr>
          <a:xfrm>
            <a:off x="6619707" y="39892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0CF5F7-4E51-0636-21B8-849CF85C5E65}"/>
              </a:ext>
            </a:extLst>
          </p:cNvPr>
          <p:cNvSpPr/>
          <p:nvPr/>
        </p:nvSpPr>
        <p:spPr>
          <a:xfrm>
            <a:off x="7495628" y="40000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62E6AF-187E-B543-316F-2D564622201D}"/>
              </a:ext>
            </a:extLst>
          </p:cNvPr>
          <p:cNvSpPr/>
          <p:nvPr/>
        </p:nvSpPr>
        <p:spPr>
          <a:xfrm>
            <a:off x="8371549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4ED994-BECC-17A5-9A96-80E9CAA7CEB0}"/>
              </a:ext>
            </a:extLst>
          </p:cNvPr>
          <p:cNvSpPr/>
          <p:nvPr/>
        </p:nvSpPr>
        <p:spPr>
          <a:xfrm>
            <a:off x="9246908" y="40000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515C36-7A29-5C1A-38A9-F89DFADD2979}"/>
              </a:ext>
            </a:extLst>
          </p:cNvPr>
          <p:cNvSpPr/>
          <p:nvPr/>
        </p:nvSpPr>
        <p:spPr>
          <a:xfrm>
            <a:off x="2355214" y="45394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3AB5B3-160F-164D-4772-4659AC5AAF53}"/>
              </a:ext>
            </a:extLst>
          </p:cNvPr>
          <p:cNvSpPr/>
          <p:nvPr/>
        </p:nvSpPr>
        <p:spPr>
          <a:xfrm>
            <a:off x="3231135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8FA58C-5EEE-4EB9-0385-FBF56E019ED1}"/>
              </a:ext>
            </a:extLst>
          </p:cNvPr>
          <p:cNvSpPr/>
          <p:nvPr/>
        </p:nvSpPr>
        <p:spPr>
          <a:xfrm>
            <a:off x="4925421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CAD41F-93BF-07DD-5305-7C4148CEC196}"/>
              </a:ext>
            </a:extLst>
          </p:cNvPr>
          <p:cNvSpPr/>
          <p:nvPr/>
        </p:nvSpPr>
        <p:spPr>
          <a:xfrm>
            <a:off x="4078278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1AF815-5AB1-9E3B-45DF-E1960354E424}"/>
              </a:ext>
            </a:extLst>
          </p:cNvPr>
          <p:cNvSpPr/>
          <p:nvPr/>
        </p:nvSpPr>
        <p:spPr>
          <a:xfrm>
            <a:off x="5772564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537D58-349D-B986-C751-FFCB61810C49}"/>
              </a:ext>
            </a:extLst>
          </p:cNvPr>
          <p:cNvSpPr/>
          <p:nvPr/>
        </p:nvSpPr>
        <p:spPr>
          <a:xfrm>
            <a:off x="6619707" y="45394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B368583-7D44-3617-2D6B-6F34956E890D}"/>
              </a:ext>
            </a:extLst>
          </p:cNvPr>
          <p:cNvSpPr/>
          <p:nvPr/>
        </p:nvSpPr>
        <p:spPr>
          <a:xfrm>
            <a:off x="7495628" y="455023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D315A6-59B6-F7CA-4C6C-9F8AB4F9DF89}"/>
              </a:ext>
            </a:extLst>
          </p:cNvPr>
          <p:cNvSpPr/>
          <p:nvPr/>
        </p:nvSpPr>
        <p:spPr>
          <a:xfrm>
            <a:off x="8371549" y="455023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77F4321-C8F0-1262-ED8F-1FF2AC8CC83A}"/>
              </a:ext>
            </a:extLst>
          </p:cNvPr>
          <p:cNvSpPr/>
          <p:nvPr/>
        </p:nvSpPr>
        <p:spPr>
          <a:xfrm>
            <a:off x="9246908" y="455023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D7F5E0-C768-AFFF-4CB2-295AA9E066D2}"/>
              </a:ext>
            </a:extLst>
          </p:cNvPr>
          <p:cNvSpPr/>
          <p:nvPr/>
        </p:nvSpPr>
        <p:spPr>
          <a:xfrm>
            <a:off x="2356712" y="50895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424CB12-3D6E-0A62-BB93-AE76A6D92B34}"/>
              </a:ext>
            </a:extLst>
          </p:cNvPr>
          <p:cNvSpPr/>
          <p:nvPr/>
        </p:nvSpPr>
        <p:spPr>
          <a:xfrm>
            <a:off x="3232633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A2EC83-C34C-5441-0509-B0A7E653D810}"/>
              </a:ext>
            </a:extLst>
          </p:cNvPr>
          <p:cNvSpPr/>
          <p:nvPr/>
        </p:nvSpPr>
        <p:spPr>
          <a:xfrm>
            <a:off x="4926919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602191-41FD-0B2A-0520-A66A53B62BEE}"/>
              </a:ext>
            </a:extLst>
          </p:cNvPr>
          <p:cNvSpPr/>
          <p:nvPr/>
        </p:nvSpPr>
        <p:spPr>
          <a:xfrm>
            <a:off x="4079776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4F80AA-FBA0-514E-0271-9940BAE468E7}"/>
              </a:ext>
            </a:extLst>
          </p:cNvPr>
          <p:cNvSpPr/>
          <p:nvPr/>
        </p:nvSpPr>
        <p:spPr>
          <a:xfrm>
            <a:off x="5774062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FF9C91-E1A6-CADC-384A-DB33C9E5A789}"/>
              </a:ext>
            </a:extLst>
          </p:cNvPr>
          <p:cNvSpPr/>
          <p:nvPr/>
        </p:nvSpPr>
        <p:spPr>
          <a:xfrm>
            <a:off x="6621205" y="50895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20C2161-F9D3-684D-14AA-728A3C05BCF0}"/>
              </a:ext>
            </a:extLst>
          </p:cNvPr>
          <p:cNvSpPr/>
          <p:nvPr/>
        </p:nvSpPr>
        <p:spPr>
          <a:xfrm>
            <a:off x="7497126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C9B85B3-3CE4-A968-1269-7FB8852376B1}"/>
              </a:ext>
            </a:extLst>
          </p:cNvPr>
          <p:cNvSpPr/>
          <p:nvPr/>
        </p:nvSpPr>
        <p:spPr>
          <a:xfrm>
            <a:off x="8373047" y="510036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5EA2EEE-4B85-AA4E-3A5D-C9B06706CA36}"/>
              </a:ext>
            </a:extLst>
          </p:cNvPr>
          <p:cNvSpPr/>
          <p:nvPr/>
        </p:nvSpPr>
        <p:spPr>
          <a:xfrm>
            <a:off x="9248406" y="5100369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F8DF54A-6A4A-8A0C-9F22-1D066FBA459C}"/>
              </a:ext>
            </a:extLst>
          </p:cNvPr>
          <p:cNvSpPr/>
          <p:nvPr/>
        </p:nvSpPr>
        <p:spPr>
          <a:xfrm>
            <a:off x="2355214" y="564983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38F66FA-7191-EFF8-FD17-ECF9EC092158}"/>
              </a:ext>
            </a:extLst>
          </p:cNvPr>
          <p:cNvSpPr/>
          <p:nvPr/>
        </p:nvSpPr>
        <p:spPr>
          <a:xfrm>
            <a:off x="3231135" y="566064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685A7FD-3B43-56DF-BC8D-2F279BEED04B}"/>
              </a:ext>
            </a:extLst>
          </p:cNvPr>
          <p:cNvSpPr/>
          <p:nvPr/>
        </p:nvSpPr>
        <p:spPr>
          <a:xfrm>
            <a:off x="4925421" y="566064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9FEAB7E-EBE9-E205-A2B4-52AA88D10746}"/>
              </a:ext>
            </a:extLst>
          </p:cNvPr>
          <p:cNvSpPr/>
          <p:nvPr/>
        </p:nvSpPr>
        <p:spPr>
          <a:xfrm>
            <a:off x="4078278" y="566064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413E565-67B7-CEED-DC30-CF2D7E5392FD}"/>
              </a:ext>
            </a:extLst>
          </p:cNvPr>
          <p:cNvSpPr/>
          <p:nvPr/>
        </p:nvSpPr>
        <p:spPr>
          <a:xfrm>
            <a:off x="5772564" y="566064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3F419D8-1248-06D4-17FB-2C28BD20A292}"/>
              </a:ext>
            </a:extLst>
          </p:cNvPr>
          <p:cNvSpPr/>
          <p:nvPr/>
        </p:nvSpPr>
        <p:spPr>
          <a:xfrm>
            <a:off x="6619707" y="564983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E0504EA-B163-9C1A-2EB8-82B4ED46607F}"/>
              </a:ext>
            </a:extLst>
          </p:cNvPr>
          <p:cNvSpPr/>
          <p:nvPr/>
        </p:nvSpPr>
        <p:spPr>
          <a:xfrm>
            <a:off x="7495628" y="566064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710CDE5-53D2-A737-C4FD-420227E4E4CB}"/>
              </a:ext>
            </a:extLst>
          </p:cNvPr>
          <p:cNvSpPr/>
          <p:nvPr/>
        </p:nvSpPr>
        <p:spPr>
          <a:xfrm>
            <a:off x="8371549" y="566064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95A1A19-086F-7296-3424-F06E18AD93F3}"/>
              </a:ext>
            </a:extLst>
          </p:cNvPr>
          <p:cNvSpPr/>
          <p:nvPr/>
        </p:nvSpPr>
        <p:spPr>
          <a:xfrm>
            <a:off x="9246908" y="566064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2EA74BF-EE5E-7949-FFEC-1CECB297EDD0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44125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0F162-EF6D-A32F-DED7-75C98E23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8A2633-85EC-FE52-BF65-42F0B03AD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78A5394-1888-DE3C-1490-175D79BA489F}"/>
              </a:ext>
            </a:extLst>
          </p:cNvPr>
          <p:cNvSpPr/>
          <p:nvPr/>
        </p:nvSpPr>
        <p:spPr>
          <a:xfrm>
            <a:off x="2355214" y="121560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EF26A6E-961C-BACA-54B9-C3878040FB75}"/>
              </a:ext>
            </a:extLst>
          </p:cNvPr>
          <p:cNvSpPr/>
          <p:nvPr/>
        </p:nvSpPr>
        <p:spPr>
          <a:xfrm>
            <a:off x="3231135" y="1226422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29EA869-1657-AF71-0439-DD78B288A488}"/>
              </a:ext>
            </a:extLst>
          </p:cNvPr>
          <p:cNvSpPr/>
          <p:nvPr/>
        </p:nvSpPr>
        <p:spPr>
          <a:xfrm>
            <a:off x="4925421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B7D27FE-99C1-F749-2C6F-8CFD7ACB0A62}"/>
              </a:ext>
            </a:extLst>
          </p:cNvPr>
          <p:cNvSpPr/>
          <p:nvPr/>
        </p:nvSpPr>
        <p:spPr>
          <a:xfrm>
            <a:off x="407827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B09EF61-9CF4-0414-6908-EFB6057E7FDA}"/>
              </a:ext>
            </a:extLst>
          </p:cNvPr>
          <p:cNvSpPr/>
          <p:nvPr/>
        </p:nvSpPr>
        <p:spPr>
          <a:xfrm>
            <a:off x="5772564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DC645E3-9769-A3DF-B2F6-CD9E24C46EB8}"/>
              </a:ext>
            </a:extLst>
          </p:cNvPr>
          <p:cNvSpPr/>
          <p:nvPr/>
        </p:nvSpPr>
        <p:spPr>
          <a:xfrm>
            <a:off x="6619707" y="121560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3E85AA7-B025-1230-E4E1-92025673E4D3}"/>
              </a:ext>
            </a:extLst>
          </p:cNvPr>
          <p:cNvSpPr/>
          <p:nvPr/>
        </p:nvSpPr>
        <p:spPr>
          <a:xfrm>
            <a:off x="749562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7EF0AB7-5C37-F47C-3512-BDB031177474}"/>
              </a:ext>
            </a:extLst>
          </p:cNvPr>
          <p:cNvSpPr/>
          <p:nvPr/>
        </p:nvSpPr>
        <p:spPr>
          <a:xfrm>
            <a:off x="8371549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FF9AB00-2CE4-E7B6-FD33-1FC73A815830}"/>
              </a:ext>
            </a:extLst>
          </p:cNvPr>
          <p:cNvSpPr/>
          <p:nvPr/>
        </p:nvSpPr>
        <p:spPr>
          <a:xfrm>
            <a:off x="9246908" y="1226422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47116C-CBB6-25A9-0D12-8B97D0BC42D2}"/>
              </a:ext>
            </a:extLst>
          </p:cNvPr>
          <p:cNvSpPr/>
          <p:nvPr/>
        </p:nvSpPr>
        <p:spPr>
          <a:xfrm>
            <a:off x="2355214" y="177723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CE42A-63DA-6447-6422-7DCD4333AE99}"/>
              </a:ext>
            </a:extLst>
          </p:cNvPr>
          <p:cNvSpPr/>
          <p:nvPr/>
        </p:nvSpPr>
        <p:spPr>
          <a:xfrm>
            <a:off x="3231135" y="178804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24E56-A371-F514-0E68-FEE183FDB205}"/>
              </a:ext>
            </a:extLst>
          </p:cNvPr>
          <p:cNvSpPr/>
          <p:nvPr/>
        </p:nvSpPr>
        <p:spPr>
          <a:xfrm>
            <a:off x="4925421" y="178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78DBE-F191-E78A-E8B9-6E8EB8204269}"/>
              </a:ext>
            </a:extLst>
          </p:cNvPr>
          <p:cNvSpPr/>
          <p:nvPr/>
        </p:nvSpPr>
        <p:spPr>
          <a:xfrm>
            <a:off x="4078278" y="1788048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0DAD3-98F8-6D2C-F77D-99D9D0FE8876}"/>
              </a:ext>
            </a:extLst>
          </p:cNvPr>
          <p:cNvSpPr/>
          <p:nvPr/>
        </p:nvSpPr>
        <p:spPr>
          <a:xfrm>
            <a:off x="5772564" y="178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4AF3A-6364-F360-1C9F-3DEEE0301692}"/>
              </a:ext>
            </a:extLst>
          </p:cNvPr>
          <p:cNvSpPr/>
          <p:nvPr/>
        </p:nvSpPr>
        <p:spPr>
          <a:xfrm>
            <a:off x="6619707" y="177723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BB933C-15AD-4F98-E200-F8F246EF9D24}"/>
              </a:ext>
            </a:extLst>
          </p:cNvPr>
          <p:cNvSpPr/>
          <p:nvPr/>
        </p:nvSpPr>
        <p:spPr>
          <a:xfrm>
            <a:off x="7495628" y="178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C00DD2-2723-3EDA-62E1-A5017306BC6F}"/>
              </a:ext>
            </a:extLst>
          </p:cNvPr>
          <p:cNvSpPr/>
          <p:nvPr/>
        </p:nvSpPr>
        <p:spPr>
          <a:xfrm>
            <a:off x="8371549" y="178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7FEAC-4EC5-3017-A5EF-F36D8082B3FA}"/>
              </a:ext>
            </a:extLst>
          </p:cNvPr>
          <p:cNvSpPr/>
          <p:nvPr/>
        </p:nvSpPr>
        <p:spPr>
          <a:xfrm>
            <a:off x="9246908" y="1788048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728F1F-82F3-937E-FDFE-50C77136EF99}"/>
              </a:ext>
            </a:extLst>
          </p:cNvPr>
          <p:cNvSpPr/>
          <p:nvPr/>
        </p:nvSpPr>
        <p:spPr>
          <a:xfrm>
            <a:off x="2355214" y="233886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5E4454-1F64-8CEC-D0AA-9EB5A3863F85}"/>
              </a:ext>
            </a:extLst>
          </p:cNvPr>
          <p:cNvSpPr/>
          <p:nvPr/>
        </p:nvSpPr>
        <p:spPr>
          <a:xfrm>
            <a:off x="3231135" y="234967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E9066B-0780-91E6-3AC7-DDA8DD0618AB}"/>
              </a:ext>
            </a:extLst>
          </p:cNvPr>
          <p:cNvSpPr/>
          <p:nvPr/>
        </p:nvSpPr>
        <p:spPr>
          <a:xfrm>
            <a:off x="4925421" y="2349674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00A525-0100-EE77-0303-F68D75317569}"/>
              </a:ext>
            </a:extLst>
          </p:cNvPr>
          <p:cNvSpPr/>
          <p:nvPr/>
        </p:nvSpPr>
        <p:spPr>
          <a:xfrm>
            <a:off x="4078278" y="234967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BB7B53-CF48-42D6-FFA0-168F3103BC38}"/>
              </a:ext>
            </a:extLst>
          </p:cNvPr>
          <p:cNvSpPr/>
          <p:nvPr/>
        </p:nvSpPr>
        <p:spPr>
          <a:xfrm>
            <a:off x="5772564" y="234967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18FAF0-DFF0-4F0A-D50B-406EEA1FFF64}"/>
              </a:ext>
            </a:extLst>
          </p:cNvPr>
          <p:cNvSpPr/>
          <p:nvPr/>
        </p:nvSpPr>
        <p:spPr>
          <a:xfrm>
            <a:off x="6619707" y="233886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D88C8-3B1F-E1DB-EE43-C40266D59177}"/>
              </a:ext>
            </a:extLst>
          </p:cNvPr>
          <p:cNvSpPr/>
          <p:nvPr/>
        </p:nvSpPr>
        <p:spPr>
          <a:xfrm>
            <a:off x="7495628" y="234967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B3E101-2286-2197-5250-49E7426FA00D}"/>
              </a:ext>
            </a:extLst>
          </p:cNvPr>
          <p:cNvSpPr/>
          <p:nvPr/>
        </p:nvSpPr>
        <p:spPr>
          <a:xfrm>
            <a:off x="8371549" y="234967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A4A86-515B-89CF-7417-5C9E971096E8}"/>
              </a:ext>
            </a:extLst>
          </p:cNvPr>
          <p:cNvSpPr/>
          <p:nvPr/>
        </p:nvSpPr>
        <p:spPr>
          <a:xfrm>
            <a:off x="9246908" y="2349674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D518CA-8B64-E1FE-E717-E1209CE86BCB}"/>
              </a:ext>
            </a:extLst>
          </p:cNvPr>
          <p:cNvSpPr/>
          <p:nvPr/>
        </p:nvSpPr>
        <p:spPr>
          <a:xfrm>
            <a:off x="2355214" y="29004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E5FCD6-513D-5C9C-8D97-3BEC86AB0FFE}"/>
              </a:ext>
            </a:extLst>
          </p:cNvPr>
          <p:cNvSpPr/>
          <p:nvPr/>
        </p:nvSpPr>
        <p:spPr>
          <a:xfrm>
            <a:off x="3231135" y="29113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4A304-A2B1-8E23-71E9-F41270035938}"/>
              </a:ext>
            </a:extLst>
          </p:cNvPr>
          <p:cNvSpPr/>
          <p:nvPr/>
        </p:nvSpPr>
        <p:spPr>
          <a:xfrm>
            <a:off x="4925421" y="29113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CBECA-6469-F0C4-A495-8823A113BDF4}"/>
              </a:ext>
            </a:extLst>
          </p:cNvPr>
          <p:cNvSpPr/>
          <p:nvPr/>
        </p:nvSpPr>
        <p:spPr>
          <a:xfrm>
            <a:off x="4078278" y="29113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E0C4E2-FB85-DFF0-1AD2-7961C006FBAE}"/>
              </a:ext>
            </a:extLst>
          </p:cNvPr>
          <p:cNvSpPr/>
          <p:nvPr/>
        </p:nvSpPr>
        <p:spPr>
          <a:xfrm>
            <a:off x="5772564" y="29113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FDB268-1EDC-D329-A90C-F0A111076D61}"/>
              </a:ext>
            </a:extLst>
          </p:cNvPr>
          <p:cNvSpPr/>
          <p:nvPr/>
        </p:nvSpPr>
        <p:spPr>
          <a:xfrm>
            <a:off x="6619707" y="2900487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34A682-59E2-7619-5740-3FB6945AB535}"/>
              </a:ext>
            </a:extLst>
          </p:cNvPr>
          <p:cNvSpPr/>
          <p:nvPr/>
        </p:nvSpPr>
        <p:spPr>
          <a:xfrm>
            <a:off x="7495628" y="29113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64E8EE-9C4A-4402-20FC-B157F5F73FBE}"/>
              </a:ext>
            </a:extLst>
          </p:cNvPr>
          <p:cNvSpPr/>
          <p:nvPr/>
        </p:nvSpPr>
        <p:spPr>
          <a:xfrm>
            <a:off x="8371549" y="29113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4DF7CC-FFA2-7BF8-8AAC-3C3D9C718B29}"/>
              </a:ext>
            </a:extLst>
          </p:cNvPr>
          <p:cNvSpPr/>
          <p:nvPr/>
        </p:nvSpPr>
        <p:spPr>
          <a:xfrm>
            <a:off x="9246908" y="2911300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3B5D5A-ADFE-5281-560B-C369D09E3C88}"/>
              </a:ext>
            </a:extLst>
          </p:cNvPr>
          <p:cNvSpPr/>
          <p:nvPr/>
        </p:nvSpPr>
        <p:spPr>
          <a:xfrm>
            <a:off x="2355214" y="347292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E87A97-692E-0ACF-D73A-5FF27BBAF003}"/>
              </a:ext>
            </a:extLst>
          </p:cNvPr>
          <p:cNvSpPr/>
          <p:nvPr/>
        </p:nvSpPr>
        <p:spPr>
          <a:xfrm>
            <a:off x="3231135" y="34837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605443-BFB1-CCC9-19EC-B137927CCA4D}"/>
              </a:ext>
            </a:extLst>
          </p:cNvPr>
          <p:cNvSpPr/>
          <p:nvPr/>
        </p:nvSpPr>
        <p:spPr>
          <a:xfrm>
            <a:off x="4925421" y="34837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718D71-74C5-2D6F-2CB0-AA7FB940ED87}"/>
              </a:ext>
            </a:extLst>
          </p:cNvPr>
          <p:cNvSpPr/>
          <p:nvPr/>
        </p:nvSpPr>
        <p:spPr>
          <a:xfrm>
            <a:off x="4078278" y="34837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3648E8-09B7-8AE1-A4DB-27AE54CA5DF5}"/>
              </a:ext>
            </a:extLst>
          </p:cNvPr>
          <p:cNvSpPr/>
          <p:nvPr/>
        </p:nvSpPr>
        <p:spPr>
          <a:xfrm>
            <a:off x="5772564" y="3483739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FCE711-EE39-5B94-3853-7CE4716ACB12}"/>
              </a:ext>
            </a:extLst>
          </p:cNvPr>
          <p:cNvSpPr/>
          <p:nvPr/>
        </p:nvSpPr>
        <p:spPr>
          <a:xfrm>
            <a:off x="6619707" y="347292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9B1830-7289-C5D1-ADDD-5A4C77A1EDD3}"/>
              </a:ext>
            </a:extLst>
          </p:cNvPr>
          <p:cNvSpPr/>
          <p:nvPr/>
        </p:nvSpPr>
        <p:spPr>
          <a:xfrm>
            <a:off x="7495628" y="34837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330169-8B25-7A92-C596-4D41DE326963}"/>
              </a:ext>
            </a:extLst>
          </p:cNvPr>
          <p:cNvSpPr/>
          <p:nvPr/>
        </p:nvSpPr>
        <p:spPr>
          <a:xfrm>
            <a:off x="8371549" y="34837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76F01E-6D7C-6955-93F5-0A7AB9A6A4ED}"/>
              </a:ext>
            </a:extLst>
          </p:cNvPr>
          <p:cNvSpPr/>
          <p:nvPr/>
        </p:nvSpPr>
        <p:spPr>
          <a:xfrm>
            <a:off x="9246908" y="3483739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A562F2-74CF-5185-17B1-C7DC0F6286B9}"/>
              </a:ext>
            </a:extLst>
          </p:cNvPr>
          <p:cNvSpPr/>
          <p:nvPr/>
        </p:nvSpPr>
        <p:spPr>
          <a:xfrm>
            <a:off x="2355214" y="40345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4A93CB-6D77-0938-647E-848075B33AA3}"/>
              </a:ext>
            </a:extLst>
          </p:cNvPr>
          <p:cNvSpPr/>
          <p:nvPr/>
        </p:nvSpPr>
        <p:spPr>
          <a:xfrm>
            <a:off x="3231135" y="40453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E5AA4E-D553-D817-3E39-272FDC450C41}"/>
              </a:ext>
            </a:extLst>
          </p:cNvPr>
          <p:cNvSpPr/>
          <p:nvPr/>
        </p:nvSpPr>
        <p:spPr>
          <a:xfrm>
            <a:off x="4925421" y="40453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7ED627-2BFB-773F-9A84-BF016F7919A0}"/>
              </a:ext>
            </a:extLst>
          </p:cNvPr>
          <p:cNvSpPr/>
          <p:nvPr/>
        </p:nvSpPr>
        <p:spPr>
          <a:xfrm>
            <a:off x="4078278" y="40453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FA5393-1352-4AF5-4FB4-24CED66BBA50}"/>
              </a:ext>
            </a:extLst>
          </p:cNvPr>
          <p:cNvSpPr/>
          <p:nvPr/>
        </p:nvSpPr>
        <p:spPr>
          <a:xfrm>
            <a:off x="5772564" y="4045365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0BBB8A-92F4-6DFC-0984-884B1C9E736B}"/>
              </a:ext>
            </a:extLst>
          </p:cNvPr>
          <p:cNvSpPr/>
          <p:nvPr/>
        </p:nvSpPr>
        <p:spPr>
          <a:xfrm>
            <a:off x="6619707" y="4034552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0C1640-CCCC-12B1-380A-6D123AA0FEB1}"/>
              </a:ext>
            </a:extLst>
          </p:cNvPr>
          <p:cNvSpPr/>
          <p:nvPr/>
        </p:nvSpPr>
        <p:spPr>
          <a:xfrm>
            <a:off x="7495628" y="4045365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87533D-D7FA-42BC-A31F-69D9D1233DBF}"/>
              </a:ext>
            </a:extLst>
          </p:cNvPr>
          <p:cNvSpPr/>
          <p:nvPr/>
        </p:nvSpPr>
        <p:spPr>
          <a:xfrm>
            <a:off x="8371549" y="40453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EA09FE-265A-326E-B67B-30A3504C0CD2}"/>
              </a:ext>
            </a:extLst>
          </p:cNvPr>
          <p:cNvSpPr/>
          <p:nvPr/>
        </p:nvSpPr>
        <p:spPr>
          <a:xfrm>
            <a:off x="9246908" y="4045365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7828DA-9436-70E0-6523-5C945920DDEE}"/>
              </a:ext>
            </a:extLst>
          </p:cNvPr>
          <p:cNvSpPr/>
          <p:nvPr/>
        </p:nvSpPr>
        <p:spPr>
          <a:xfrm>
            <a:off x="2355214" y="45961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9DC76B1-A8CA-64C1-DE82-0FF8C083F4E4}"/>
              </a:ext>
            </a:extLst>
          </p:cNvPr>
          <p:cNvSpPr/>
          <p:nvPr/>
        </p:nvSpPr>
        <p:spPr>
          <a:xfrm>
            <a:off x="3231135" y="46069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719586-D193-4219-AB5D-DF2C562A5E4C}"/>
              </a:ext>
            </a:extLst>
          </p:cNvPr>
          <p:cNvSpPr/>
          <p:nvPr/>
        </p:nvSpPr>
        <p:spPr>
          <a:xfrm>
            <a:off x="4925421" y="46069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7911FE-F285-1A1E-036E-3779C63763C0}"/>
              </a:ext>
            </a:extLst>
          </p:cNvPr>
          <p:cNvSpPr/>
          <p:nvPr/>
        </p:nvSpPr>
        <p:spPr>
          <a:xfrm>
            <a:off x="4078278" y="46069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C93275-0649-5502-FB7B-14547DCF0ED7}"/>
              </a:ext>
            </a:extLst>
          </p:cNvPr>
          <p:cNvSpPr/>
          <p:nvPr/>
        </p:nvSpPr>
        <p:spPr>
          <a:xfrm>
            <a:off x="5772564" y="46069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3AAD07-494C-0102-98FA-1BFEA7D657E1}"/>
              </a:ext>
            </a:extLst>
          </p:cNvPr>
          <p:cNvSpPr/>
          <p:nvPr/>
        </p:nvSpPr>
        <p:spPr>
          <a:xfrm>
            <a:off x="6619707" y="4596178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A6575F-619D-3145-7FA9-B29176A55D93}"/>
              </a:ext>
            </a:extLst>
          </p:cNvPr>
          <p:cNvSpPr/>
          <p:nvPr/>
        </p:nvSpPr>
        <p:spPr>
          <a:xfrm>
            <a:off x="7495628" y="4606991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6E474E-A060-1029-E804-FB20E3F48C71}"/>
              </a:ext>
            </a:extLst>
          </p:cNvPr>
          <p:cNvSpPr/>
          <p:nvPr/>
        </p:nvSpPr>
        <p:spPr>
          <a:xfrm>
            <a:off x="8371549" y="4606991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3D206C-07D3-EB9A-59C4-74066F7A9D8C}"/>
              </a:ext>
            </a:extLst>
          </p:cNvPr>
          <p:cNvSpPr/>
          <p:nvPr/>
        </p:nvSpPr>
        <p:spPr>
          <a:xfrm>
            <a:off x="9246908" y="4606991"/>
            <a:ext cx="720000" cy="540000"/>
          </a:xfrm>
          <a:prstGeom prst="rect">
            <a:avLst/>
          </a:prstGeom>
          <a:solidFill>
            <a:srgbClr val="6AB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F2F8CE0-C9F1-3FD5-E021-0DFA0A50C379}"/>
              </a:ext>
            </a:extLst>
          </p:cNvPr>
          <p:cNvSpPr/>
          <p:nvPr/>
        </p:nvSpPr>
        <p:spPr>
          <a:xfrm>
            <a:off x="2356712" y="51578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8616A3F-82B2-6140-CB20-498337E78068}"/>
              </a:ext>
            </a:extLst>
          </p:cNvPr>
          <p:cNvSpPr/>
          <p:nvPr/>
        </p:nvSpPr>
        <p:spPr>
          <a:xfrm>
            <a:off x="3232633" y="5168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B5C423-1F7C-F55B-10B2-BF53840813FA}"/>
              </a:ext>
            </a:extLst>
          </p:cNvPr>
          <p:cNvSpPr/>
          <p:nvPr/>
        </p:nvSpPr>
        <p:spPr>
          <a:xfrm>
            <a:off x="4926919" y="5168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8A6B587-A994-88CC-9719-CD692D344523}"/>
              </a:ext>
            </a:extLst>
          </p:cNvPr>
          <p:cNvSpPr/>
          <p:nvPr/>
        </p:nvSpPr>
        <p:spPr>
          <a:xfrm>
            <a:off x="4079776" y="5168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9F779D-DEC1-46E0-5595-7D387DBFE21F}"/>
              </a:ext>
            </a:extLst>
          </p:cNvPr>
          <p:cNvSpPr/>
          <p:nvPr/>
        </p:nvSpPr>
        <p:spPr>
          <a:xfrm>
            <a:off x="5774062" y="5168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0A7091A-35E8-ADB2-2A24-FC2346873919}"/>
              </a:ext>
            </a:extLst>
          </p:cNvPr>
          <p:cNvSpPr/>
          <p:nvPr/>
        </p:nvSpPr>
        <p:spPr>
          <a:xfrm>
            <a:off x="6621205" y="5157804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384422D-B2D1-BB58-87A9-DCAB3FD1FF22}"/>
              </a:ext>
            </a:extLst>
          </p:cNvPr>
          <p:cNvSpPr/>
          <p:nvPr/>
        </p:nvSpPr>
        <p:spPr>
          <a:xfrm>
            <a:off x="7497126" y="5168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E352B4D-2E02-5B3E-1045-D7100F3C78F0}"/>
              </a:ext>
            </a:extLst>
          </p:cNvPr>
          <p:cNvSpPr/>
          <p:nvPr/>
        </p:nvSpPr>
        <p:spPr>
          <a:xfrm>
            <a:off x="8373047" y="516861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70B831A-CB24-B4D1-F43D-D5720C96F9E7}"/>
              </a:ext>
            </a:extLst>
          </p:cNvPr>
          <p:cNvSpPr/>
          <p:nvPr/>
        </p:nvSpPr>
        <p:spPr>
          <a:xfrm>
            <a:off x="9248406" y="5168617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0C14C8E-4861-ECA3-1C25-B882A8FA50CA}"/>
              </a:ext>
            </a:extLst>
          </p:cNvPr>
          <p:cNvSpPr/>
          <p:nvPr/>
        </p:nvSpPr>
        <p:spPr>
          <a:xfrm>
            <a:off x="2355214" y="57302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D668227-5961-69BD-A552-D14A78F824FA}"/>
              </a:ext>
            </a:extLst>
          </p:cNvPr>
          <p:cNvSpPr/>
          <p:nvPr/>
        </p:nvSpPr>
        <p:spPr>
          <a:xfrm>
            <a:off x="3231135" y="5741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06A47E3-30A8-6BBB-76D9-9788015CE2C5}"/>
              </a:ext>
            </a:extLst>
          </p:cNvPr>
          <p:cNvSpPr/>
          <p:nvPr/>
        </p:nvSpPr>
        <p:spPr>
          <a:xfrm>
            <a:off x="4925421" y="5741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9508333-B29B-E528-02CE-B29FD3C53FE4}"/>
              </a:ext>
            </a:extLst>
          </p:cNvPr>
          <p:cNvSpPr/>
          <p:nvPr/>
        </p:nvSpPr>
        <p:spPr>
          <a:xfrm>
            <a:off x="4078278" y="5741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46334B1-29E0-CBA3-880E-77D1AF20DE73}"/>
              </a:ext>
            </a:extLst>
          </p:cNvPr>
          <p:cNvSpPr/>
          <p:nvPr/>
        </p:nvSpPr>
        <p:spPr>
          <a:xfrm>
            <a:off x="5772564" y="5741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A0BFE58-7FB2-6992-AC25-688ED3361A94}"/>
              </a:ext>
            </a:extLst>
          </p:cNvPr>
          <p:cNvSpPr/>
          <p:nvPr/>
        </p:nvSpPr>
        <p:spPr>
          <a:xfrm>
            <a:off x="6619707" y="5730243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276124A-F31F-400A-E967-EE88F71AC2B3}"/>
              </a:ext>
            </a:extLst>
          </p:cNvPr>
          <p:cNvSpPr/>
          <p:nvPr/>
        </p:nvSpPr>
        <p:spPr>
          <a:xfrm>
            <a:off x="7495628" y="5741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01E4476-223D-486B-9626-56364505F41F}"/>
              </a:ext>
            </a:extLst>
          </p:cNvPr>
          <p:cNvSpPr/>
          <p:nvPr/>
        </p:nvSpPr>
        <p:spPr>
          <a:xfrm>
            <a:off x="8371549" y="5741056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792EB0D-0B7C-E551-C5CB-386F2E14022C}"/>
              </a:ext>
            </a:extLst>
          </p:cNvPr>
          <p:cNvSpPr/>
          <p:nvPr/>
        </p:nvSpPr>
        <p:spPr>
          <a:xfrm>
            <a:off x="9246908" y="5741056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7940F1E-88DC-6D3C-14B0-E4A273804978}"/>
              </a:ext>
            </a:extLst>
          </p:cNvPr>
          <p:cNvSpPr txBox="1"/>
          <p:nvPr/>
        </p:nvSpPr>
        <p:spPr>
          <a:xfrm>
            <a:off x="62899" y="1247082"/>
            <a:ext cx="22923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Third gap =  </a:t>
            </a:r>
            <a:r>
              <a:rPr lang="en-PH" sz="2500" b="1" dirty="0">
                <a:solidFill>
                  <a:srgbClr val="00B0F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1629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816EC-91F8-3395-F045-7742CA89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950D4B1-75DB-6652-4969-1F88FF405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Shell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7E87A98-B4E3-BFCA-43C6-6EE22B1D299B}"/>
              </a:ext>
            </a:extLst>
          </p:cNvPr>
          <p:cNvSpPr/>
          <p:nvPr/>
        </p:nvSpPr>
        <p:spPr>
          <a:xfrm>
            <a:off x="2355214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234AA22-E912-0E3E-F1DA-1F1D7761D1D8}"/>
              </a:ext>
            </a:extLst>
          </p:cNvPr>
          <p:cNvSpPr/>
          <p:nvPr/>
        </p:nvSpPr>
        <p:spPr>
          <a:xfrm>
            <a:off x="3231135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9BDCB6D-6C0B-C57F-4CAD-5E0B38733284}"/>
              </a:ext>
            </a:extLst>
          </p:cNvPr>
          <p:cNvSpPr/>
          <p:nvPr/>
        </p:nvSpPr>
        <p:spPr>
          <a:xfrm>
            <a:off x="4925421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A62BA66-D81A-CD8B-EFFC-51CCBF6C3467}"/>
              </a:ext>
            </a:extLst>
          </p:cNvPr>
          <p:cNvSpPr/>
          <p:nvPr/>
        </p:nvSpPr>
        <p:spPr>
          <a:xfrm>
            <a:off x="407827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1BE2CF7-C463-80D9-ED94-0591DC34590D}"/>
              </a:ext>
            </a:extLst>
          </p:cNvPr>
          <p:cNvSpPr/>
          <p:nvPr/>
        </p:nvSpPr>
        <p:spPr>
          <a:xfrm>
            <a:off x="5772564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7B8384E-A2CB-6559-9101-67A7389F7DCA}"/>
              </a:ext>
            </a:extLst>
          </p:cNvPr>
          <p:cNvSpPr/>
          <p:nvPr/>
        </p:nvSpPr>
        <p:spPr>
          <a:xfrm>
            <a:off x="6619707" y="2878187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EDEA8E8-B95B-12E9-D3C8-D683A728E31D}"/>
              </a:ext>
            </a:extLst>
          </p:cNvPr>
          <p:cNvSpPr/>
          <p:nvPr/>
        </p:nvSpPr>
        <p:spPr>
          <a:xfrm>
            <a:off x="7495628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BB184A2-E645-09F9-B826-3BBBB396BBCB}"/>
              </a:ext>
            </a:extLst>
          </p:cNvPr>
          <p:cNvSpPr/>
          <p:nvPr/>
        </p:nvSpPr>
        <p:spPr>
          <a:xfrm>
            <a:off x="8371549" y="2889000"/>
            <a:ext cx="72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88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1A24AA4-DF2E-D2A0-5E76-AA347E49B457}"/>
              </a:ext>
            </a:extLst>
          </p:cNvPr>
          <p:cNvSpPr/>
          <p:nvPr/>
        </p:nvSpPr>
        <p:spPr>
          <a:xfrm>
            <a:off x="9246908" y="2889000"/>
            <a:ext cx="7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90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E47D350-BB28-5FDD-50DD-7A20385EA693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This is now our sorted array.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170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1119E-18A5-B70A-A9AD-F7DC6CC0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7543CB-2042-56ED-65A1-69A773A17833}"/>
              </a:ext>
            </a:extLst>
          </p:cNvPr>
          <p:cNvSpPr txBox="1">
            <a:spLocks/>
          </p:cNvSpPr>
          <p:nvPr/>
        </p:nvSpPr>
        <p:spPr>
          <a:xfrm>
            <a:off x="1524000" y="4971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4500" b="1" dirty="0"/>
              <a:t>Binary Search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D32E78-9EC8-F429-045D-C5C7A9EB10B8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3F791C-EA41-19DA-8BD1-CFDDF9835374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7CF0599-AA5E-3505-911B-9597911A24C0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51DAA-6CD3-1244-B28C-9BBC957BF97C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676025-7094-6619-7F8A-53E9C2A04CE4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FEB56397-6D3E-7A1C-1FCF-79AD2F0BEBAC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18B6E-CE1A-249E-442C-4FB690DF5E91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0D6774-C3D3-1C76-EA6B-1A92996791F9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FDED809-7602-681A-B962-75A90DD343A9}"/>
              </a:ext>
            </a:extLst>
          </p:cNvPr>
          <p:cNvSpPr/>
          <p:nvPr/>
        </p:nvSpPr>
        <p:spPr>
          <a:xfrm>
            <a:off x="2109019" y="730045"/>
            <a:ext cx="4856961" cy="4675239"/>
          </a:xfrm>
          <a:custGeom>
            <a:avLst/>
            <a:gdLst>
              <a:gd name="csX0" fmla="*/ 0 w 4856961"/>
              <a:gd name="csY0" fmla="*/ 4675239 h 4675239"/>
              <a:gd name="csX1" fmla="*/ 4100052 w 4856961"/>
              <a:gd name="csY1" fmla="*/ 1932039 h 4675239"/>
              <a:gd name="csX2" fmla="*/ 4844846 w 4856961"/>
              <a:gd name="csY2" fmla="*/ 0 h 46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56961" h="4675239">
                <a:moveTo>
                  <a:pt x="0" y="4675239"/>
                </a:moveTo>
                <a:cubicBezTo>
                  <a:pt x="1646289" y="3693242"/>
                  <a:pt x="3292578" y="2711245"/>
                  <a:pt x="4100052" y="1932039"/>
                </a:cubicBezTo>
                <a:cubicBezTo>
                  <a:pt x="4907526" y="1152833"/>
                  <a:pt x="4876186" y="576416"/>
                  <a:pt x="4844846" y="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936E0-BA66-6E5E-219C-CACA609D3C91}"/>
              </a:ext>
            </a:extLst>
          </p:cNvPr>
          <p:cNvSpPr txBox="1"/>
          <p:nvPr/>
        </p:nvSpPr>
        <p:spPr>
          <a:xfrm>
            <a:off x="7106498" y="148493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63958AD-2069-DAA3-6B37-1FC4EE861541}"/>
              </a:ext>
            </a:extLst>
          </p:cNvPr>
          <p:cNvSpPr/>
          <p:nvPr/>
        </p:nvSpPr>
        <p:spPr>
          <a:xfrm>
            <a:off x="2007843" y="549919"/>
            <a:ext cx="2034578" cy="4942875"/>
          </a:xfrm>
          <a:custGeom>
            <a:avLst/>
            <a:gdLst>
              <a:gd name="csX0" fmla="*/ 0 w 2034578"/>
              <a:gd name="csY0" fmla="*/ 4942875 h 4942875"/>
              <a:gd name="csX1" fmla="*/ 1796828 w 2034578"/>
              <a:gd name="csY1" fmla="*/ 2276408 h 4942875"/>
              <a:gd name="csX2" fmla="*/ 1963083 w 2034578"/>
              <a:gd name="csY2" fmla="*/ 0 h 49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4578" h="4942875">
                <a:moveTo>
                  <a:pt x="0" y="4942875"/>
                </a:moveTo>
                <a:cubicBezTo>
                  <a:pt x="734824" y="4021547"/>
                  <a:pt x="1469648" y="3100220"/>
                  <a:pt x="1796828" y="2276408"/>
                </a:cubicBezTo>
                <a:cubicBezTo>
                  <a:pt x="2124008" y="1452596"/>
                  <a:pt x="2043545" y="726298"/>
                  <a:pt x="1963083" y="0"/>
                </a:cubicBezTo>
              </a:path>
            </a:pathLst>
          </a:cu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620F93-C67D-E79A-5794-A8F742A3F600}"/>
                  </a:ext>
                </a:extLst>
              </p:cNvPr>
              <p:cNvSpPr txBox="1"/>
              <p:nvPr/>
            </p:nvSpPr>
            <p:spPr>
              <a:xfrm>
                <a:off x="4042421" y="0"/>
                <a:ext cx="1608582" cy="721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4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PH" sz="4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620F93-C67D-E79A-5794-A8F742A3F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421" y="0"/>
                <a:ext cx="1608582" cy="721801"/>
              </a:xfrm>
              <a:prstGeom prst="rect">
                <a:avLst/>
              </a:prstGeom>
              <a:blipFill>
                <a:blip r:embed="rId3"/>
                <a:stretch>
                  <a:fillRect l="-13258" t="-12712" r="-12500" b="-364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C13443-AEA7-10FB-C9AB-1B08E2547108}"/>
                  </a:ext>
                </a:extLst>
              </p:cNvPr>
              <p:cNvSpPr txBox="1"/>
              <p:nvPr/>
            </p:nvSpPr>
            <p:spPr>
              <a:xfrm>
                <a:off x="4077495" y="627358"/>
                <a:ext cx="2411238" cy="1251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)= quadratic time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Insertion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Selection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Bubble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Shell sort</a:t>
                </a:r>
                <a:endParaRPr lang="en-PH" sz="1500" b="1" dirty="0">
                  <a:solidFill>
                    <a:srgbClr val="FF66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C13443-AEA7-10FB-C9AB-1B08E2547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495" y="627358"/>
                <a:ext cx="2411238" cy="1251753"/>
              </a:xfrm>
              <a:prstGeom prst="rect">
                <a:avLst/>
              </a:prstGeom>
              <a:blipFill>
                <a:blip r:embed="rId4"/>
                <a:stretch>
                  <a:fillRect l="-1013" r="-253" b="-43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1434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1714</TotalTime>
  <Words>2688</Words>
  <Application>Microsoft Office PowerPoint</Application>
  <PresentationFormat>Widescreen</PresentationFormat>
  <Paragraphs>2132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Consolas</vt:lpstr>
      <vt:lpstr>Office Theme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Shell Sort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184</cp:revision>
  <dcterms:created xsi:type="dcterms:W3CDTF">2022-05-11T03:47:05Z</dcterms:created>
  <dcterms:modified xsi:type="dcterms:W3CDTF">2026-07-14T01:41:17Z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