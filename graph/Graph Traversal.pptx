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8"/>
  </p:notesMasterIdLst>
  <p:sldIdLst>
    <p:sldId id="327" r:id="rId5"/>
    <p:sldId id="444" r:id="rId6"/>
    <p:sldId id="443" r:id="rId7"/>
    <p:sldId id="446" r:id="rId8"/>
    <p:sldId id="330" r:id="rId9"/>
    <p:sldId id="328" r:id="rId10"/>
    <p:sldId id="329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41" r:id="rId19"/>
    <p:sldId id="339" r:id="rId20"/>
    <p:sldId id="325" r:id="rId21"/>
    <p:sldId id="448" r:id="rId22"/>
    <p:sldId id="445" r:id="rId23"/>
    <p:sldId id="343" r:id="rId24"/>
    <p:sldId id="344" r:id="rId25"/>
    <p:sldId id="345" r:id="rId26"/>
    <p:sldId id="346" r:id="rId27"/>
    <p:sldId id="347" r:id="rId28"/>
    <p:sldId id="348" r:id="rId29"/>
    <p:sldId id="349" r:id="rId30"/>
    <p:sldId id="350" r:id="rId31"/>
    <p:sldId id="352" r:id="rId32"/>
    <p:sldId id="353" r:id="rId33"/>
    <p:sldId id="351" r:id="rId34"/>
    <p:sldId id="354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  <p:sldId id="365" r:id="rId44"/>
    <p:sldId id="366" r:id="rId45"/>
    <p:sldId id="367" r:id="rId46"/>
    <p:sldId id="368" r:id="rId47"/>
    <p:sldId id="369" r:id="rId48"/>
    <p:sldId id="371" r:id="rId49"/>
    <p:sldId id="372" r:id="rId50"/>
    <p:sldId id="375" r:id="rId51"/>
    <p:sldId id="376" r:id="rId52"/>
    <p:sldId id="377" r:id="rId53"/>
    <p:sldId id="378" r:id="rId54"/>
    <p:sldId id="386" r:id="rId55"/>
    <p:sldId id="379" r:id="rId56"/>
    <p:sldId id="380" r:id="rId57"/>
    <p:sldId id="381" r:id="rId58"/>
    <p:sldId id="382" r:id="rId59"/>
    <p:sldId id="387" r:id="rId60"/>
    <p:sldId id="383" r:id="rId61"/>
    <p:sldId id="384" r:id="rId62"/>
    <p:sldId id="385" r:id="rId63"/>
    <p:sldId id="388" r:id="rId64"/>
    <p:sldId id="389" r:id="rId65"/>
    <p:sldId id="399" r:id="rId66"/>
    <p:sldId id="390" r:id="rId67"/>
    <p:sldId id="391" r:id="rId68"/>
    <p:sldId id="400" r:id="rId69"/>
    <p:sldId id="392" r:id="rId70"/>
    <p:sldId id="401" r:id="rId71"/>
    <p:sldId id="393" r:id="rId72"/>
    <p:sldId id="394" r:id="rId73"/>
    <p:sldId id="395" r:id="rId74"/>
    <p:sldId id="402" r:id="rId75"/>
    <p:sldId id="396" r:id="rId76"/>
    <p:sldId id="397" r:id="rId77"/>
    <p:sldId id="398" r:id="rId78"/>
    <p:sldId id="403" r:id="rId79"/>
    <p:sldId id="404" r:id="rId80"/>
    <p:sldId id="405" r:id="rId81"/>
    <p:sldId id="406" r:id="rId82"/>
    <p:sldId id="407" r:id="rId83"/>
    <p:sldId id="408" r:id="rId84"/>
    <p:sldId id="409" r:id="rId85"/>
    <p:sldId id="410" r:id="rId86"/>
    <p:sldId id="411" r:id="rId87"/>
    <p:sldId id="412" r:id="rId88"/>
    <p:sldId id="413" r:id="rId89"/>
    <p:sldId id="414" r:id="rId90"/>
    <p:sldId id="441" r:id="rId91"/>
    <p:sldId id="415" r:id="rId92"/>
    <p:sldId id="416" r:id="rId93"/>
    <p:sldId id="417" r:id="rId94"/>
    <p:sldId id="418" r:id="rId95"/>
    <p:sldId id="419" r:id="rId96"/>
    <p:sldId id="420" r:id="rId97"/>
    <p:sldId id="421" r:id="rId98"/>
    <p:sldId id="422" r:id="rId99"/>
    <p:sldId id="424" r:id="rId100"/>
    <p:sldId id="425" r:id="rId101"/>
    <p:sldId id="426" r:id="rId102"/>
    <p:sldId id="427" r:id="rId103"/>
    <p:sldId id="428" r:id="rId104"/>
    <p:sldId id="429" r:id="rId105"/>
    <p:sldId id="430" r:id="rId106"/>
    <p:sldId id="431" r:id="rId107"/>
    <p:sldId id="432" r:id="rId108"/>
    <p:sldId id="433" r:id="rId109"/>
    <p:sldId id="434" r:id="rId110"/>
    <p:sldId id="435" r:id="rId111"/>
    <p:sldId id="436" r:id="rId112"/>
    <p:sldId id="437" r:id="rId113"/>
    <p:sldId id="442" r:id="rId114"/>
    <p:sldId id="438" r:id="rId115"/>
    <p:sldId id="439" r:id="rId116"/>
    <p:sldId id="440" r:id="rId1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AAA"/>
    <a:srgbClr val="6AB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4" autoAdjust="0"/>
    <p:restoredTop sz="93653" autoAdjust="0"/>
  </p:normalViewPr>
  <p:slideViewPr>
    <p:cSldViewPr snapToGrid="0">
      <p:cViewPr>
        <p:scale>
          <a:sx n="100" d="100"/>
          <a:sy n="100" d="100"/>
        </p:scale>
        <p:origin x="3054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microsoft.com/office/2015/10/relationships/revisionInfo" Target="revisionInfo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notesMaster" Target="notesMasters/notesMaster1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presProps" Target="presProps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theme" Target="theme/theme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963B9-1872-D30E-AA7C-AF4DC2871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B4FDB-E561-0EC0-D575-932938E73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547CB-5EDE-EB80-0381-B25624879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976C4-2087-19B3-B371-567F12A16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672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8B3ED-36B0-4EE6-EBED-D9F96D68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833D8-BCDE-B64B-FCBC-86736E8E2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5065A-B2C7-E091-31A1-AA5FFFD06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0011B-032C-EE4B-9D24-ED31685AB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26424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3B888-BEE6-3658-DD76-670659D01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957CB-B97F-D181-29F1-0FF81169A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9DFCD-8619-C270-B094-EEEB1E288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B66D8-A247-2567-0420-F78E80BC6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15424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84C35-EDA1-5749-9A50-D1233F10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FD18B-70FC-8A38-92D7-DF6415E15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75278-73E2-6829-2D07-02F44313C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92121-9CAA-BF26-9244-C6CC70C4A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2228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7D775-B1B0-4A92-FDC0-2FFE7A8E9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0B393-E3D4-C5A0-15E3-DD3CB8A79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C2F0B-DF3B-B3DE-5FEB-E1F104B1D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8DC67-BBAF-A70E-0C9D-F257AA61B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23747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E27E1-7307-4D8B-9017-C21D3F3E1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49227-E6D7-25AD-07AA-A32488544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8F16E-1231-5EAC-9A87-6C7032FB6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75F42-FC1C-8131-7061-8B46ACED7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0900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EEEE-88A6-1C69-9ADD-7A4669FE6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4A149-E1C0-5608-B492-A2C317119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1E669-F91F-DC31-9983-0F73CCE17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98139-98DC-3F64-0575-D21049A88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6141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D3AE2-A7FD-03D2-75BB-4FEFD89D0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13111-1418-25B2-4852-7F66F924B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1A143-B39A-F7B1-C362-F9B3C472B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018D2-E254-60B1-0599-61E1DB9F3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1558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542C8-9382-FB40-8723-2D93CB57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C0274-18A0-AD33-86E7-69381011B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214E9-27BC-694F-9E3C-2BB36602F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37EFE-7B37-CB1C-6587-172521EA1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98217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36AE2-E6C5-C7A5-0888-915087F8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E46D6-6845-83DF-9925-82FCD01DC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9AB90-EAB0-96CB-BFE4-7369968CA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0C3EC-12FD-1BBC-C1B8-1DB7A6ADC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2459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7D552-E09A-4804-1E4B-8B253C06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783145-86EA-7A60-1BFE-AE8459ECF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51A8B-56B7-448B-8FC1-F83E2D0C3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082FC-29A6-9860-4A15-18BD1CA7E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3857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C29C3-2924-A7DA-06A8-667118E6E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2179B-D85F-2A2B-8650-21786C4D1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4BD69-87DE-F27A-5902-CDD611069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CF711-F962-681D-4DEB-F6895C4B3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6022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0A43-9EDF-E935-0160-3E772117A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4409E-49EE-81BF-9A5A-C5C161E59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56E0C-022D-BEA8-27A9-EA5149FC9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D6354-5984-177E-BB52-189650865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54587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70C5D-1C47-8DDA-8ECC-E4FF0BA2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040A3-0EF5-2B79-C76E-6A9644823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B38B7-96D1-EF1E-D2B8-57F97737C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711B1-0C30-3C9A-D5D3-621D776B0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84246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A786-EC2F-4FFB-6825-7F9029BB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E622A-EEC4-F137-C06C-51213B200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6FE60-CBB2-6CEC-362C-DEFF35FFA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22654-B961-2A30-A711-1F5A4E6E4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3784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FE288-48A1-9AB4-C1E4-FC787FC7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F44D7-E448-D428-2BB0-B1028706C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E34E8-0321-CA4F-A88E-6A7292298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3A01E-999A-8B90-CF16-56CCADD69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21586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8AF26-C8AF-BB07-FCFE-ECBA97E1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42B9C-A5DE-50E4-9275-75514541F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7B15B3-B0F5-F496-ED09-FDC0942B6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D9665-D352-6C07-A7D8-FA3C8D2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673092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3450-D290-9D43-D270-2B7DA95E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DC716-FC92-2587-B0C3-241049CBC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0AA3DC-2B24-739E-0116-B917E6C7B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F9B8D-B47B-8B70-D21D-FC8B07062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275531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B318-1283-BB54-51D0-0B2A7AE4A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557A9-093A-358B-D8B0-70BF1B1F8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6DE1E-5278-A4FE-2FB3-B8EBF47C3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4D615-6FCE-0A59-F8BB-B9A91C580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076846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6815D-334C-6DE7-B435-4B7A1DC0D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7AAB7-D06F-0FE4-15C3-4A0BCA9DB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F9F5B-80AC-D1E9-7D93-A2D11EAB6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7BE1A-762A-DBCB-9B99-257A3397F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765675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1BCB-C66F-3177-2F0A-B0E85A37D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7D954-14FD-E306-7342-57E8F0421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A466B-BB86-8EFA-67DB-A90362D07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59B5A-1222-9AC1-1704-F54AFC9BE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823546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B6365-CDD0-7F74-727E-89E434D5E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B9DF9-D535-0836-5EC8-EDBA04E4A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252BC-5B76-D789-F206-8FD7037E3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7A4D2-9C44-0EA3-A4C9-371132AB0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8749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00403-BEC2-3070-C417-19259AF7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8C59D-337F-BEE0-41BA-6F01511A4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3743B-640B-6DB9-DC5C-AF66C15A3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F52DB-EADC-2186-41F4-94E8CAC6F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171956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D5CD-5560-A9CC-134D-C4B1AEC4E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89093-87BC-96CF-999C-631B0F69A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DFFE0-BB66-5A5B-1BC7-2C57437A9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0F51A-E1BB-9B96-3E74-C5A563755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488219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F0124-490F-C1F5-6F76-40417C038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F02A8-47EA-E437-AFFD-AC68A4DF5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296AD-67E0-6EE3-C260-72C8685DF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C0C2D-80C7-009F-3AED-FB50C22E8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129703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F0433-2BD6-0813-7AB4-7460D84C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F26B2-F8EA-AA9C-C6DC-E429F440E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6B1E9-E73E-F89D-AE91-7A5C6BFF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8DCE2-72C4-FF6F-4458-AC2E6D5F2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051490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C233C-C736-0309-6EA4-8CD08F9B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B5AD8-2633-1A2A-584F-EE1ACC455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208E0-C78F-2194-9CB1-033E3D007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67197-DC46-0128-29EC-67381A1BC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318451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E3023-9313-54E4-34A9-C49699873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6F76A-3B78-8581-34C9-AF671406F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DCCEB-C43E-E566-9A59-AF934655E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9339C-B6B9-E1E6-99F9-1E815B798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565242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B613F-576E-31FD-0D1E-AA3513CF7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84DCA-5443-BA4E-8366-01C87B67F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1A223-5B67-0242-5508-974585518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6C503-DD16-5ED0-2B86-3AF34D37E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806914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C8403-82AE-6276-6109-411AC4EDF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9FCC6-D981-3663-944F-337D9372D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6B924-23A3-EEB7-D27C-D96DB7D5D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67BA2-5C75-917E-CF99-E7BEBE404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99128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B49E5-691A-E418-7E9B-5A8F40ACE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6424C-3898-C81D-1106-4972462DB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6D87F3-D5F8-3E0B-A98E-B6F757B09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09CF5-1DD9-F518-A85D-83C2671AB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895965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4F911-F620-CAEF-BEC3-046CADFA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40BB1-5606-1B7B-AC1A-5E51BF4B4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3DEA6-9A5D-75F0-9E39-051E192EB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182B1-A5DB-E6C7-6570-FCB75AE89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391923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8325B-859D-E22A-F015-A5CFD388E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6DE1E-D18C-4E90-1252-83759418B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C3FE5-D1AD-47D1-9802-2097E5B0E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A61C1-CF57-4E9E-0D5E-73CA96933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271521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6AB0A-6587-F2AE-141B-A0CFDFF1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EEDDB-20BD-1C32-AF32-A304CA382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34846-CD57-A67B-3044-BF43B4A64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C8D38-235D-4C22-001F-F9B3DBDDF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994776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CAD7-E28C-F095-8D52-1EC06E09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AECD66-9155-28D4-C393-4EA501815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222218-2652-9414-A780-F07771D29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5AA4B-6210-44F5-6928-5267865F5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80211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C624-1C1A-7945-E405-78A2199CA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44841-1153-4EA7-A10E-865571DF6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8E64E-080E-7481-A70B-C6A58639B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A30A2-9DC1-BBDB-678D-9FC4CF3E96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22758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1B1DA-3F66-F00E-5CA4-14F67E45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C9B8D-C448-A98F-1B14-66221FBDF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A5AD3-F02B-A8B5-7C1F-F45147C65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41283-EF7D-92EA-1FAB-439895920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322927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42817-623A-C0FE-D1FD-F6EAFE099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75650-8889-08ED-03BC-0C196E764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00DCA3-F1B1-325B-0D7A-2D8F98962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4E7D6-6DF5-58FB-4C50-1AF6E5358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663743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7CD4D-3303-C137-B35C-921EC87D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8D520-D765-3B96-AFEB-72B0AEAE8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FEBD8-B9C4-E3FA-EDFA-A7D46FC92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3290E-3101-7E8F-8935-D03C8E3FC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514440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4B68C-BA13-F8D4-4CBE-FB59BFFCF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BCA42-AD20-6C94-5222-013947ECD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6CEC1-B386-AC48-195D-3A17C0ABA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03559-00C8-7ED5-2E02-59C0E8EE1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861932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53CAC-9C5A-EDFD-43B3-92A65E1DD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BCC18-B049-D9D6-CB38-C1550FB4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54079-939B-0463-9F83-E26CFA449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09E9E-2A0C-76AC-6F0B-009725C35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812010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EF17D-2E68-30C9-3DEA-96DA136DE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D4DA7-E2AA-7A08-C4DA-847A55B93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76DEB-0994-93AD-6EC7-39F88AF3C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42557-B586-FAB4-7A8E-452DEB3C1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5815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932D6-952D-C65E-3220-5BF06B3ED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E5EF1E-ED0A-BC44-57C3-6B7C73A10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90301-5211-C9EF-C24E-8CB2EA03D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52F28-5E5A-EB98-7249-407879E61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27462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4699D-4585-3C95-B0DA-91420CB8B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EA5C1-557C-A629-734B-7B0274298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46EF2-AB44-1096-BEDF-C53A8A09E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039B8-2AF5-2910-D9D2-D4815940F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408947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A0943-492B-7E71-89BB-946D17F8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93A6AA-A0E4-2D65-BAEB-DDB832B83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3BA70-FE6F-20C8-5266-9A7CB738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BDFC3-A903-AAED-BBF3-0E87DCCC0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180883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50931-8AAA-9611-643B-8D2C83AD2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2C088-2D90-50A2-6129-34C7E7E8C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66CB6-1549-1B3A-10CE-9A93290BA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682DE-BE5D-BACD-2CB7-B09DA67E0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637331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EE6B-F76D-8206-D6C4-FA3F838E8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5E7551-E81F-7F1D-A08E-E8A1E7C55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64D9C-431A-284B-ED9B-C8255EA53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29399-194A-B263-DE1F-156DAD4D5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181905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9FF29-40A5-16F1-FF4D-93923847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E622C-1242-10C8-9726-EB39D26A5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C9477-98DD-6D37-3AAA-8C20B8401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9BAC3-EBE1-CFDE-FB13-C636DD205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891179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E3E51-5849-F452-C49C-7AFAF46C6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9FB63-1D30-5C9B-350A-F3B937F81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E86F2-D97C-6851-470F-574F4FD4B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9AEBC-4131-3947-D65F-EF26634B6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43567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E910-0E3A-CCE7-E276-A7CAD278A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ABA11-B237-59E7-47E5-A6E8D188A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44B9B-4364-1166-B6A4-3006C0C28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BF2B2-C339-495A-6954-3BF967485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0080409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08F2-A961-9E3F-8A0C-821AA235D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12575-B766-E9C4-BAB4-EBB415199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BF63A-E337-6D3D-1595-6536F37BF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49485-DB48-3734-7DAD-5EBE4295B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92903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123F3-A20E-B8A9-A655-4EEF5D7D8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80C82-FC82-A4D9-55C9-A9DB758F1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94CE3-C56C-DB93-8366-55E72FBDA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0D624-89B7-E09D-E00F-72577D45B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59961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0EC1D-69C4-91FA-2AB0-ED7150DBE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E0EC6-3BDA-3113-F0B0-89451D29D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0900FE-B86B-DC32-C312-77CDDE052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4A548-54D1-0D31-EAD8-63C7BA8EC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588877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71E51-5D59-B001-0424-FF1FF54F5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9C769-11F1-B344-7EAC-CF84818A5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3B9A2C-1690-28C1-752A-9CAB27F6A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AF38D-C308-F80C-427F-D7FFD153E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5015638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CC4C-6A76-588A-47BB-FA76995A7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740CF-4161-17A5-5CD8-78A722C50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16999-2DDF-3D08-5D6C-015857522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4D76D-2C97-487F-47F6-250059B25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465622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73264-B059-0C72-2677-88F75C76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94EE3-8EFB-462E-BEE7-DBB260BC7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24517-131B-0BF0-EAA1-D7F669469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9A975-4097-3386-9E1C-B4BEC08BA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0332721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3D4EA-B7A3-8686-55B2-2424F734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09421-9908-EC7B-EE15-179223E59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4ADAD-16D0-AC92-5902-A65A4316B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BE07C-8C44-EF74-58B6-2784AB599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7181446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4EAFF-1A8D-1B5E-FE87-ADB373A8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846F4-3AA7-FEE5-AF8D-F1F92EB83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FD4F6-75B8-6C29-9902-DC94E5259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88F49-4C67-6987-32E5-4A1194CF0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9593208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61C93-CC1B-FCF7-CECB-A2C1FB878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F66B1-5C66-D7A6-1A3D-3BD1171BB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FA5A9-A7C5-8056-E48B-5451718C1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BDC82-2E42-1409-E46E-1AFB4F1B1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044722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F47E5-805C-0578-4249-37ADEE235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CA486-87F1-43C9-3D90-BFA385339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D4BBF-8656-4320-2DC3-5B950FF5D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095C3-CFAD-87DC-A9E0-986FBFC4B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5821809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17ABC-F87D-2C76-5978-A0D00ABF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18A4B6-A1BD-05FC-57F7-8AE9D4822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2558D-B5C5-8DA9-C725-DB65112F3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48548-972F-05FB-14F9-31643C851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5453653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DB33-268B-0B3D-907C-7F9E7027E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01FF0-5596-F9FA-64F1-2793B8AF0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FC799-17C3-907E-5D30-F8DDD2B89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76393-6513-0418-9D46-53FEC32BB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9033042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E1730-8405-E487-1081-FB9DBEE6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C3535-F85F-70C8-D075-7C2788AB5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F80EB-6245-1F40-C236-442B07A4A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AF44B-8CB1-CE5C-B2E8-9DE306C37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2271502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E6ED5-EA2B-EF01-EEAC-70D316B9B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01866-B188-2934-BE3F-EDC7C61E4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49912-FAF0-6412-A077-DAAACB485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9AC63-CEF2-201B-EF0E-69739AB87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41919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F18D-C666-9D63-F4EB-CC36198B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6F325-9B41-9DE1-300B-5B3A84B14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010B9-65DC-A3C0-386A-037635CAC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97554-67D7-63A3-19D4-AE2C80CFD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468282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ACDE-AE8E-274D-F35D-02A4341C2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3538E-AC59-651E-FD2A-C818006EF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DF621-71F5-747A-5F5E-B84B524FE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C55EA-F087-638D-F670-84C67F163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884254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19EA-4D0D-588D-B502-16F8C9A5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5FFAD-E37B-2837-A929-93A7398B9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8FB5C-2095-ADCF-6477-2654F48D7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5E60B-8DF3-E702-0F90-7433DC652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8277204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489A-A76C-5441-D647-17DBDB20D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DE379-4427-8105-C962-168D05F1C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4EB85-3732-D8F3-9252-6CE163DF6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26B58-6A21-D913-9725-7C859A9E0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033917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8E4DE-83B0-0ADF-8CE4-5A53DF3E5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FA6B0-8B7E-0191-9B44-EE2A5613E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2384C-673C-9BF5-C2D8-D5248B56B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7D729-AE89-A8BB-FDDF-4DDC18C84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192726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A9214-FED4-71BD-F67E-F0E4E1927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AF357-DFA9-2403-44A0-5EF396CD3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69D48-FF79-A212-9ECF-3325096C0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D71D0-2B8B-CBC2-E315-A164431F2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8804417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0993-0E65-7861-B7D8-4704CC43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EB6A0-A7B8-B8C4-7CEA-F3E95FB35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4080C-DD55-9FBA-9EDC-525498ED0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705CD-B1D0-0278-65AE-03E8F2613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531978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EFFBA-0459-B4C0-B749-19655EB38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6240A-E7CC-7778-60D1-067EC5988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A0858-D154-C2E6-2062-CC61CA35E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3DEEB-DCC0-A666-0A5C-EAC228456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473692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0CFD0-6321-5823-AD2B-4107038E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8A123-D5F5-5797-E51F-B7ADC47C3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04A2A-64B3-5243-73A2-8DB82E80C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2F432-E5DB-83C1-0D57-52E8F662C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6502894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8E325-CC39-A397-E60B-7D37BBB00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53375-089E-C442-B7C8-D30B83FDD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12B2B-9940-7251-00AC-1E55112AC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A1925-9775-E8B1-6256-822FA38DE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5482383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EF1D6-A274-3CAA-5922-AB96772A4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8CB4F-013D-2D02-E8B5-D158316FD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A5E71-B00A-9830-0884-09E26E315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DCAE9-CB0F-AF56-655C-6A38E5458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9080790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A85C7-77F3-52B8-5711-B886BD88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04996-9947-1F85-9707-0EEE9C8E5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16017-0731-D521-804D-6EBA99286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16E52-E485-B45C-7806-0F12E07BE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653421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701B-9166-0033-5621-E33CF3BC7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3DDAA-0768-8960-F904-A7EA627B8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140FA-930A-99DA-5F08-9ECE5D451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695A6-AB35-A926-ACA5-F098CDEE0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8961099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A323-1342-2541-26A3-04B87BFD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569CF-DEC1-AC19-1533-6DD27E021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CE39D-9FC9-B0E7-2CAE-B0BFC282D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7A827-5BA1-6D5E-7174-19D09586A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062520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7F93A-5E04-2515-120B-90EE3395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3358A-72AD-056B-4499-EA3D8ECC1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675DE-A617-D6B4-C08E-A0903BA50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E945B-7AF9-2CF1-2CB1-8B02ECEFD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0174468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A111-5D6D-BC48-FCF6-507A20554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C5299-89D4-05E4-FD4F-6B7FDC864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8ECD1-852E-843A-39BA-6D26CAAB4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DCF19-4C2A-A30E-1BAD-8227140E3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445756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22CF0-17ED-48B8-D16B-80A989BB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D2844-3A39-3C53-239D-FBE165C63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E74FF-4EF6-CB81-B006-7686A6B62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1EEE7-3477-C8B9-7B90-4312248D7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1471775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D165-496D-B90C-AFC4-8578B75FC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CC6CC-6C7F-82E6-B9B1-FD611EC20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9F6DF-00AC-28A1-8011-E25A209F2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757E-7A54-FA78-5809-E9C729823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7158826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E122-F19A-3D3B-28D4-321EF91A3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FF233-AE95-9BDA-644D-AFB10DA7D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48D68-EEFE-9B8F-544D-6FDAB3E6A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6FE1D-9CFE-182F-33C0-8195B0830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165189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A4906-1DFA-D078-04F9-41BCADA5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B761B-E4E4-0B76-6C83-8EC8ABD8F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DB257-6C91-14F2-BD3E-F03C83556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4287A-42D7-EF8B-1E6C-CEFE8079A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237154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59FE-38FE-4885-2887-BD534CAF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03D58-B06D-8800-0D5E-BFF1D5B45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D375A-4AD3-3728-CB09-51CD3A86E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EC86B-17C8-7765-596D-63A009BAA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6796838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3B14D-627D-9F95-52EE-C9F60F512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D8063-F1E1-943E-BAF1-0FCB47632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174AA-41D3-7BC0-5CC6-45D4A7880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2A444-AF49-C3A7-B78E-406B13C2AD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7356991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89BCC-6DB1-AF7F-4C2E-FE19D1CF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F552C-FDA0-3E5F-6ADF-8391C8D85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3B8BD-2311-F77C-A5D3-EA3312F7E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9D26A-B96C-23BD-5E2A-56F5C326C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484318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E21C6-B95C-EA53-3851-E97E9387D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1F5C7-E595-71D9-9085-93126BA1A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7BDFF-E2D9-634B-4CAB-5A85B62E2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32CD4-E1A0-5703-6ED3-DCC2BE0DE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4540081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B7C2E-28EF-D71F-25F4-4F992436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8EE2F-E75D-D21D-3AE5-F31F9E971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B946E-5B45-7B95-7A39-A5A8E0356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3FD67-67B6-9B07-D62F-2F20306AB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0710014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DA0F-C027-8B80-FDD7-C69ECC335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8D08F-3617-C7BA-2CB5-9B01C0130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B92C3-88D1-A19A-E2C0-CABE25ACE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00351-D0F4-C70F-FCC2-A261FA875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693927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3CDE2-460B-2946-14D1-2BF8F3A5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6FD88-01A7-C2FB-A4E3-27EA0559D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75D40-0857-902C-3F66-4B654913F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048DD-8F81-25BA-CA4B-8CEAFA198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3610991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6B1EE-E605-1E1F-3C52-61CB72DAD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59F5C-2282-187D-EE30-A13A5F449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6AC41-97A7-3A16-C14B-907BA7279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A541D-1A30-5F09-300B-C146530E3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296059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DD627-E344-8259-E012-BA7625671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E3702-6874-D55B-CCC7-0DDBDED2A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1EB37-CADC-C03C-4734-C73EEBB05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8BDCD-2DE8-E58E-8CFB-780913207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842667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7F87-F6C8-4DDA-7CA9-62A0EA82C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5182D-C729-69D0-323C-47F387ED5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B7F96-AB89-C849-45E4-F41527902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2D0F3-5EED-6F21-CC16-1B74B46FF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9398016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78E5E-E477-C022-E905-A56A692D3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0CEC0-7012-6EE8-2BD9-7FEBDEC23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8708A-2F22-D314-3E3B-D115928FC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49212-6D2A-B8FC-D285-0D397EF5F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0662513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1ADE8-6A82-D4C9-757F-9CB0A75A2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5AA35-E83F-BACC-7BD9-C9810F611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D0808-AAB7-8959-C4E3-ECAABB540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4D8F4-3EF7-9746-36F3-C7C843938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53585130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A96A-CC22-D530-0FB4-F731A4008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AE4BB-FA20-8C62-0313-49E5883B8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7DE10-0549-E29F-5FD1-AB02A9698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B19DF-ACED-0497-F423-CB93EC8C5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3031576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92B32-1668-C9C0-8D89-28B67C98D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7F52D-C92A-9F96-EC26-EFC1CDF22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0789D-6652-1D0B-33C1-83B114AA4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274AD-F657-B17F-4A3D-68E362357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258273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9919-45BB-C49C-E80B-F7917C3D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A4356-6A24-A7D4-7E93-A33E92262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6DD9D-DB00-253B-7B80-2CC22FE6D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A79EA-CCBD-238D-BB60-D9637F027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74041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B481-3778-E9E6-7122-508656969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27370-E40B-2DD0-2B65-2BD82FFFC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73610-0BA2-F094-44D9-61E5B97E7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41915-404C-74CD-EF9A-978B7C984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4323565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6B3BF-A6E9-95EE-E42D-BC7798B2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0C587-85C9-B379-8B41-CD0BC8C0B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C9813-364A-8906-0E92-3FC290041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9B659-154B-8181-B5DF-61FC765A2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654087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CF854-2EF0-2349-AA07-1D3677A61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70AB2-0070-9EF5-FBEF-9AEE0823E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FE946-1C35-AAEF-9115-17E9029FE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5B873-6C68-0DE0-5BAE-08346A6DB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337380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33622-9563-51A1-D711-2698503D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B6C01-3E2D-736E-049F-504FB96F6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E1217-6B04-CC4C-057B-D48A8EE44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E01B2-BFEF-790C-3FAB-9143924A7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7293608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039FD-30B7-BD2C-7D27-03D6D1F1D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3F82A-6F7B-FDE8-94B5-4F6A4236D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9AD9A-420C-6F03-3D10-C4374DB7C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C3546-F2DA-E441-C895-01F3F4908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3754378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24C7-9DF0-4922-3145-0227B442A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1DFBF-13AD-03CC-5210-7A40C0346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7A056-7718-CF8F-9F02-C1D94DFF6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5DB19-D6C7-F4EF-E5F2-B61A51CBF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3514390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8E491-6F0B-57A4-216A-EEE0EA1DA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AA893-8DC0-1085-20EC-1D29C905B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28480-F1AF-B140-057E-83EDE754C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30FD1-9B57-B61C-1616-7F5D508D0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0693860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708E1-FA98-5CB7-91BC-FEB44C52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94DB7-475B-E389-B1B8-6D14D7FE8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54E03-06E5-A150-7008-0A8310B70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2336-A5F3-EF34-7544-2BB0A0CE5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327007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DD4ED-C1C5-5011-E37D-3D5E0050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28F8B-E8D9-382E-6321-3F759C33C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C9AFD-41BC-48DC-4767-18D7C3C19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78843-0AF8-3446-A383-6DED7950B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0075013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3200-0827-EBF8-74C9-81D0497A9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6AE54-9445-E623-4980-7C39042FA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5E9A5-7F9D-AEF5-A508-0EFB03A11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76D05-C7D9-6D9C-98F6-4BFD37B13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9085674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B412C-4F19-96E8-ACCE-1384F7BB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8CF89B-DDBA-1C2C-B771-EF57EEBE6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9A760-3407-B213-8EAB-56800A487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1F2FE-9538-0267-BA40-AA2B68835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03768418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0FF8E-7D15-03A5-EE4B-1CFC5B95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74B07-7BDE-4D5C-8C34-2F09A9CBE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A20BC-324E-1474-694F-37CE45B3A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1DA71-8E4D-7882-0621-760E014CD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6267180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BD1D5-D99B-1771-6745-532575DF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22F69-02B4-BFC4-F579-6AEEEC7C7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061A2-BB67-92F1-E8CE-B90903D43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11743-8672-52AE-8F51-3A78E7CA0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5515592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1184F-F329-72B1-6A41-88920B81F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F3B5B-33ED-5C24-36DE-E1330D0C5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C6FE3-81DF-2A62-8BC4-C5A109D1A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BB54F-4180-3434-D0A3-29D1AA865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769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01/07/2026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0E46D-9CC5-D965-35CE-8F93EFC19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7E0A05-E87C-AC0C-E8D7-A07E534DF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Graph Traversal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E9C698-1737-1A76-7395-A65B30FAF18A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13F3DA82-1018-E3E5-7DAE-E4C539664816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BE914BD-29B5-82D0-9060-FD07F8FCC95B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B02241-74C0-06D3-DD82-D4909B9ECA64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A2F074F7-6130-2898-F07D-16A78DE12BB5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3BE1E3FF-1CEA-B3B3-85F3-EEC632825B8D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8F1F1468-35C2-E553-2E6F-21F94841EB15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D70EEFD8-BB1D-B3D2-2CF1-34FE59C09935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A404FF2-49B1-54B9-0860-7BB50E35A239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A67AACD-5D6B-77B8-66D7-18219216BCE1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3691769B-D156-3DCC-B836-DF9C9CA2E961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D6DF0F-9A4D-B0AC-2D79-11F28C225098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08828F65-9DF6-CA36-FD82-52843C122F37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8266B2-6B64-8D8A-2BA6-5A1E624788A3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5FD789-1DA1-1390-2B21-67A96097AA6E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998AEA-1724-D76C-A7C4-4CEB618468C4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B949D3-CBFE-660C-C02E-EC934D943FA8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F5B9C3-24F1-27EC-B484-5ACD115891D1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98BEB1-BD74-898E-6F18-771E6AFDED28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413B3-46AB-94CF-E7E8-0D45A59D6EF6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C3A7E76-8EC2-EFE2-1FF5-7CDE963ADE4D}"/>
              </a:ext>
            </a:extLst>
          </p:cNvPr>
          <p:cNvSpPr txBox="1"/>
          <p:nvPr/>
        </p:nvSpPr>
        <p:spPr>
          <a:xfrm>
            <a:off x="6182801" y="7710299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944D6B87-14F7-8C9D-7D06-D67497138EFD}"/>
              </a:ext>
            </a:extLst>
          </p:cNvPr>
          <p:cNvSpPr/>
          <p:nvPr/>
        </p:nvSpPr>
        <p:spPr>
          <a:xfrm>
            <a:off x="1797118" y="699030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9765A3B6-5C5C-C1C6-88D4-D2FFF3DDBA3D}"/>
              </a:ext>
            </a:extLst>
          </p:cNvPr>
          <p:cNvSpPr/>
          <p:nvPr/>
        </p:nvSpPr>
        <p:spPr>
          <a:xfrm>
            <a:off x="2847516" y="6990300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4E220544-5448-F134-4BE9-7A9298519915}"/>
              </a:ext>
            </a:extLst>
          </p:cNvPr>
          <p:cNvSpPr/>
          <p:nvPr/>
        </p:nvSpPr>
        <p:spPr>
          <a:xfrm>
            <a:off x="3897914" y="699030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C138C91D-5B2E-1BC7-58D2-88E986CCC6F0}"/>
              </a:ext>
            </a:extLst>
          </p:cNvPr>
          <p:cNvSpPr/>
          <p:nvPr/>
        </p:nvSpPr>
        <p:spPr>
          <a:xfrm>
            <a:off x="4980003" y="7022116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37043F5B-EBE4-78A0-EFC0-E9DB0BFA42BE}"/>
              </a:ext>
            </a:extLst>
          </p:cNvPr>
          <p:cNvSpPr/>
          <p:nvPr/>
        </p:nvSpPr>
        <p:spPr>
          <a:xfrm>
            <a:off x="5996841" y="6990300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D72FA5A2-DCF3-BF0D-D6C7-5282AB2063CF}"/>
              </a:ext>
            </a:extLst>
          </p:cNvPr>
          <p:cNvSpPr/>
          <p:nvPr/>
        </p:nvSpPr>
        <p:spPr>
          <a:xfrm>
            <a:off x="7111910" y="702211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D3E85B75-E51F-B651-F60F-1B78548966D6}"/>
              </a:ext>
            </a:extLst>
          </p:cNvPr>
          <p:cNvSpPr/>
          <p:nvPr/>
        </p:nvSpPr>
        <p:spPr>
          <a:xfrm>
            <a:off x="8226979" y="7022116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7AECFD-B548-25D9-DA2C-8AB7661C15AD}"/>
              </a:ext>
            </a:extLst>
          </p:cNvPr>
          <p:cNvSpPr txBox="1"/>
          <p:nvPr/>
        </p:nvSpPr>
        <p:spPr>
          <a:xfrm>
            <a:off x="1993215" y="77103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BB94CD9-57DF-9401-E1F0-F186527FCE96}"/>
              </a:ext>
            </a:extLst>
          </p:cNvPr>
          <p:cNvSpPr txBox="1"/>
          <p:nvPr/>
        </p:nvSpPr>
        <p:spPr>
          <a:xfrm>
            <a:off x="3058272" y="77102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0E4E76-A0C4-913A-5507-55DF00579116}"/>
              </a:ext>
            </a:extLst>
          </p:cNvPr>
          <p:cNvSpPr txBox="1"/>
          <p:nvPr/>
        </p:nvSpPr>
        <p:spPr>
          <a:xfrm>
            <a:off x="4093076" y="77102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8F60B6A-B6F0-BD3F-6F0E-2A08C7868EE4}"/>
              </a:ext>
            </a:extLst>
          </p:cNvPr>
          <p:cNvSpPr txBox="1"/>
          <p:nvPr/>
        </p:nvSpPr>
        <p:spPr>
          <a:xfrm>
            <a:off x="5169978" y="77049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F5D9AB-14D6-C8B8-29C1-40BBB8FBD478}"/>
              </a:ext>
            </a:extLst>
          </p:cNvPr>
          <p:cNvSpPr txBox="1"/>
          <p:nvPr/>
        </p:nvSpPr>
        <p:spPr>
          <a:xfrm>
            <a:off x="7318801" y="7704955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992294-AD7F-B0FB-D918-C66279319308}"/>
              </a:ext>
            </a:extLst>
          </p:cNvPr>
          <p:cNvSpPr txBox="1"/>
          <p:nvPr/>
        </p:nvSpPr>
        <p:spPr>
          <a:xfrm>
            <a:off x="8403417" y="7710299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662C05-D82F-89C1-B771-481282F070A1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7F5B4-08B1-B607-D776-E2A88F5264D9}"/>
              </a:ext>
            </a:extLst>
          </p:cNvPr>
          <p:cNvSpPr txBox="1"/>
          <p:nvPr/>
        </p:nvSpPr>
        <p:spPr>
          <a:xfrm>
            <a:off x="481012" y="5385364"/>
            <a:ext cx="112299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rgbClr val="00B0F0"/>
                </a:solidFill>
              </a:rPr>
              <a:t>Graph traversal </a:t>
            </a:r>
            <a:r>
              <a:rPr lang="en-PH" sz="2500" dirty="0">
                <a:solidFill>
                  <a:schemeClr val="bg1"/>
                </a:solidFill>
              </a:rPr>
              <a:t>(or graph search) is the process of systematically visiting every vertex (node) and edge in a graph exactly once. </a:t>
            </a:r>
          </a:p>
        </p:txBody>
      </p:sp>
    </p:spTree>
    <p:extLst>
      <p:ext uri="{BB962C8B-B14F-4D97-AF65-F5344CB8AC3E}">
        <p14:creationId xmlns:p14="http://schemas.microsoft.com/office/powerpoint/2010/main" val="13016849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34102-D215-F222-0C35-196EFB703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13658DF-C190-5B47-44EC-EF12358B0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Graph Traversal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6063C2-2879-1B73-AF91-AC9298A04CE4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1D0EB332-0726-1E93-C93F-B168BDF23978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F9DCCFC-B5A1-9B18-947F-1A615CF78E95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BAF396-88E5-7554-4D9D-844925B10D84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84389A70-80DC-BAED-1715-E727DFBFC009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4EBB0866-2119-D90B-A30E-D03F6DFFA3AA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72BFB11D-140B-78D8-95A6-015339C6A411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65D21538-BEA6-A4FA-2ACD-8EEEA7FA49C2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E0564CC-6BC4-AA8C-A15F-5D51F8B8A6F0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83C9FE-F9A3-AD47-B879-BF505679C937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E115D4DD-9788-F993-8CC9-65B113573E92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421A6A-D522-35E9-50A8-5BDE998E820D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9D619D6A-0F7B-B5BF-7D68-52B1658A8A36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F567A1-34CB-7EB0-050B-46BC2A78A142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B90B90-12FA-2100-DAC1-D1B2F17BD484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4AAEE7-C9D4-0E0D-0C40-2A22F3472704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DC5CE7-CD8D-444D-40BA-6362ACDE4D40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893D80-4D0A-145E-BA7B-232971EA3F6B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034ABF-0A01-39D9-A5A5-37D942C0EE4C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167D75F-28CA-00AF-8CB5-27EFE9766143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C70C384-CBD2-F561-074A-1CC1DAB630AB}"/>
              </a:ext>
            </a:extLst>
          </p:cNvPr>
          <p:cNvSpPr txBox="1"/>
          <p:nvPr/>
        </p:nvSpPr>
        <p:spPr>
          <a:xfrm>
            <a:off x="6182801" y="7710299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8275579B-1183-5E02-5073-77CFB60CEB2F}"/>
              </a:ext>
            </a:extLst>
          </p:cNvPr>
          <p:cNvSpPr/>
          <p:nvPr/>
        </p:nvSpPr>
        <p:spPr>
          <a:xfrm>
            <a:off x="1797118" y="699030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06C611F8-43E3-C02B-D3B1-247FDCE91EDD}"/>
              </a:ext>
            </a:extLst>
          </p:cNvPr>
          <p:cNvSpPr/>
          <p:nvPr/>
        </p:nvSpPr>
        <p:spPr>
          <a:xfrm>
            <a:off x="2847516" y="6990300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F1D84D31-969F-DAE3-26C2-A5F87496A32A}"/>
              </a:ext>
            </a:extLst>
          </p:cNvPr>
          <p:cNvSpPr/>
          <p:nvPr/>
        </p:nvSpPr>
        <p:spPr>
          <a:xfrm>
            <a:off x="3897914" y="699030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911B2660-1E17-B4B1-3B26-D42FA472C6EB}"/>
              </a:ext>
            </a:extLst>
          </p:cNvPr>
          <p:cNvSpPr/>
          <p:nvPr/>
        </p:nvSpPr>
        <p:spPr>
          <a:xfrm>
            <a:off x="4980003" y="7022116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CCBCA75C-B9D5-71EB-574D-3DC4756FCF8A}"/>
              </a:ext>
            </a:extLst>
          </p:cNvPr>
          <p:cNvSpPr/>
          <p:nvPr/>
        </p:nvSpPr>
        <p:spPr>
          <a:xfrm>
            <a:off x="5996841" y="6990300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92FE2F47-B0F8-CC34-FFCC-05483233D21A}"/>
              </a:ext>
            </a:extLst>
          </p:cNvPr>
          <p:cNvSpPr/>
          <p:nvPr/>
        </p:nvSpPr>
        <p:spPr>
          <a:xfrm>
            <a:off x="7111910" y="702211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9EF59DA6-E59D-CA29-E85C-86F793C55A46}"/>
              </a:ext>
            </a:extLst>
          </p:cNvPr>
          <p:cNvSpPr/>
          <p:nvPr/>
        </p:nvSpPr>
        <p:spPr>
          <a:xfrm>
            <a:off x="8226979" y="7022116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2D3F0C5-3D56-6687-37E7-99834DFFA1BA}"/>
              </a:ext>
            </a:extLst>
          </p:cNvPr>
          <p:cNvSpPr txBox="1"/>
          <p:nvPr/>
        </p:nvSpPr>
        <p:spPr>
          <a:xfrm>
            <a:off x="1993215" y="77103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8F0237-3DC1-EAD5-ED3A-4C02B91F24C7}"/>
              </a:ext>
            </a:extLst>
          </p:cNvPr>
          <p:cNvSpPr txBox="1"/>
          <p:nvPr/>
        </p:nvSpPr>
        <p:spPr>
          <a:xfrm>
            <a:off x="3058272" y="77102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939E39-F829-D41F-149C-91C0093199AE}"/>
              </a:ext>
            </a:extLst>
          </p:cNvPr>
          <p:cNvSpPr txBox="1"/>
          <p:nvPr/>
        </p:nvSpPr>
        <p:spPr>
          <a:xfrm>
            <a:off x="4093076" y="77102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896AFA9-105F-B224-B433-8F8B8EBA0B55}"/>
              </a:ext>
            </a:extLst>
          </p:cNvPr>
          <p:cNvSpPr txBox="1"/>
          <p:nvPr/>
        </p:nvSpPr>
        <p:spPr>
          <a:xfrm>
            <a:off x="5169978" y="77049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41460E-A5CC-70DC-3C06-92112D930792}"/>
              </a:ext>
            </a:extLst>
          </p:cNvPr>
          <p:cNvSpPr txBox="1"/>
          <p:nvPr/>
        </p:nvSpPr>
        <p:spPr>
          <a:xfrm>
            <a:off x="7318801" y="7704955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B5996C-31AD-0E6A-BD42-B6E1FCA64EF3}"/>
              </a:ext>
            </a:extLst>
          </p:cNvPr>
          <p:cNvSpPr txBox="1"/>
          <p:nvPr/>
        </p:nvSpPr>
        <p:spPr>
          <a:xfrm>
            <a:off x="8403417" y="7710299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C10895-49FD-F0EB-1EF6-3AE63265C4A2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08D77D-847E-2FBB-BE91-157110A2F678}"/>
              </a:ext>
            </a:extLst>
          </p:cNvPr>
          <p:cNvSpPr txBox="1"/>
          <p:nvPr/>
        </p:nvSpPr>
        <p:spPr>
          <a:xfrm>
            <a:off x="481012" y="5315804"/>
            <a:ext cx="112299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Because graphs can contain cycles (loops), traversal algorithms </a:t>
            </a:r>
            <a:r>
              <a:rPr lang="en-PH" sz="2500" b="1" dirty="0">
                <a:solidFill>
                  <a:srgbClr val="00B0F0"/>
                </a:solidFill>
              </a:rPr>
              <a:t>rely on a "visited" data structure </a:t>
            </a:r>
            <a:r>
              <a:rPr lang="en-PH" sz="2500" dirty="0">
                <a:solidFill>
                  <a:schemeClr val="bg1"/>
                </a:solidFill>
              </a:rPr>
              <a:t>to keep track of explored nodes and prevent infinite loops</a:t>
            </a:r>
          </a:p>
        </p:txBody>
      </p:sp>
    </p:spTree>
    <p:extLst>
      <p:ext uri="{BB962C8B-B14F-4D97-AF65-F5344CB8AC3E}">
        <p14:creationId xmlns:p14="http://schemas.microsoft.com/office/powerpoint/2010/main" val="3277338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6C66C-5CB0-A0D5-35D5-DD81656CE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6295668-CCAC-0C60-8728-BB5F0220A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95679A-76B8-F0BE-FB80-9B5068CF24C1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B6DFFDB1-F640-7B92-DB4A-BDC35DE90A02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F447400-29EB-7CF7-B686-F2CB725166AD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64AFFC4-1731-C2B1-66E9-7F07316A425B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9A75B0B4-2367-CA8F-B8D9-27E80271E7C4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86288026-57CA-F51C-6169-541BFFE0515D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CE386DE9-FD06-24D2-3980-A1DAF5DEF9EC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CCA4D6AA-A8E4-5490-9537-8960D8A88679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E04C9F6-F943-3144-3081-6877C80F7EA0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08CDBA0-6C21-0D9C-1DB5-015008E9E095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5DC1CE13-462F-BEA1-ED7C-ABB32CC2F899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D760949-3568-351D-202B-A3D13D17A138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D81B8557-6824-544E-B881-1EB7D4ABD560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1C2E42-6FB3-4D52-1BAB-5014805028A1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623280-6DC9-7A11-BF32-1527E76BA127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0410CA-0CBB-E4E7-E22E-1C31292FA3E3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96774B-22FC-118D-A1C8-C322370687D0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4275F4-0674-82DF-0B0A-2DBAE40ED20B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BCF75A-F106-6399-B453-4F0FA30927A5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38EB966-1951-AD37-C772-50A4BDD67BE0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791DC7E-9D08-604D-8A60-ADDADC0FCCB4}"/>
              </a:ext>
            </a:extLst>
          </p:cNvPr>
          <p:cNvSpPr txBox="1"/>
          <p:nvPr/>
        </p:nvSpPr>
        <p:spPr>
          <a:xfrm>
            <a:off x="6182801" y="7710299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701A9DCA-ABFC-A373-7246-10DE81F19E32}"/>
              </a:ext>
            </a:extLst>
          </p:cNvPr>
          <p:cNvSpPr/>
          <p:nvPr/>
        </p:nvSpPr>
        <p:spPr>
          <a:xfrm>
            <a:off x="1797118" y="699030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3F63733E-70D5-9867-315D-A2566EE82F73}"/>
              </a:ext>
            </a:extLst>
          </p:cNvPr>
          <p:cNvSpPr/>
          <p:nvPr/>
        </p:nvSpPr>
        <p:spPr>
          <a:xfrm>
            <a:off x="2847516" y="6990300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6EE3AA4A-CCA9-C665-F4B5-B255E6FAD254}"/>
              </a:ext>
            </a:extLst>
          </p:cNvPr>
          <p:cNvSpPr/>
          <p:nvPr/>
        </p:nvSpPr>
        <p:spPr>
          <a:xfrm>
            <a:off x="3897914" y="699030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CDF89037-FCA9-5427-5C6D-0E99DA0C1BB9}"/>
              </a:ext>
            </a:extLst>
          </p:cNvPr>
          <p:cNvSpPr/>
          <p:nvPr/>
        </p:nvSpPr>
        <p:spPr>
          <a:xfrm>
            <a:off x="4980003" y="7022116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79CE4A40-BEAA-ED8F-8E53-33840446898C}"/>
              </a:ext>
            </a:extLst>
          </p:cNvPr>
          <p:cNvSpPr/>
          <p:nvPr/>
        </p:nvSpPr>
        <p:spPr>
          <a:xfrm>
            <a:off x="5996841" y="6990300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8B9356F4-8E5F-0272-116D-37FCFBAD0C94}"/>
              </a:ext>
            </a:extLst>
          </p:cNvPr>
          <p:cNvSpPr/>
          <p:nvPr/>
        </p:nvSpPr>
        <p:spPr>
          <a:xfrm>
            <a:off x="7111910" y="702211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9FEBF68F-E713-55CC-D160-D61BC94964FF}"/>
              </a:ext>
            </a:extLst>
          </p:cNvPr>
          <p:cNvSpPr/>
          <p:nvPr/>
        </p:nvSpPr>
        <p:spPr>
          <a:xfrm>
            <a:off x="8226979" y="7022116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97F226-7FB0-2433-4DB5-1BAEF2F0B6E6}"/>
              </a:ext>
            </a:extLst>
          </p:cNvPr>
          <p:cNvSpPr txBox="1"/>
          <p:nvPr/>
        </p:nvSpPr>
        <p:spPr>
          <a:xfrm>
            <a:off x="1993215" y="77103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D75E68-6701-DA82-A314-A4BC68394520}"/>
              </a:ext>
            </a:extLst>
          </p:cNvPr>
          <p:cNvSpPr txBox="1"/>
          <p:nvPr/>
        </p:nvSpPr>
        <p:spPr>
          <a:xfrm>
            <a:off x="3058272" y="77102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CC034D-E7F6-CBC5-7B2F-B1914DA6864C}"/>
              </a:ext>
            </a:extLst>
          </p:cNvPr>
          <p:cNvSpPr txBox="1"/>
          <p:nvPr/>
        </p:nvSpPr>
        <p:spPr>
          <a:xfrm>
            <a:off x="4093076" y="77102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868BDC-8CC9-3EFC-CEDF-7D1363E7AEBC}"/>
              </a:ext>
            </a:extLst>
          </p:cNvPr>
          <p:cNvSpPr txBox="1"/>
          <p:nvPr/>
        </p:nvSpPr>
        <p:spPr>
          <a:xfrm>
            <a:off x="5169978" y="77049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484FCA-1AA2-9EF6-8E8C-282396F236CF}"/>
              </a:ext>
            </a:extLst>
          </p:cNvPr>
          <p:cNvSpPr txBox="1"/>
          <p:nvPr/>
        </p:nvSpPr>
        <p:spPr>
          <a:xfrm>
            <a:off x="7318801" y="7704955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6A431BD-22D5-1EA5-B05F-3756A4272FFF}"/>
              </a:ext>
            </a:extLst>
          </p:cNvPr>
          <p:cNvSpPr txBox="1"/>
          <p:nvPr/>
        </p:nvSpPr>
        <p:spPr>
          <a:xfrm>
            <a:off x="8403417" y="7710299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6C9D60-8100-58E2-30DD-D27A78DAE47C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8814C-2E3E-8AB7-419F-0548C8D0CAD1}"/>
              </a:ext>
            </a:extLst>
          </p:cNvPr>
          <p:cNvSpPr txBox="1"/>
          <p:nvPr/>
        </p:nvSpPr>
        <p:spPr>
          <a:xfrm>
            <a:off x="450483" y="5449437"/>
            <a:ext cx="1129103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PH" sz="2500" b="1" dirty="0">
                <a:solidFill>
                  <a:srgbClr val="00B0F0"/>
                </a:solidFill>
              </a:rPr>
              <a:t>BFS</a:t>
            </a:r>
            <a:r>
              <a:rPr lang="en-PH" sz="2500" dirty="0">
                <a:solidFill>
                  <a:schemeClr val="bg1"/>
                </a:solidFill>
              </a:rPr>
              <a:t> explores the graph level-by-level, examining all direct neighbors of a node before moving deeper into the network. </a:t>
            </a:r>
          </a:p>
        </p:txBody>
      </p:sp>
    </p:spTree>
    <p:extLst>
      <p:ext uri="{BB962C8B-B14F-4D97-AF65-F5344CB8AC3E}">
        <p14:creationId xmlns:p14="http://schemas.microsoft.com/office/powerpoint/2010/main" val="24562903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40AADC-75EC-E7C9-FE43-1DF18242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D9461E-865F-1DC6-01C7-03A5BF9F0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7FFDBE-4349-7532-59F0-1CC6F88DF106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7B595AB5-F757-3A25-B839-157E89730060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5A0D5FF-41F8-E55F-45D8-42F89500A904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42DD86C-4855-4210-0C80-5AB739F7DBA3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7E04BF68-4D98-8B1B-D969-2B3577242118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DF0192BC-C6CB-3D19-636A-31F41AB270F9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1FFB9411-A42E-AB1B-1E60-9A5A0BC9352B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EEE86D71-30C0-338E-5F02-E98466709060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08B43A3-96EC-9DB6-57B9-B394C94A06DB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96AF91-3C1F-683E-2394-AE9270C91081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7A1E4B3A-7B2A-DAC5-9780-FD2737A53A74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D81ACC4-44AF-B871-20FD-9981A500F5DC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C6E6D363-BBC0-66DF-FB8A-F47CBAAE581D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EF82AA-E767-1791-F5F3-983134972AE6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56B0B9-846E-215B-8869-FC657BA156A0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B6FC78-B436-00F7-38F1-27687F610A13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104C93-05DE-BFE6-4277-387900671DDD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19C812-0917-3DFB-C0DD-A867DE120878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902A53-7E65-89F4-69E5-3EB592C42965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4CFFB2E-0D45-BD71-2C5F-58091D8D9533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64350FA-7FBA-8780-E948-F1E3A7CFF3E1}"/>
              </a:ext>
            </a:extLst>
          </p:cNvPr>
          <p:cNvSpPr txBox="1"/>
          <p:nvPr/>
        </p:nvSpPr>
        <p:spPr>
          <a:xfrm>
            <a:off x="6182801" y="7710299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3CEC4FA7-2FA3-A24F-08C9-2336FFCC5F48}"/>
              </a:ext>
            </a:extLst>
          </p:cNvPr>
          <p:cNvSpPr/>
          <p:nvPr/>
        </p:nvSpPr>
        <p:spPr>
          <a:xfrm>
            <a:off x="1797118" y="699030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FF4B668F-CCE4-C6DD-7848-3E9685C6C2EC}"/>
              </a:ext>
            </a:extLst>
          </p:cNvPr>
          <p:cNvSpPr/>
          <p:nvPr/>
        </p:nvSpPr>
        <p:spPr>
          <a:xfrm>
            <a:off x="2847516" y="6990300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D81006F9-B5CE-3E62-DF55-9C6660537D09}"/>
              </a:ext>
            </a:extLst>
          </p:cNvPr>
          <p:cNvSpPr/>
          <p:nvPr/>
        </p:nvSpPr>
        <p:spPr>
          <a:xfrm>
            <a:off x="3897914" y="699030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9D6DC393-EDEF-08C0-61F6-3B58B25589F0}"/>
              </a:ext>
            </a:extLst>
          </p:cNvPr>
          <p:cNvSpPr/>
          <p:nvPr/>
        </p:nvSpPr>
        <p:spPr>
          <a:xfrm>
            <a:off x="4980003" y="7022116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8390D4FC-45C6-D793-BD1A-E57FBE3206D2}"/>
              </a:ext>
            </a:extLst>
          </p:cNvPr>
          <p:cNvSpPr/>
          <p:nvPr/>
        </p:nvSpPr>
        <p:spPr>
          <a:xfrm>
            <a:off x="5996841" y="6990300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6512AB42-9436-064F-1E5C-C9192D7CA6C0}"/>
              </a:ext>
            </a:extLst>
          </p:cNvPr>
          <p:cNvSpPr/>
          <p:nvPr/>
        </p:nvSpPr>
        <p:spPr>
          <a:xfrm>
            <a:off x="7111910" y="702211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B686EF8D-8B0E-30AC-5432-ABC0D91829D1}"/>
              </a:ext>
            </a:extLst>
          </p:cNvPr>
          <p:cNvSpPr/>
          <p:nvPr/>
        </p:nvSpPr>
        <p:spPr>
          <a:xfrm>
            <a:off x="8226979" y="7022116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AEF186-929E-3D32-6C46-FF04365B0548}"/>
              </a:ext>
            </a:extLst>
          </p:cNvPr>
          <p:cNvSpPr txBox="1"/>
          <p:nvPr/>
        </p:nvSpPr>
        <p:spPr>
          <a:xfrm>
            <a:off x="1993215" y="77103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594557-FCA7-A5A9-BD3D-BBA4C2B99511}"/>
              </a:ext>
            </a:extLst>
          </p:cNvPr>
          <p:cNvSpPr txBox="1"/>
          <p:nvPr/>
        </p:nvSpPr>
        <p:spPr>
          <a:xfrm>
            <a:off x="3058272" y="77102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F44FCD2-E6AD-F035-7D28-9F5DF040F060}"/>
              </a:ext>
            </a:extLst>
          </p:cNvPr>
          <p:cNvSpPr txBox="1"/>
          <p:nvPr/>
        </p:nvSpPr>
        <p:spPr>
          <a:xfrm>
            <a:off x="4093076" y="77102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5E8746-DA1E-F70C-A291-1115567A9D95}"/>
              </a:ext>
            </a:extLst>
          </p:cNvPr>
          <p:cNvSpPr txBox="1"/>
          <p:nvPr/>
        </p:nvSpPr>
        <p:spPr>
          <a:xfrm>
            <a:off x="5169978" y="77049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FAD3C1-E47F-138A-9E7D-D91E3E877EB6}"/>
              </a:ext>
            </a:extLst>
          </p:cNvPr>
          <p:cNvSpPr txBox="1"/>
          <p:nvPr/>
        </p:nvSpPr>
        <p:spPr>
          <a:xfrm>
            <a:off x="7318801" y="7704955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F86016-C538-CCD9-72C8-87F38284F892}"/>
              </a:ext>
            </a:extLst>
          </p:cNvPr>
          <p:cNvSpPr txBox="1"/>
          <p:nvPr/>
        </p:nvSpPr>
        <p:spPr>
          <a:xfrm>
            <a:off x="8403417" y="7710299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910002A-D4D9-A958-DC63-F70471BCB376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E3F25-6731-3DB1-DD75-D63D34F6099E}"/>
              </a:ext>
            </a:extLst>
          </p:cNvPr>
          <p:cNvSpPr txBox="1"/>
          <p:nvPr/>
        </p:nvSpPr>
        <p:spPr>
          <a:xfrm>
            <a:off x="450483" y="4195500"/>
            <a:ext cx="11291034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PH" sz="2500" b="1" dirty="0">
                <a:solidFill>
                  <a:srgbClr val="00B0F0"/>
                </a:solidFill>
              </a:rPr>
              <a:t>Start</a:t>
            </a:r>
            <a:r>
              <a:rPr lang="en-PH" sz="2500" dirty="0">
                <a:solidFill>
                  <a:schemeClr val="bg1"/>
                </a:solidFill>
              </a:rPr>
              <a:t> at a chosen root node. </a:t>
            </a:r>
          </a:p>
          <a:p>
            <a:pPr marL="457200" indent="-457200">
              <a:spcBef>
                <a:spcPts val="9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PH" sz="2500" b="1" dirty="0">
                <a:solidFill>
                  <a:srgbClr val="00B0F0"/>
                </a:solidFill>
              </a:rPr>
              <a:t>Visit</a:t>
            </a:r>
            <a:r>
              <a:rPr lang="en-PH" sz="2500" dirty="0">
                <a:solidFill>
                  <a:schemeClr val="bg1"/>
                </a:solidFill>
              </a:rPr>
              <a:t> all its direct neighbors (adjacent nodes).</a:t>
            </a:r>
          </a:p>
          <a:p>
            <a:pPr marL="457200" indent="-457200">
              <a:spcBef>
                <a:spcPts val="9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PH" sz="2500" b="1" dirty="0">
                <a:solidFill>
                  <a:srgbClr val="00B0F0"/>
                </a:solidFill>
              </a:rPr>
              <a:t>Proceed</a:t>
            </a:r>
            <a:r>
              <a:rPr lang="en-PH" sz="2500" dirty="0">
                <a:solidFill>
                  <a:schemeClr val="bg1"/>
                </a:solidFill>
              </a:rPr>
              <a:t> to the neighbors of those neighbors.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PH" sz="2500" dirty="0">
                <a:solidFill>
                  <a:schemeClr val="bg1"/>
                </a:solidFill>
              </a:rPr>
              <a:t>Use a </a:t>
            </a:r>
            <a:r>
              <a:rPr lang="en-PH" sz="2500" b="1" dirty="0">
                <a:solidFill>
                  <a:srgbClr val="00B0F0"/>
                </a:solidFill>
              </a:rPr>
              <a:t>Queue</a:t>
            </a:r>
            <a:r>
              <a:rPr lang="en-PH" sz="2500" dirty="0">
                <a:solidFill>
                  <a:schemeClr val="bg1"/>
                </a:solidFill>
              </a:rPr>
              <a:t> (first-in, first-out) to keep track of all visited nodes</a:t>
            </a:r>
          </a:p>
        </p:txBody>
      </p:sp>
    </p:spTree>
    <p:extLst>
      <p:ext uri="{BB962C8B-B14F-4D97-AF65-F5344CB8AC3E}">
        <p14:creationId xmlns:p14="http://schemas.microsoft.com/office/powerpoint/2010/main" val="3342992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0238C-7DA8-F9A9-0851-46C89623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DAC8768-A313-8C50-6834-97BB926DD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7F5844-7783-D84D-F475-E9B540B3EBB4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A365D5EE-0776-FC49-94B8-72676013DB70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6E31E82-60CA-9A6D-171F-9D647CCDD9D4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C97CAAB-B246-ACD8-6547-48122BA749F8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45C250FE-6D1A-3CCD-84AC-FF4F5AD99D7B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824CCCFE-3568-49ED-932D-7A3A56F9DF0E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560B9200-5C7B-19BE-FEBC-64C8E9CDE00F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AB2143EF-8DC7-9A47-BDB0-6C942D705ECE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27B11A-ADC7-1471-020E-1D0B1C97CB4E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202A584-84CE-AE25-90FA-AEDA6CDD198C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BC10873E-E038-8E80-CA8D-550F030CE19F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F0B732E-A808-8394-9D3D-22D02C04AFFE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0C7EAAD1-C28E-8D0C-5ACC-FD7117F19602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147128-26FA-AD11-FE75-20B0F9E51446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A57DFA-A976-9157-2C83-A208696206E2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37C909-4029-68FE-327F-868D8B6B4832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D52B63-2E88-DD54-90CD-C121D5B70F2B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E9D5D7-358B-4F5A-1DF1-7C3D9D7A81CE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D6DB00-D8AB-BD43-336C-DC88EAAB0412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8BF3533-4D0E-B34F-2B45-C2ADFF4F2FE0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88AB1E9-4A55-9AF7-DDFD-F18C00B610F8}"/>
              </a:ext>
            </a:extLst>
          </p:cNvPr>
          <p:cNvSpPr txBox="1"/>
          <p:nvPr/>
        </p:nvSpPr>
        <p:spPr>
          <a:xfrm>
            <a:off x="6182801" y="7757924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07A71CA9-ED9B-7AAB-D046-EFF6BC9C1E1B}"/>
              </a:ext>
            </a:extLst>
          </p:cNvPr>
          <p:cNvSpPr/>
          <p:nvPr/>
        </p:nvSpPr>
        <p:spPr>
          <a:xfrm>
            <a:off x="1797118" y="436140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B6B5E5A2-0769-8E50-57FF-9A44E4BD5693}"/>
              </a:ext>
            </a:extLst>
          </p:cNvPr>
          <p:cNvSpPr/>
          <p:nvPr/>
        </p:nvSpPr>
        <p:spPr>
          <a:xfrm>
            <a:off x="2847516" y="7037925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8A19F3A8-06D4-42E3-593B-99FC5E065E8D}"/>
              </a:ext>
            </a:extLst>
          </p:cNvPr>
          <p:cNvSpPr/>
          <p:nvPr/>
        </p:nvSpPr>
        <p:spPr>
          <a:xfrm>
            <a:off x="3897914" y="703792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E2D0C326-2B19-BBBA-6B18-84E0EE9DFE8E}"/>
              </a:ext>
            </a:extLst>
          </p:cNvPr>
          <p:cNvSpPr/>
          <p:nvPr/>
        </p:nvSpPr>
        <p:spPr>
          <a:xfrm>
            <a:off x="4980003" y="7069741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6C75F4E0-F564-76F3-7193-3097188D5A26}"/>
              </a:ext>
            </a:extLst>
          </p:cNvPr>
          <p:cNvSpPr/>
          <p:nvPr/>
        </p:nvSpPr>
        <p:spPr>
          <a:xfrm>
            <a:off x="5996841" y="703792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80166B6C-7629-8BEF-6690-EA8D244DAEBB}"/>
              </a:ext>
            </a:extLst>
          </p:cNvPr>
          <p:cNvSpPr/>
          <p:nvPr/>
        </p:nvSpPr>
        <p:spPr>
          <a:xfrm>
            <a:off x="7111910" y="706974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AF1C1833-7DFD-DC37-9F7F-19005C360D69}"/>
              </a:ext>
            </a:extLst>
          </p:cNvPr>
          <p:cNvSpPr/>
          <p:nvPr/>
        </p:nvSpPr>
        <p:spPr>
          <a:xfrm>
            <a:off x="8226979" y="706974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1092FB-FAAD-9260-DF2C-9859E35FBBA4}"/>
              </a:ext>
            </a:extLst>
          </p:cNvPr>
          <p:cNvSpPr txBox="1"/>
          <p:nvPr/>
        </p:nvSpPr>
        <p:spPr>
          <a:xfrm>
            <a:off x="1993215" y="50814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8EC4BA-8D28-AF4C-DBD3-C01E3AADABD8}"/>
              </a:ext>
            </a:extLst>
          </p:cNvPr>
          <p:cNvSpPr txBox="1"/>
          <p:nvPr/>
        </p:nvSpPr>
        <p:spPr>
          <a:xfrm>
            <a:off x="3058272" y="7757924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979BFE-0FB2-E1EA-D90D-0A169C38079A}"/>
              </a:ext>
            </a:extLst>
          </p:cNvPr>
          <p:cNvSpPr txBox="1"/>
          <p:nvPr/>
        </p:nvSpPr>
        <p:spPr>
          <a:xfrm>
            <a:off x="4093076" y="7757924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CF296AE-4DE4-587A-0ECD-0E62A9B949D4}"/>
              </a:ext>
            </a:extLst>
          </p:cNvPr>
          <p:cNvSpPr txBox="1"/>
          <p:nvPr/>
        </p:nvSpPr>
        <p:spPr>
          <a:xfrm>
            <a:off x="5169978" y="7752580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423169-D71C-844B-7C64-1C118101B837}"/>
              </a:ext>
            </a:extLst>
          </p:cNvPr>
          <p:cNvSpPr txBox="1"/>
          <p:nvPr/>
        </p:nvSpPr>
        <p:spPr>
          <a:xfrm>
            <a:off x="7318801" y="7752580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B4A3AB-ECAA-84D7-BF0A-35B59085CE71}"/>
              </a:ext>
            </a:extLst>
          </p:cNvPr>
          <p:cNvSpPr txBox="1"/>
          <p:nvPr/>
        </p:nvSpPr>
        <p:spPr>
          <a:xfrm>
            <a:off x="8403417" y="7757924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838B56-CA04-93F7-51D0-EDAB0850C4D5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88575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E8940-B216-B98C-8CFD-D0D6CD8D4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C8ECB0-6B47-A580-89AC-D418958C3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E4791F-467F-1F1D-EE75-97DC83D46062}"/>
              </a:ext>
            </a:extLst>
          </p:cNvPr>
          <p:cNvSpPr txBox="1">
            <a:spLocks/>
          </p:cNvSpPr>
          <p:nvPr/>
        </p:nvSpPr>
        <p:spPr>
          <a:xfrm>
            <a:off x="-2155888" y="517183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2A31FC7C-35B0-21D2-EAD0-CC76658537E9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2C4DA3-DB03-7941-EE6C-F1FB9051315A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1CC4955-3B5A-0920-D951-BBB4F9C24ED6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158DC376-B6EC-B9E6-6B6F-3873F0BD99E0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600A6D07-9E4D-84E8-89D8-F16521CFB6AC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EEE532E5-30A3-0240-720A-B4C187CADACF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A4A91CBF-ECE7-1F07-E074-2ED8751A42A2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6C36F14-322D-B84A-7942-652CEA5BC64C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BCE12AC-5C98-B739-3487-E4CFEBFF5FDC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C23AC26F-2009-57AD-AEF2-00BD4AC2D21C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E88501B-CF0A-2EA2-C280-265FA7825A35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4A1DD036-A5E1-8DE0-448D-421130C210AE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800EA6-4273-0229-09BD-1330795603BE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EAF071-EF2E-E692-E08B-17EAC394598F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5F2263-8A86-CA64-9C3C-D3CAE8DAFAB8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CE137B-3EF0-DF24-8C9A-9B25FC47A67C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8D6BD1-6649-7A34-0D1F-84803D463E84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16BDFF-EC4D-D069-9794-20587CA72F64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91DC2D7-6FA9-97DD-5441-8736CBA9CC9B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2375AE3-EEF0-51F0-2310-724813586642}"/>
              </a:ext>
            </a:extLst>
          </p:cNvPr>
          <p:cNvSpPr txBox="1"/>
          <p:nvPr/>
        </p:nvSpPr>
        <p:spPr>
          <a:xfrm>
            <a:off x="6182801" y="7757924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FCF70D2C-38D3-08DE-65E2-F9FF9539E719}"/>
              </a:ext>
            </a:extLst>
          </p:cNvPr>
          <p:cNvSpPr/>
          <p:nvPr/>
        </p:nvSpPr>
        <p:spPr>
          <a:xfrm>
            <a:off x="1797118" y="436140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96C4143A-8276-B004-0ACF-9784907D3658}"/>
              </a:ext>
            </a:extLst>
          </p:cNvPr>
          <p:cNvSpPr/>
          <p:nvPr/>
        </p:nvSpPr>
        <p:spPr>
          <a:xfrm>
            <a:off x="2847516" y="7037925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2B2500BB-31DD-7D17-B24B-4E9AAD6C9216}"/>
              </a:ext>
            </a:extLst>
          </p:cNvPr>
          <p:cNvSpPr/>
          <p:nvPr/>
        </p:nvSpPr>
        <p:spPr>
          <a:xfrm>
            <a:off x="3897914" y="703792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9B56AE9D-5DD1-6C8B-3EFE-E8325F9D31D2}"/>
              </a:ext>
            </a:extLst>
          </p:cNvPr>
          <p:cNvSpPr/>
          <p:nvPr/>
        </p:nvSpPr>
        <p:spPr>
          <a:xfrm>
            <a:off x="4980003" y="7069741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6EFEAF3B-55B0-4111-D890-474932BE81E5}"/>
              </a:ext>
            </a:extLst>
          </p:cNvPr>
          <p:cNvSpPr/>
          <p:nvPr/>
        </p:nvSpPr>
        <p:spPr>
          <a:xfrm>
            <a:off x="5996841" y="703792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D27A6383-A4CC-1443-31BE-31F3441A2AE2}"/>
              </a:ext>
            </a:extLst>
          </p:cNvPr>
          <p:cNvSpPr/>
          <p:nvPr/>
        </p:nvSpPr>
        <p:spPr>
          <a:xfrm>
            <a:off x="7111910" y="706974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7C81B878-5A1B-22CF-93CA-94DE8FCCDE0D}"/>
              </a:ext>
            </a:extLst>
          </p:cNvPr>
          <p:cNvSpPr/>
          <p:nvPr/>
        </p:nvSpPr>
        <p:spPr>
          <a:xfrm>
            <a:off x="8226979" y="706974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CB1C90-E03A-6F61-A243-4075F31ADB1B}"/>
              </a:ext>
            </a:extLst>
          </p:cNvPr>
          <p:cNvSpPr txBox="1"/>
          <p:nvPr/>
        </p:nvSpPr>
        <p:spPr>
          <a:xfrm>
            <a:off x="1993215" y="50814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28D1DB-3A39-12B3-B897-A1FA5E388813}"/>
              </a:ext>
            </a:extLst>
          </p:cNvPr>
          <p:cNvSpPr txBox="1"/>
          <p:nvPr/>
        </p:nvSpPr>
        <p:spPr>
          <a:xfrm>
            <a:off x="3058272" y="7757924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08B1E4-F0E4-9BF4-EDC0-5965F05B8B8C}"/>
              </a:ext>
            </a:extLst>
          </p:cNvPr>
          <p:cNvSpPr txBox="1"/>
          <p:nvPr/>
        </p:nvSpPr>
        <p:spPr>
          <a:xfrm>
            <a:off x="4093076" y="7757924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AEFA85-1E8F-956C-E1A6-58155FB488E7}"/>
              </a:ext>
            </a:extLst>
          </p:cNvPr>
          <p:cNvSpPr txBox="1"/>
          <p:nvPr/>
        </p:nvSpPr>
        <p:spPr>
          <a:xfrm>
            <a:off x="5169978" y="7752580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6D0E7C-AF20-C444-4F14-DC6A4CAAEF98}"/>
              </a:ext>
            </a:extLst>
          </p:cNvPr>
          <p:cNvSpPr txBox="1"/>
          <p:nvPr/>
        </p:nvSpPr>
        <p:spPr>
          <a:xfrm>
            <a:off x="7318801" y="7752580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A6EA17-489A-3FB1-1711-A3E39DEB60FF}"/>
              </a:ext>
            </a:extLst>
          </p:cNvPr>
          <p:cNvSpPr txBox="1"/>
          <p:nvPr/>
        </p:nvSpPr>
        <p:spPr>
          <a:xfrm>
            <a:off x="8403417" y="7757924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3166FB-2A66-99B9-F261-0A7697816DB8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A06A472B-347C-8C94-C0BF-ECAE970E4F0A}"/>
              </a:ext>
            </a:extLst>
          </p:cNvPr>
          <p:cNvSpPr/>
          <p:nvPr/>
        </p:nvSpPr>
        <p:spPr>
          <a:xfrm>
            <a:off x="1977118" y="3747122"/>
            <a:ext cx="360000" cy="54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D56C8-C61D-A14F-5126-3E5637B224A8}"/>
              </a:ext>
            </a:extLst>
          </p:cNvPr>
          <p:cNvSpPr txBox="1"/>
          <p:nvPr/>
        </p:nvSpPr>
        <p:spPr>
          <a:xfrm>
            <a:off x="1706995" y="338578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3397087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02E7A-B7CD-52FA-907F-061A3D285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0AAC6CB-8E6E-EE96-A059-3C4B9D9F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418B70F-56C4-FEA3-CD9A-54FF7773AB5D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4AA0E86D-F0F5-6D21-495D-21A0366F5FDC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6650686-CDFB-1898-8BF7-8C802A3634FD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D9BC294-7A0C-4334-FD66-32A1AB51DC0E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2ABC510F-E728-10D6-8985-01ED70087080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71FB58D6-C149-EB00-B939-49724742B60D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C016ADCF-EE86-E0B9-DFFB-4EFCFAC50778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7E9F8DDB-FF33-02C8-3BD2-2D926958383E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BC50427-EA9C-3BB0-FC72-88C9720092C9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A72CED9-6E42-0FFB-7DE2-89D3AB7F4861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5933EEBE-D6AC-87CC-1F8B-A1581DC315F2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7ADDBB7-D958-F18E-B3E0-82774B970A45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056A3885-31BD-54C0-C124-7589D4B27F0D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CE508A-C388-2DFE-19A3-628ECEAB13B1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6BD4AA-EE85-E202-D932-FBEF9A81E43B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2D6342-E0D2-363E-F01F-F3E76B8EDBED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140E02-B438-0537-ACD1-1A33496DBD05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A1CEC6-4C73-6765-01FF-98259619A8A0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C3C5E0-A514-805C-0285-45309A0084BF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A4E0192-92DF-5D10-0893-FB4FA982AD96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3ABFC6B-3110-B2C2-F62C-62D953CA044B}"/>
              </a:ext>
            </a:extLst>
          </p:cNvPr>
          <p:cNvSpPr txBox="1"/>
          <p:nvPr/>
        </p:nvSpPr>
        <p:spPr>
          <a:xfrm>
            <a:off x="6182801" y="7700774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9E8489D9-8366-6FB9-7A5D-25E201475557}"/>
              </a:ext>
            </a:extLst>
          </p:cNvPr>
          <p:cNvSpPr/>
          <p:nvPr/>
        </p:nvSpPr>
        <p:spPr>
          <a:xfrm>
            <a:off x="1797118" y="436140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9A94B4C8-EDFB-3A0A-C623-A1653B6793C6}"/>
              </a:ext>
            </a:extLst>
          </p:cNvPr>
          <p:cNvSpPr/>
          <p:nvPr/>
        </p:nvSpPr>
        <p:spPr>
          <a:xfrm>
            <a:off x="2847516" y="4361400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7675DDB2-9374-5850-5A49-75037C859821}"/>
              </a:ext>
            </a:extLst>
          </p:cNvPr>
          <p:cNvSpPr/>
          <p:nvPr/>
        </p:nvSpPr>
        <p:spPr>
          <a:xfrm>
            <a:off x="3897914" y="436140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48575E23-6FB4-4D64-E865-6B9F410DCB1F}"/>
              </a:ext>
            </a:extLst>
          </p:cNvPr>
          <p:cNvSpPr/>
          <p:nvPr/>
        </p:nvSpPr>
        <p:spPr>
          <a:xfrm>
            <a:off x="4980003" y="4393216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8584746A-D672-B2D9-39D6-BA6413DBE740}"/>
              </a:ext>
            </a:extLst>
          </p:cNvPr>
          <p:cNvSpPr/>
          <p:nvPr/>
        </p:nvSpPr>
        <p:spPr>
          <a:xfrm>
            <a:off x="5996841" y="698077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804559B4-7B75-20FA-F279-54ABBA5858A8}"/>
              </a:ext>
            </a:extLst>
          </p:cNvPr>
          <p:cNvSpPr/>
          <p:nvPr/>
        </p:nvSpPr>
        <p:spPr>
          <a:xfrm>
            <a:off x="7111910" y="701259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86F5A588-A44E-1640-2A39-11F7B308FF78}"/>
              </a:ext>
            </a:extLst>
          </p:cNvPr>
          <p:cNvSpPr/>
          <p:nvPr/>
        </p:nvSpPr>
        <p:spPr>
          <a:xfrm>
            <a:off x="8226979" y="701259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6FAB242-C18E-53CD-BC87-5317A9E26C60}"/>
              </a:ext>
            </a:extLst>
          </p:cNvPr>
          <p:cNvSpPr txBox="1"/>
          <p:nvPr/>
        </p:nvSpPr>
        <p:spPr>
          <a:xfrm>
            <a:off x="1993215" y="50814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5AF8B7-95C4-7D57-B14E-12BEA4F81472}"/>
              </a:ext>
            </a:extLst>
          </p:cNvPr>
          <p:cNvSpPr txBox="1"/>
          <p:nvPr/>
        </p:nvSpPr>
        <p:spPr>
          <a:xfrm>
            <a:off x="3058272" y="50813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41AA29-CBF1-4581-3C8B-7E761C1659B4}"/>
              </a:ext>
            </a:extLst>
          </p:cNvPr>
          <p:cNvSpPr txBox="1"/>
          <p:nvPr/>
        </p:nvSpPr>
        <p:spPr>
          <a:xfrm>
            <a:off x="4093076" y="50813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39D07B-3241-5C0E-A5C6-BF8102D19F94}"/>
              </a:ext>
            </a:extLst>
          </p:cNvPr>
          <p:cNvSpPr txBox="1"/>
          <p:nvPr/>
        </p:nvSpPr>
        <p:spPr>
          <a:xfrm>
            <a:off x="5169978" y="50760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7946DF-943A-7449-66EF-B65E84A67301}"/>
              </a:ext>
            </a:extLst>
          </p:cNvPr>
          <p:cNvSpPr txBox="1"/>
          <p:nvPr/>
        </p:nvSpPr>
        <p:spPr>
          <a:xfrm>
            <a:off x="7318801" y="7695430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85D6A1-A399-1103-F81C-257712F10F56}"/>
              </a:ext>
            </a:extLst>
          </p:cNvPr>
          <p:cNvSpPr txBox="1"/>
          <p:nvPr/>
        </p:nvSpPr>
        <p:spPr>
          <a:xfrm>
            <a:off x="8403417" y="7700774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032822F-E2D5-4064-BAF3-7E5BC3D17E51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2CE3EA96-A356-B39F-EE39-20714728DAF0}"/>
              </a:ext>
            </a:extLst>
          </p:cNvPr>
          <p:cNvSpPr/>
          <p:nvPr/>
        </p:nvSpPr>
        <p:spPr>
          <a:xfrm>
            <a:off x="1977118" y="3747122"/>
            <a:ext cx="360000" cy="54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41746-23E8-E5CA-B9E7-6952443E788B}"/>
              </a:ext>
            </a:extLst>
          </p:cNvPr>
          <p:cNvSpPr txBox="1"/>
          <p:nvPr/>
        </p:nvSpPr>
        <p:spPr>
          <a:xfrm>
            <a:off x="1706995" y="338578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14596598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812900-8E8B-1A6C-1BBC-6E917B06D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D946BB3-323C-2B84-F2FC-9E99ABAD3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BA1996-F19C-8A6F-A88F-D64A03FD2761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AAEB8419-C06B-02A2-E663-F90957CEFDEA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D058FAE-A4E1-993E-0869-3068CD430664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2E2240B-E3CF-D915-B83A-A4E711F3A246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1936DC6B-E6FA-1D98-73A7-700F9D37F4EA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865FEE88-2F96-E9A5-36E3-B1DCA2B2CE23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2022FF31-E1D6-F791-9B1A-A3E93CFB492B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ABFAD40F-C3FF-4930-A7FA-ACED1478A724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C2FFD7A-FAEB-75C1-E8E7-DA8D9BA38403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FF1CBA8-3F30-2150-89A3-95B085464AB4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99BF0787-08B2-48E4-46AF-D3635A80855A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ED5B8FD-7E08-85B2-89B3-52DEFB369A75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48265997-8202-25D7-B738-C4F42A23CF41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899E48-222E-68C9-BD58-AB8E70484BBC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2EAFD4-E47E-2875-7B96-41E223F379D1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9B7A6F-04A7-9CBA-07F3-AC2BD70A9D01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C8902E-A13E-BD4B-329B-A329CDBDEAD7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0B3F7E-8E35-5E6E-23E9-53B0CC2D921B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C67A9B-399A-8EAF-53C2-909173484E5B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1CD969A-FE67-7CAA-C3C7-AB0D9B059041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120ACFD-536A-9758-7471-392F2C7B1E57}"/>
              </a:ext>
            </a:extLst>
          </p:cNvPr>
          <p:cNvSpPr txBox="1"/>
          <p:nvPr/>
        </p:nvSpPr>
        <p:spPr>
          <a:xfrm>
            <a:off x="6182801" y="7700774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61788E84-389A-1276-5664-271AF6BE3694}"/>
              </a:ext>
            </a:extLst>
          </p:cNvPr>
          <p:cNvSpPr/>
          <p:nvPr/>
        </p:nvSpPr>
        <p:spPr>
          <a:xfrm>
            <a:off x="1797118" y="4361401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F6A54252-733D-5F87-8C04-86C2A746D3A6}"/>
              </a:ext>
            </a:extLst>
          </p:cNvPr>
          <p:cNvSpPr/>
          <p:nvPr/>
        </p:nvSpPr>
        <p:spPr>
          <a:xfrm>
            <a:off x="2847516" y="4361400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C14C837D-DE15-537F-CE26-8AA97679F2A1}"/>
              </a:ext>
            </a:extLst>
          </p:cNvPr>
          <p:cNvSpPr/>
          <p:nvPr/>
        </p:nvSpPr>
        <p:spPr>
          <a:xfrm>
            <a:off x="3897914" y="436140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1CE7738B-952F-B97E-E1D4-6B9E12DC1EDA}"/>
              </a:ext>
            </a:extLst>
          </p:cNvPr>
          <p:cNvSpPr/>
          <p:nvPr/>
        </p:nvSpPr>
        <p:spPr>
          <a:xfrm>
            <a:off x="4980003" y="4393216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6C07CF7F-D3DC-1158-8E7E-42D49B3A5FE9}"/>
              </a:ext>
            </a:extLst>
          </p:cNvPr>
          <p:cNvSpPr/>
          <p:nvPr/>
        </p:nvSpPr>
        <p:spPr>
          <a:xfrm>
            <a:off x="5996841" y="698077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F109DC4E-900A-4727-C351-D8640AEB0079}"/>
              </a:ext>
            </a:extLst>
          </p:cNvPr>
          <p:cNvSpPr/>
          <p:nvPr/>
        </p:nvSpPr>
        <p:spPr>
          <a:xfrm>
            <a:off x="7111910" y="701259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C381212B-BE7A-D72D-168E-34C9582D4B33}"/>
              </a:ext>
            </a:extLst>
          </p:cNvPr>
          <p:cNvSpPr/>
          <p:nvPr/>
        </p:nvSpPr>
        <p:spPr>
          <a:xfrm>
            <a:off x="8226979" y="701259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D3AB72-FEE2-B939-F68D-5DB8003C1015}"/>
              </a:ext>
            </a:extLst>
          </p:cNvPr>
          <p:cNvSpPr txBox="1"/>
          <p:nvPr/>
        </p:nvSpPr>
        <p:spPr>
          <a:xfrm>
            <a:off x="1993215" y="50814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83667A-27F6-F181-C71E-E280DFC7B22D}"/>
              </a:ext>
            </a:extLst>
          </p:cNvPr>
          <p:cNvSpPr txBox="1"/>
          <p:nvPr/>
        </p:nvSpPr>
        <p:spPr>
          <a:xfrm>
            <a:off x="3058272" y="50813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6399EF0-B090-68AE-D61F-BFE2ED9EB2E4}"/>
              </a:ext>
            </a:extLst>
          </p:cNvPr>
          <p:cNvSpPr txBox="1"/>
          <p:nvPr/>
        </p:nvSpPr>
        <p:spPr>
          <a:xfrm>
            <a:off x="4093076" y="50813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CA3472-BF05-44B2-C180-16CE1281538D}"/>
              </a:ext>
            </a:extLst>
          </p:cNvPr>
          <p:cNvSpPr txBox="1"/>
          <p:nvPr/>
        </p:nvSpPr>
        <p:spPr>
          <a:xfrm>
            <a:off x="5169978" y="50760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25E82F-3A13-C4C8-92BF-34584AFF6509}"/>
              </a:ext>
            </a:extLst>
          </p:cNvPr>
          <p:cNvSpPr txBox="1"/>
          <p:nvPr/>
        </p:nvSpPr>
        <p:spPr>
          <a:xfrm>
            <a:off x="7318801" y="7695430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C832390-55CC-956D-B736-9AB3AA124B40}"/>
              </a:ext>
            </a:extLst>
          </p:cNvPr>
          <p:cNvSpPr txBox="1"/>
          <p:nvPr/>
        </p:nvSpPr>
        <p:spPr>
          <a:xfrm>
            <a:off x="8403417" y="7700774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5D49AC-A76D-D8EB-A6D8-9C7FBB762B42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9FE67221-6BCF-E523-4AD3-0153876D4B05}"/>
              </a:ext>
            </a:extLst>
          </p:cNvPr>
          <p:cNvSpPr/>
          <p:nvPr/>
        </p:nvSpPr>
        <p:spPr>
          <a:xfrm>
            <a:off x="3034509" y="3747122"/>
            <a:ext cx="360000" cy="54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D1463-A23B-B699-1C53-3C977AA7F2CE}"/>
              </a:ext>
            </a:extLst>
          </p:cNvPr>
          <p:cNvSpPr txBox="1"/>
          <p:nvPr/>
        </p:nvSpPr>
        <p:spPr>
          <a:xfrm>
            <a:off x="2764386" y="338578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2756231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A3955-A26A-B1E9-3391-F0770EDC7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731968D-EF97-5C52-BAFA-D56F1DC13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D9CF71-4D70-D6D5-76F1-F6D30B87DE3D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97323BC7-BF52-A1B4-7957-B306BA1A2AED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C843F3B-1DAB-FD48-9511-63965C72CE4E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CBF48BC-502F-3EF7-EA48-F3DD3B5D4195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BBD8CCF7-5D89-F1E4-879E-295B958D9C51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B5E8B592-5EDF-601B-478E-40A296978934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8EBB1C5B-0547-B6F0-1FB7-D5D65E6ED804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4419CEF0-B9DE-4040-CC6F-2342DD07C4CA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3E443F4-6359-3BFA-1E13-1E6DBD396AED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D2BD934-20A2-8E74-F014-9715132302A4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C79C644E-B920-662B-9779-EC1B8A35462F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CC1BB6F-A818-D989-376E-7DC645B0D3C3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4BBFF2EF-6B03-A698-58DA-5FA55A82BBFA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EC2F73-FA46-AA6B-3317-8EA0E03A3BF3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38715A-5487-2395-BEF9-26D265D53F16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FDC4CE-1631-0CF8-3C0B-1D51F3D66DD4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D6C041-EE4E-905D-496F-A9428E921555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EFB4BB-003B-F807-4BD5-AEB8E5C1FFD9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DE6519-7FC8-D932-383C-262E5895B217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03B24A2-616F-95D6-7220-2EDE9B093FFF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2728C34-B79A-C2E5-2E25-BF4ACA4ED677}"/>
              </a:ext>
            </a:extLst>
          </p:cNvPr>
          <p:cNvSpPr txBox="1"/>
          <p:nvPr/>
        </p:nvSpPr>
        <p:spPr>
          <a:xfrm>
            <a:off x="6182801" y="5081399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5ED516CF-0584-5DFE-C607-BEB30206C15D}"/>
              </a:ext>
            </a:extLst>
          </p:cNvPr>
          <p:cNvSpPr/>
          <p:nvPr/>
        </p:nvSpPr>
        <p:spPr>
          <a:xfrm>
            <a:off x="1797118" y="4361401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B6CCF9FD-F3CD-FCA3-7282-E960EDD41038}"/>
              </a:ext>
            </a:extLst>
          </p:cNvPr>
          <p:cNvSpPr/>
          <p:nvPr/>
        </p:nvSpPr>
        <p:spPr>
          <a:xfrm>
            <a:off x="2847516" y="4361400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6D121266-4137-8DBA-46D4-6CD41515A4E7}"/>
              </a:ext>
            </a:extLst>
          </p:cNvPr>
          <p:cNvSpPr/>
          <p:nvPr/>
        </p:nvSpPr>
        <p:spPr>
          <a:xfrm>
            <a:off x="3897914" y="436140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6B7FAA4C-5331-75C3-F418-1120DFFB328D}"/>
              </a:ext>
            </a:extLst>
          </p:cNvPr>
          <p:cNvSpPr/>
          <p:nvPr/>
        </p:nvSpPr>
        <p:spPr>
          <a:xfrm>
            <a:off x="4980003" y="4393216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5D55137B-9A85-6602-C6FB-766617C9B46A}"/>
              </a:ext>
            </a:extLst>
          </p:cNvPr>
          <p:cNvSpPr/>
          <p:nvPr/>
        </p:nvSpPr>
        <p:spPr>
          <a:xfrm>
            <a:off x="5996841" y="4361400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82439CE6-F724-0285-9E51-2773FD91CF86}"/>
              </a:ext>
            </a:extLst>
          </p:cNvPr>
          <p:cNvSpPr/>
          <p:nvPr/>
        </p:nvSpPr>
        <p:spPr>
          <a:xfrm>
            <a:off x="7111910" y="439321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AA5C9772-BFD3-1011-849E-EC0DD142E92A}"/>
              </a:ext>
            </a:extLst>
          </p:cNvPr>
          <p:cNvSpPr/>
          <p:nvPr/>
        </p:nvSpPr>
        <p:spPr>
          <a:xfrm>
            <a:off x="8226979" y="4393216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5AE867F-506D-230D-272D-700A1920F016}"/>
              </a:ext>
            </a:extLst>
          </p:cNvPr>
          <p:cNvSpPr txBox="1"/>
          <p:nvPr/>
        </p:nvSpPr>
        <p:spPr>
          <a:xfrm>
            <a:off x="1993215" y="50814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C479BD-4C53-A471-6E5F-3952264AD254}"/>
              </a:ext>
            </a:extLst>
          </p:cNvPr>
          <p:cNvSpPr txBox="1"/>
          <p:nvPr/>
        </p:nvSpPr>
        <p:spPr>
          <a:xfrm>
            <a:off x="3058272" y="50813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A6B1B4-62B9-5485-F499-FB41EADCD568}"/>
              </a:ext>
            </a:extLst>
          </p:cNvPr>
          <p:cNvSpPr txBox="1"/>
          <p:nvPr/>
        </p:nvSpPr>
        <p:spPr>
          <a:xfrm>
            <a:off x="4093076" y="50813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A0799B-ED26-6402-E0DB-A6D9A3CC8289}"/>
              </a:ext>
            </a:extLst>
          </p:cNvPr>
          <p:cNvSpPr txBox="1"/>
          <p:nvPr/>
        </p:nvSpPr>
        <p:spPr>
          <a:xfrm>
            <a:off x="5169978" y="50760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B17A39-E7E8-8C84-4BAD-B22FD56289E2}"/>
              </a:ext>
            </a:extLst>
          </p:cNvPr>
          <p:cNvSpPr txBox="1"/>
          <p:nvPr/>
        </p:nvSpPr>
        <p:spPr>
          <a:xfrm>
            <a:off x="7318801" y="5076055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A09A21A-F1D1-1373-3FBB-2D7F015380F2}"/>
              </a:ext>
            </a:extLst>
          </p:cNvPr>
          <p:cNvSpPr txBox="1"/>
          <p:nvPr/>
        </p:nvSpPr>
        <p:spPr>
          <a:xfrm>
            <a:off x="8403417" y="5081399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04A7C9D-BC55-D3B8-1962-9A3C253EDB57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E6A0AB0-9218-F04B-8F06-AD2F14263AAF}"/>
              </a:ext>
            </a:extLst>
          </p:cNvPr>
          <p:cNvSpPr/>
          <p:nvPr/>
        </p:nvSpPr>
        <p:spPr>
          <a:xfrm>
            <a:off x="3034509" y="3747122"/>
            <a:ext cx="360000" cy="54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BF8F2-4F9D-5E10-7EE9-6BB989A7AE67}"/>
              </a:ext>
            </a:extLst>
          </p:cNvPr>
          <p:cNvSpPr txBox="1"/>
          <p:nvPr/>
        </p:nvSpPr>
        <p:spPr>
          <a:xfrm>
            <a:off x="2764386" y="338578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366049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A8FF8-437F-E9BA-524C-B97D73F46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4A0A383-526D-82B9-45DF-B4F2D7064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86549C-78C2-DC02-865B-68448A810C35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6FE5F2FB-C5FF-76A4-4208-FEE7D68F5FB0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2AB20D0-441E-EE68-2134-B7707FC4C3B4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D74292B-D96C-C53C-8FD8-04AE6CD83B32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740D1478-70A1-7839-52E7-BD4A1F3585F2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26D3F6C6-4B07-8681-91CC-1FB37583EFEB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9B872D8C-8A0A-8BFF-1FD9-5E4D164C5AC9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E3A5B9A7-EB9E-95EF-2D38-73AF0F3BDC1C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DE26AFE-26FB-80FE-FBC5-7115F3A5ED52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1C40454-84F5-009E-FEEC-2DECE48FE014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53C62D0A-95B5-D879-B62E-EDD5D1DDF84B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D560586-296E-E5C7-ADC6-F73FDAAFA777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CB834B9A-A469-D2AA-DE8F-A8F4E0AB1BAB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F4571D-C2AA-CB16-E49C-3ADFC2783779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BFB965-F919-41DE-9D57-4FDCDB9DDD86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11D069-1E6F-71A0-842F-AC81239E37F1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CDF91B-33DF-0A89-09C0-5FDCD4773C7E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B332DE-85F1-10FD-7895-59D1A72C7189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C6FE54-6627-FBE2-99AA-D417A4257B0D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98517E1-C439-9959-C7A8-5BA8C22ECA22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CB192AD-EF84-03A5-A582-6EA797BC472C}"/>
              </a:ext>
            </a:extLst>
          </p:cNvPr>
          <p:cNvSpPr txBox="1"/>
          <p:nvPr/>
        </p:nvSpPr>
        <p:spPr>
          <a:xfrm>
            <a:off x="6182801" y="5081399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6CB25133-0832-C805-7D4F-24D3F806059B}"/>
              </a:ext>
            </a:extLst>
          </p:cNvPr>
          <p:cNvSpPr/>
          <p:nvPr/>
        </p:nvSpPr>
        <p:spPr>
          <a:xfrm>
            <a:off x="1797118" y="4361401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5D32F1DB-7D8F-4080-68E2-028FCBCF15D4}"/>
              </a:ext>
            </a:extLst>
          </p:cNvPr>
          <p:cNvSpPr/>
          <p:nvPr/>
        </p:nvSpPr>
        <p:spPr>
          <a:xfrm>
            <a:off x="2847516" y="4361400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13E62DA2-706E-408D-1D58-F211640090CE}"/>
              </a:ext>
            </a:extLst>
          </p:cNvPr>
          <p:cNvSpPr/>
          <p:nvPr/>
        </p:nvSpPr>
        <p:spPr>
          <a:xfrm>
            <a:off x="3897914" y="436140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D6B3C915-282D-E2D6-1567-35272AA0D160}"/>
              </a:ext>
            </a:extLst>
          </p:cNvPr>
          <p:cNvSpPr/>
          <p:nvPr/>
        </p:nvSpPr>
        <p:spPr>
          <a:xfrm>
            <a:off x="4980003" y="4393216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5601D4AC-5D3A-9FB0-CC0E-C1F5C94F581F}"/>
              </a:ext>
            </a:extLst>
          </p:cNvPr>
          <p:cNvSpPr/>
          <p:nvPr/>
        </p:nvSpPr>
        <p:spPr>
          <a:xfrm>
            <a:off x="5996841" y="4361400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9EAFE546-11AB-5937-F6A5-E41489EEDC31}"/>
              </a:ext>
            </a:extLst>
          </p:cNvPr>
          <p:cNvSpPr/>
          <p:nvPr/>
        </p:nvSpPr>
        <p:spPr>
          <a:xfrm>
            <a:off x="7111910" y="439321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60F583DA-451D-25CA-FFE2-83A4DBC3D892}"/>
              </a:ext>
            </a:extLst>
          </p:cNvPr>
          <p:cNvSpPr/>
          <p:nvPr/>
        </p:nvSpPr>
        <p:spPr>
          <a:xfrm>
            <a:off x="8226979" y="4393216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C269A2-2D5C-18C8-89F6-6E2D37929546}"/>
              </a:ext>
            </a:extLst>
          </p:cNvPr>
          <p:cNvSpPr txBox="1"/>
          <p:nvPr/>
        </p:nvSpPr>
        <p:spPr>
          <a:xfrm>
            <a:off x="1993215" y="50814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7199E61-0ACF-D1F7-9424-C2FCD8718A62}"/>
              </a:ext>
            </a:extLst>
          </p:cNvPr>
          <p:cNvSpPr txBox="1"/>
          <p:nvPr/>
        </p:nvSpPr>
        <p:spPr>
          <a:xfrm>
            <a:off x="3058272" y="50813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923863-59FB-419A-A4C2-1EC36BD9DFA6}"/>
              </a:ext>
            </a:extLst>
          </p:cNvPr>
          <p:cNvSpPr txBox="1"/>
          <p:nvPr/>
        </p:nvSpPr>
        <p:spPr>
          <a:xfrm>
            <a:off x="4093076" y="50813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42783C-7C15-9A09-210B-A989D2FDC94E}"/>
              </a:ext>
            </a:extLst>
          </p:cNvPr>
          <p:cNvSpPr txBox="1"/>
          <p:nvPr/>
        </p:nvSpPr>
        <p:spPr>
          <a:xfrm>
            <a:off x="5169978" y="50760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5B8809A-0928-5154-FA64-0162523F6BF8}"/>
              </a:ext>
            </a:extLst>
          </p:cNvPr>
          <p:cNvSpPr txBox="1"/>
          <p:nvPr/>
        </p:nvSpPr>
        <p:spPr>
          <a:xfrm>
            <a:off x="7318801" y="5076055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12D66D-F09C-12F4-DFB5-B5D2B963ED2F}"/>
              </a:ext>
            </a:extLst>
          </p:cNvPr>
          <p:cNvSpPr txBox="1"/>
          <p:nvPr/>
        </p:nvSpPr>
        <p:spPr>
          <a:xfrm>
            <a:off x="8403417" y="5081399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BFF3064-A057-D5BA-0F46-CE22E6C1C810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711602D-457D-E8B7-006F-4A48553D8FEF}"/>
              </a:ext>
            </a:extLst>
          </p:cNvPr>
          <p:cNvSpPr/>
          <p:nvPr/>
        </p:nvSpPr>
        <p:spPr>
          <a:xfrm>
            <a:off x="4092376" y="3747122"/>
            <a:ext cx="360000" cy="54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526DDC-4206-7911-F026-C82483701108}"/>
              </a:ext>
            </a:extLst>
          </p:cNvPr>
          <p:cNvSpPr txBox="1"/>
          <p:nvPr/>
        </p:nvSpPr>
        <p:spPr>
          <a:xfrm>
            <a:off x="3822253" y="338578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2707366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373FE-9437-7BB6-2BB7-0E0FA0A7F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71E80D-6455-0FE9-A5E3-C5E8DD13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29A026-3F45-B186-19C3-1CD3439561A2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A3FA3A1A-9CD9-1DC9-96CF-07D41DFD217E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C93976B-7F6B-052E-49C1-45B8BF2BFF69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6DCEB4-7A8F-AB31-0769-4DB38687D6B1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C682AAE0-5171-A14E-D58F-C9BC7713D470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10DA1000-7AB9-E1DA-843F-47B2398CBEB2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044CDCB0-B7B7-16F8-81F5-B1C893F78379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D30449F2-536A-7C10-975B-1E446B610B7A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CF68FD-4ECF-8739-AB6E-02857633DF25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451CA39-DE52-9DAA-1094-5A707CFF25D1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53E4888B-BE06-DDD4-40E2-2EC7CD423565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A8A16CF-D03E-FECD-F5AA-F66DB17043E2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9CA343AB-1577-E1CC-D5EC-5B454553F855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641A87-BD25-95DA-00D6-FEE541D08C40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8D44C6-09CB-C0E2-FEE0-9B699B86BEAB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15FE7D-5A3D-513B-717D-F9AA456EC79E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FEFFAA-99A9-B609-12E8-E23FACEF3FE4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C542DF-A816-571B-E65B-DD17428D273F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5C113E-8B83-96E2-EA9A-AA25666E0E9D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927B3E2-39E6-AE55-A10E-4118F379DC09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63EF55E-D43D-96DA-5607-420140E304B3}"/>
              </a:ext>
            </a:extLst>
          </p:cNvPr>
          <p:cNvSpPr txBox="1"/>
          <p:nvPr/>
        </p:nvSpPr>
        <p:spPr>
          <a:xfrm>
            <a:off x="6182801" y="5081399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BAB030B0-B58F-BB4A-C62B-C8F37A94AA9A}"/>
              </a:ext>
            </a:extLst>
          </p:cNvPr>
          <p:cNvSpPr/>
          <p:nvPr/>
        </p:nvSpPr>
        <p:spPr>
          <a:xfrm>
            <a:off x="1797118" y="4361401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65FC094C-86B6-2FF3-5F5A-C738F167661C}"/>
              </a:ext>
            </a:extLst>
          </p:cNvPr>
          <p:cNvSpPr/>
          <p:nvPr/>
        </p:nvSpPr>
        <p:spPr>
          <a:xfrm>
            <a:off x="2847516" y="4361400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19B00073-541D-4FDD-8C1E-A1FB90063C4B}"/>
              </a:ext>
            </a:extLst>
          </p:cNvPr>
          <p:cNvSpPr/>
          <p:nvPr/>
        </p:nvSpPr>
        <p:spPr>
          <a:xfrm>
            <a:off x="3897914" y="4361400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7912BD54-A926-362A-91CF-2CC482A657C8}"/>
              </a:ext>
            </a:extLst>
          </p:cNvPr>
          <p:cNvSpPr/>
          <p:nvPr/>
        </p:nvSpPr>
        <p:spPr>
          <a:xfrm>
            <a:off x="4980003" y="4393216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179EA0C9-B4EE-84D0-4D2A-90B71134E1E2}"/>
              </a:ext>
            </a:extLst>
          </p:cNvPr>
          <p:cNvSpPr/>
          <p:nvPr/>
        </p:nvSpPr>
        <p:spPr>
          <a:xfrm>
            <a:off x="5996841" y="4361400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C7C4F806-4331-F281-2837-CC4C90232319}"/>
              </a:ext>
            </a:extLst>
          </p:cNvPr>
          <p:cNvSpPr/>
          <p:nvPr/>
        </p:nvSpPr>
        <p:spPr>
          <a:xfrm>
            <a:off x="7111910" y="439321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F9C154AE-DC7A-DF47-091F-D32B8B053C44}"/>
              </a:ext>
            </a:extLst>
          </p:cNvPr>
          <p:cNvSpPr/>
          <p:nvPr/>
        </p:nvSpPr>
        <p:spPr>
          <a:xfrm>
            <a:off x="8226979" y="4393216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EA6EDF-C57E-A05F-883C-1EFCDF9E274E}"/>
              </a:ext>
            </a:extLst>
          </p:cNvPr>
          <p:cNvSpPr txBox="1"/>
          <p:nvPr/>
        </p:nvSpPr>
        <p:spPr>
          <a:xfrm>
            <a:off x="1993215" y="50814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08ED171-F013-8177-E5A9-F4DF6135A32C}"/>
              </a:ext>
            </a:extLst>
          </p:cNvPr>
          <p:cNvSpPr txBox="1"/>
          <p:nvPr/>
        </p:nvSpPr>
        <p:spPr>
          <a:xfrm>
            <a:off x="3058272" y="50813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9C47F9-9808-3580-580A-90E4DAA5653A}"/>
              </a:ext>
            </a:extLst>
          </p:cNvPr>
          <p:cNvSpPr txBox="1"/>
          <p:nvPr/>
        </p:nvSpPr>
        <p:spPr>
          <a:xfrm>
            <a:off x="4093076" y="50813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1773F9-B73B-43D0-6CEB-EB3EB5ED299A}"/>
              </a:ext>
            </a:extLst>
          </p:cNvPr>
          <p:cNvSpPr txBox="1"/>
          <p:nvPr/>
        </p:nvSpPr>
        <p:spPr>
          <a:xfrm>
            <a:off x="5169978" y="50760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E6D7DB-8C33-E536-4DF3-0EF368CAB13E}"/>
              </a:ext>
            </a:extLst>
          </p:cNvPr>
          <p:cNvSpPr txBox="1"/>
          <p:nvPr/>
        </p:nvSpPr>
        <p:spPr>
          <a:xfrm>
            <a:off x="7318801" y="5076055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5263F0-8079-F23D-D60F-CF4F32D495A2}"/>
              </a:ext>
            </a:extLst>
          </p:cNvPr>
          <p:cNvSpPr txBox="1"/>
          <p:nvPr/>
        </p:nvSpPr>
        <p:spPr>
          <a:xfrm>
            <a:off x="8403417" y="5081399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D29386-EECE-3218-AFFB-8188A1C23700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F2050147-EBC7-036B-AE30-879DBBE9F3AC}"/>
              </a:ext>
            </a:extLst>
          </p:cNvPr>
          <p:cNvSpPr/>
          <p:nvPr/>
        </p:nvSpPr>
        <p:spPr>
          <a:xfrm>
            <a:off x="5190546" y="3747122"/>
            <a:ext cx="360000" cy="54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C3B6D8-179D-A99C-D1AB-551B6B2897F4}"/>
              </a:ext>
            </a:extLst>
          </p:cNvPr>
          <p:cNvSpPr txBox="1"/>
          <p:nvPr/>
        </p:nvSpPr>
        <p:spPr>
          <a:xfrm>
            <a:off x="4920423" y="338578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1669021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6EEE6-3269-A78A-858D-01F9130AB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F79AB58-B858-1C08-C9AF-2CB12CA6B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5C2888-9173-381E-52B1-E351E6E43C5F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AD208CE5-D6E0-F42A-25BC-3C0FCFBCC507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4F9AD1-EBEE-44F9-263B-BFEB05C49AD7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20EF3E6-A43F-CFA6-7354-895DE68482C2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30F6732D-7D9D-74A4-5D59-A725BEF6C90A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EF0656EF-706D-303C-CE4B-4039EDC53B53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B39DBE69-EF70-0292-29C6-7EA0629A95C1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A8DAB5B2-A7E0-C032-59D2-8C5C8B62B4D8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F2482D-AED6-09FB-7829-423D8ADC9A36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76AF7D2-ADAB-49DD-7BDF-CAE871BB52D8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80EFB831-939F-8BFF-9738-9743528CCF75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A1D6985-ADF7-FC55-DC4C-21CD9BB3D310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C2E89295-5C22-AA51-53DA-CB62CC81CCE2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A61810-187B-89C8-BE77-6D6BAEB849A6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4B71E9-D9FF-AE78-6491-1A2B8AE2740F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F31F5B-AC9A-249F-C055-816E982F70B4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3A013C-3460-2AFC-03EE-2156AFA7FF59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0DC90D-BAAB-0A28-5185-C717389C7918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9A2CA2-EA92-96FA-CAAC-C91FC96BF659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B1CC9EC-B44A-10CD-E4A5-76746238B543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57535BA-9538-811A-C5AE-7759BE4DAA6F}"/>
              </a:ext>
            </a:extLst>
          </p:cNvPr>
          <p:cNvSpPr txBox="1"/>
          <p:nvPr/>
        </p:nvSpPr>
        <p:spPr>
          <a:xfrm>
            <a:off x="6182801" y="5081399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92946F13-88BB-9489-F097-0CC7F58E58EA}"/>
              </a:ext>
            </a:extLst>
          </p:cNvPr>
          <p:cNvSpPr/>
          <p:nvPr/>
        </p:nvSpPr>
        <p:spPr>
          <a:xfrm>
            <a:off x="1797118" y="4361401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B58E96D2-4DE9-AC10-8FC1-F3BCC3B48517}"/>
              </a:ext>
            </a:extLst>
          </p:cNvPr>
          <p:cNvSpPr/>
          <p:nvPr/>
        </p:nvSpPr>
        <p:spPr>
          <a:xfrm>
            <a:off x="2847516" y="4361400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F055BEA5-0637-B88B-BC26-3BE57597CF40}"/>
              </a:ext>
            </a:extLst>
          </p:cNvPr>
          <p:cNvSpPr/>
          <p:nvPr/>
        </p:nvSpPr>
        <p:spPr>
          <a:xfrm>
            <a:off x="3897914" y="4361400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A887737C-E948-2431-E9EC-95BCCBE6CA7C}"/>
              </a:ext>
            </a:extLst>
          </p:cNvPr>
          <p:cNvSpPr/>
          <p:nvPr/>
        </p:nvSpPr>
        <p:spPr>
          <a:xfrm>
            <a:off x="4980003" y="4393216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40B661D9-AEE2-B943-DD6A-AF12F9A700A7}"/>
              </a:ext>
            </a:extLst>
          </p:cNvPr>
          <p:cNvSpPr/>
          <p:nvPr/>
        </p:nvSpPr>
        <p:spPr>
          <a:xfrm>
            <a:off x="5996841" y="4361400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D26AC0B2-4C94-F2D9-B673-3DFF3DF7C55F}"/>
              </a:ext>
            </a:extLst>
          </p:cNvPr>
          <p:cNvSpPr/>
          <p:nvPr/>
        </p:nvSpPr>
        <p:spPr>
          <a:xfrm>
            <a:off x="7111910" y="439321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818B4167-47A6-A9EC-90E0-3AEF7B683333}"/>
              </a:ext>
            </a:extLst>
          </p:cNvPr>
          <p:cNvSpPr/>
          <p:nvPr/>
        </p:nvSpPr>
        <p:spPr>
          <a:xfrm>
            <a:off x="8226979" y="4393216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6F0DF23-B695-051B-6D99-65B1593A584D}"/>
              </a:ext>
            </a:extLst>
          </p:cNvPr>
          <p:cNvSpPr txBox="1"/>
          <p:nvPr/>
        </p:nvSpPr>
        <p:spPr>
          <a:xfrm>
            <a:off x="1993215" y="50814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CC2325-8001-EAF2-26E6-6F4C2FD7F2BA}"/>
              </a:ext>
            </a:extLst>
          </p:cNvPr>
          <p:cNvSpPr txBox="1"/>
          <p:nvPr/>
        </p:nvSpPr>
        <p:spPr>
          <a:xfrm>
            <a:off x="3058272" y="50813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B2A51E-43D9-303C-0E44-23ABE9A3DF52}"/>
              </a:ext>
            </a:extLst>
          </p:cNvPr>
          <p:cNvSpPr txBox="1"/>
          <p:nvPr/>
        </p:nvSpPr>
        <p:spPr>
          <a:xfrm>
            <a:off x="4093076" y="50813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ED05BE-6C99-C72B-9603-807481A5C67A}"/>
              </a:ext>
            </a:extLst>
          </p:cNvPr>
          <p:cNvSpPr txBox="1"/>
          <p:nvPr/>
        </p:nvSpPr>
        <p:spPr>
          <a:xfrm>
            <a:off x="5169978" y="50760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405EEC-8810-C246-F094-B8E17DC22FFD}"/>
              </a:ext>
            </a:extLst>
          </p:cNvPr>
          <p:cNvSpPr txBox="1"/>
          <p:nvPr/>
        </p:nvSpPr>
        <p:spPr>
          <a:xfrm>
            <a:off x="7318801" y="5076055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B20FD1-6109-87BA-2B7F-AD1CBE43E9AA}"/>
              </a:ext>
            </a:extLst>
          </p:cNvPr>
          <p:cNvSpPr txBox="1"/>
          <p:nvPr/>
        </p:nvSpPr>
        <p:spPr>
          <a:xfrm>
            <a:off x="8403417" y="5081399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29A05FA-1CA0-ED09-1CCE-09287ECE55AF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26544933-238D-9D58-DF94-071298029E70}"/>
              </a:ext>
            </a:extLst>
          </p:cNvPr>
          <p:cNvSpPr/>
          <p:nvPr/>
        </p:nvSpPr>
        <p:spPr>
          <a:xfrm>
            <a:off x="6182801" y="3747122"/>
            <a:ext cx="360000" cy="54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0AA4B-95C6-366A-33D2-96A5FE627E71}"/>
              </a:ext>
            </a:extLst>
          </p:cNvPr>
          <p:cNvSpPr txBox="1"/>
          <p:nvPr/>
        </p:nvSpPr>
        <p:spPr>
          <a:xfrm>
            <a:off x="5912678" y="338578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24156555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3D241-0881-64C6-D103-2153D9F16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88446FC-E9B5-896D-F65E-28E7A8D2E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9B36E1-EE63-B59B-CD1D-A9C9C099C41E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3673EA64-003E-D7A8-9818-9E7EAA11E2C2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191ABE7-531B-86B1-7D96-28098DCF70B7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BDBE16B-A6C7-3B51-5E3D-EBE2148AAC64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1EE04767-452F-B7B7-562E-2C9A9C1C0ED0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4B8A2B90-0352-7DA8-D196-907BEEDB533A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F4B13C5C-EAB2-339A-A43B-1D96FB79528E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08B274D0-94FA-A393-7218-8DBACEE66271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925797-AA88-8268-5B9B-2A0AFBDDA3BB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A702483-C493-7E21-EE07-CEB99AB27728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E516554D-028A-AE53-A134-E017520D6914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5B6A5B5-F50D-5E2B-C544-E1AE0D9FF5AD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ADF2F1C8-5592-AA75-F443-B8E2AD0A8D48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5E1F99-578B-5142-304B-88D2FEB38318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379097-F0EC-1AD5-5C96-A142E9DEE4C5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057602-13CC-F9A5-25F5-691C46E4D813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68A36F-ECDC-87F8-43DA-0D86E14FBBB8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1E412B-FD33-A4A1-EC2D-6E72119238E4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755EA9-EA3C-BABC-8916-2CF2418ACCBE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0F46A3D-52AC-BE5E-72BB-4D16FA1BBF1B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42AD852-691D-7455-5C12-56C495A88364}"/>
              </a:ext>
            </a:extLst>
          </p:cNvPr>
          <p:cNvSpPr txBox="1"/>
          <p:nvPr/>
        </p:nvSpPr>
        <p:spPr>
          <a:xfrm>
            <a:off x="6182801" y="5081399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95C7C9F4-ABB7-2626-AC2B-A53502D3868B}"/>
              </a:ext>
            </a:extLst>
          </p:cNvPr>
          <p:cNvSpPr/>
          <p:nvPr/>
        </p:nvSpPr>
        <p:spPr>
          <a:xfrm>
            <a:off x="1797118" y="4361401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5DE8472B-4E80-CF4C-7A4F-A271DFB0F1F3}"/>
              </a:ext>
            </a:extLst>
          </p:cNvPr>
          <p:cNvSpPr/>
          <p:nvPr/>
        </p:nvSpPr>
        <p:spPr>
          <a:xfrm>
            <a:off x="2847516" y="4361400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DFA40F7E-196B-4042-C20F-C91271485152}"/>
              </a:ext>
            </a:extLst>
          </p:cNvPr>
          <p:cNvSpPr/>
          <p:nvPr/>
        </p:nvSpPr>
        <p:spPr>
          <a:xfrm>
            <a:off x="3897914" y="4361400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4A8F93BE-3C7A-2514-15D8-6AD7414961AE}"/>
              </a:ext>
            </a:extLst>
          </p:cNvPr>
          <p:cNvSpPr/>
          <p:nvPr/>
        </p:nvSpPr>
        <p:spPr>
          <a:xfrm>
            <a:off x="4980003" y="4393216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5A3B4C00-EB3B-FB14-E007-BB633F3AAEAA}"/>
              </a:ext>
            </a:extLst>
          </p:cNvPr>
          <p:cNvSpPr/>
          <p:nvPr/>
        </p:nvSpPr>
        <p:spPr>
          <a:xfrm>
            <a:off x="5996841" y="4361400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2174F319-28C3-1988-7C5F-496E45B77852}"/>
              </a:ext>
            </a:extLst>
          </p:cNvPr>
          <p:cNvSpPr/>
          <p:nvPr/>
        </p:nvSpPr>
        <p:spPr>
          <a:xfrm>
            <a:off x="7111910" y="439321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83F58D2F-A054-A914-77D3-AA9BDF837CDE}"/>
              </a:ext>
            </a:extLst>
          </p:cNvPr>
          <p:cNvSpPr/>
          <p:nvPr/>
        </p:nvSpPr>
        <p:spPr>
          <a:xfrm>
            <a:off x="8226979" y="4393216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D5C19A-8522-96FD-916C-55C7261F948E}"/>
              </a:ext>
            </a:extLst>
          </p:cNvPr>
          <p:cNvSpPr txBox="1"/>
          <p:nvPr/>
        </p:nvSpPr>
        <p:spPr>
          <a:xfrm>
            <a:off x="1993215" y="50814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5C33E38-538F-317E-51AC-9F49199A4D75}"/>
              </a:ext>
            </a:extLst>
          </p:cNvPr>
          <p:cNvSpPr txBox="1"/>
          <p:nvPr/>
        </p:nvSpPr>
        <p:spPr>
          <a:xfrm>
            <a:off x="3058272" y="50813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214807-E50E-16EB-B3D0-D774D3CF2176}"/>
              </a:ext>
            </a:extLst>
          </p:cNvPr>
          <p:cNvSpPr txBox="1"/>
          <p:nvPr/>
        </p:nvSpPr>
        <p:spPr>
          <a:xfrm>
            <a:off x="4093076" y="50813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D9DCD2-6195-6642-B892-6468E2FB0064}"/>
              </a:ext>
            </a:extLst>
          </p:cNvPr>
          <p:cNvSpPr txBox="1"/>
          <p:nvPr/>
        </p:nvSpPr>
        <p:spPr>
          <a:xfrm>
            <a:off x="5169978" y="50760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3065F38-7835-5709-09D2-1FF2729378C5}"/>
              </a:ext>
            </a:extLst>
          </p:cNvPr>
          <p:cNvSpPr txBox="1"/>
          <p:nvPr/>
        </p:nvSpPr>
        <p:spPr>
          <a:xfrm>
            <a:off x="7318801" y="5076055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140ED5-D1A4-2A89-ABE4-52DFDCC50423}"/>
              </a:ext>
            </a:extLst>
          </p:cNvPr>
          <p:cNvSpPr txBox="1"/>
          <p:nvPr/>
        </p:nvSpPr>
        <p:spPr>
          <a:xfrm>
            <a:off x="8403417" y="5081399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10A056-2CF5-1761-0707-71A74F563AD6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DAAE76DF-137F-2A5B-1FC2-7B1B21215C9F}"/>
              </a:ext>
            </a:extLst>
          </p:cNvPr>
          <p:cNvSpPr/>
          <p:nvPr/>
        </p:nvSpPr>
        <p:spPr>
          <a:xfrm>
            <a:off x="7318801" y="3747122"/>
            <a:ext cx="360000" cy="54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686516-63CF-D1C8-6D2B-5150642F48DF}"/>
              </a:ext>
            </a:extLst>
          </p:cNvPr>
          <p:cNvSpPr txBox="1"/>
          <p:nvPr/>
        </p:nvSpPr>
        <p:spPr>
          <a:xfrm>
            <a:off x="7048678" y="3385782"/>
            <a:ext cx="90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4252004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DEB04-3865-67E5-FC90-50668060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A916E2A-7F80-DBEE-27C7-4823F6542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B2DA23C-4A1D-CC6B-4A2B-E9C8F9F9EDF7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EE549C45-BD67-256D-1B3F-6E3E74FB18EC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194FA50-509A-0CB3-948B-5176FA923825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3825850-98A4-A53E-923B-5EB005B1C9D2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43FD8B79-6468-5E42-D653-6B267D563AD6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288AA538-2819-F3CA-6979-B803EE726FED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BB7BF784-5B2A-43FC-BE02-BF2E87046617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BCA742A8-49D2-8666-33C9-635A3721EF21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EDC55B3-66D7-30B9-A5DB-9CF63246E215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DD0B485-4683-9426-BC33-3FA52CB4A530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6CEE56EC-13C1-B16C-973A-C4A6AF8958F0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EB99DD6-AC4C-65A8-F94B-0C7D8BB452AB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3EDB96C7-5CF0-528F-2D3E-A3FE502F1B6F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99EE1D-716E-3C39-F2D4-3EE13E7FDC9D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5CF335-B4C4-8418-BDFF-FEAF6AE49519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A71689-53D9-D3D9-2882-8B2EEF710C90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E9FE18-EA68-59F1-067D-27BC19119CB6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8A73C9-C43E-4F96-3569-77A52ED915E8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4E4E61-AD94-5262-2DDF-2033FDA12B52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F867E36-7845-F36E-20CE-65D9783E54CC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4153F15-14D2-DCD0-D67E-BF432D4EE958}"/>
              </a:ext>
            </a:extLst>
          </p:cNvPr>
          <p:cNvSpPr txBox="1"/>
          <p:nvPr/>
        </p:nvSpPr>
        <p:spPr>
          <a:xfrm>
            <a:off x="6182801" y="5081399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1906971D-DE13-1E22-71F4-86A0AD9604E3}"/>
              </a:ext>
            </a:extLst>
          </p:cNvPr>
          <p:cNvSpPr/>
          <p:nvPr/>
        </p:nvSpPr>
        <p:spPr>
          <a:xfrm>
            <a:off x="1797118" y="4361401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41995548-F279-1ACF-4460-E6CC2727263C}"/>
              </a:ext>
            </a:extLst>
          </p:cNvPr>
          <p:cNvSpPr/>
          <p:nvPr/>
        </p:nvSpPr>
        <p:spPr>
          <a:xfrm>
            <a:off x="2847516" y="4361400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4A322F9C-638D-1E35-DECF-49D40F37348C}"/>
              </a:ext>
            </a:extLst>
          </p:cNvPr>
          <p:cNvSpPr/>
          <p:nvPr/>
        </p:nvSpPr>
        <p:spPr>
          <a:xfrm>
            <a:off x="3897914" y="4361400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2EBB0657-405C-6BED-8043-AF2C575AEE83}"/>
              </a:ext>
            </a:extLst>
          </p:cNvPr>
          <p:cNvSpPr/>
          <p:nvPr/>
        </p:nvSpPr>
        <p:spPr>
          <a:xfrm>
            <a:off x="4980003" y="4393216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A016CA04-6D0E-FAD6-C3A8-BB4CBC0A2C29}"/>
              </a:ext>
            </a:extLst>
          </p:cNvPr>
          <p:cNvSpPr/>
          <p:nvPr/>
        </p:nvSpPr>
        <p:spPr>
          <a:xfrm>
            <a:off x="5996841" y="4361400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CDC2B256-889C-2207-FCA2-F625B44FDABD}"/>
              </a:ext>
            </a:extLst>
          </p:cNvPr>
          <p:cNvSpPr/>
          <p:nvPr/>
        </p:nvSpPr>
        <p:spPr>
          <a:xfrm>
            <a:off x="7111910" y="4393216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426B41EA-01E2-14BB-FA82-B6776591591E}"/>
              </a:ext>
            </a:extLst>
          </p:cNvPr>
          <p:cNvSpPr/>
          <p:nvPr/>
        </p:nvSpPr>
        <p:spPr>
          <a:xfrm>
            <a:off x="8226979" y="4393216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08BC2BB-7554-504E-DFD5-1989062960BC}"/>
              </a:ext>
            </a:extLst>
          </p:cNvPr>
          <p:cNvSpPr txBox="1"/>
          <p:nvPr/>
        </p:nvSpPr>
        <p:spPr>
          <a:xfrm>
            <a:off x="1993215" y="50814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846290-AEC0-9BBA-DDE0-227D5E07F9E9}"/>
              </a:ext>
            </a:extLst>
          </p:cNvPr>
          <p:cNvSpPr txBox="1"/>
          <p:nvPr/>
        </p:nvSpPr>
        <p:spPr>
          <a:xfrm>
            <a:off x="3058272" y="50813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947D83-A23A-753F-88AD-BCBD502EB8B3}"/>
              </a:ext>
            </a:extLst>
          </p:cNvPr>
          <p:cNvSpPr txBox="1"/>
          <p:nvPr/>
        </p:nvSpPr>
        <p:spPr>
          <a:xfrm>
            <a:off x="4093076" y="50813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081F6C-0CBE-CBC6-96F9-A7B68E876A4B}"/>
              </a:ext>
            </a:extLst>
          </p:cNvPr>
          <p:cNvSpPr txBox="1"/>
          <p:nvPr/>
        </p:nvSpPr>
        <p:spPr>
          <a:xfrm>
            <a:off x="5169978" y="50760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3CABC8-44C9-F78D-1B4A-CC159491878D}"/>
              </a:ext>
            </a:extLst>
          </p:cNvPr>
          <p:cNvSpPr txBox="1"/>
          <p:nvPr/>
        </p:nvSpPr>
        <p:spPr>
          <a:xfrm>
            <a:off x="7318801" y="5076055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B5EB888-60EC-0CEE-D955-9796633CE0BE}"/>
              </a:ext>
            </a:extLst>
          </p:cNvPr>
          <p:cNvSpPr txBox="1"/>
          <p:nvPr/>
        </p:nvSpPr>
        <p:spPr>
          <a:xfrm>
            <a:off x="8403417" y="5081399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AFC321A-8080-F1A1-D9B6-03D1F19E5162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89C2CDBB-B2DD-4FED-8ED1-D1A56385AE7C}"/>
              </a:ext>
            </a:extLst>
          </p:cNvPr>
          <p:cNvSpPr/>
          <p:nvPr/>
        </p:nvSpPr>
        <p:spPr>
          <a:xfrm>
            <a:off x="8463493" y="3747122"/>
            <a:ext cx="360000" cy="54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E45414-4DDA-BA04-DD95-7F7112C865D4}"/>
              </a:ext>
            </a:extLst>
          </p:cNvPr>
          <p:cNvSpPr txBox="1"/>
          <p:nvPr/>
        </p:nvSpPr>
        <p:spPr>
          <a:xfrm>
            <a:off x="8193370" y="3385782"/>
            <a:ext cx="90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15950690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498EE8-141E-9A46-C3C1-A9F722A4E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EBF242-C641-4F96-7F97-13244A6E7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6BDA64-F0CF-ECCC-D0C9-E36D6F06A916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66F05A06-A7CD-A6AA-98B0-DE63B1080BAA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2DBEE93-868E-DE18-307E-1CB3633A71BC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C5B8714-BFE6-6916-0A71-4A9442C4355D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A8960699-6F51-220F-D2C7-86F983C71588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BD1FFCE7-3E7E-B6D1-4822-00806FF12DE9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EF94F111-33E9-95A4-00DC-904FB3C1101B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70E10307-4BBA-5F45-FB54-BCA3D2B502A2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B027FD4-E01C-6930-FBC7-0D0C5163393E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5FB1A89-6F5A-91AA-A077-809C00CE291D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1F1072F8-4166-FC20-906B-4B6D842D2170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0F1E2BA-C952-4163-7527-FB892E024400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7F49A5C1-1AC7-C2F6-F31D-570034CD52C3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3730D0-6705-C9A9-D098-FFF8C7A31D3D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2EEA91-5979-73F5-846C-6CA28B3DA757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649535-3DFA-C40B-0AA5-31D7ABBFC829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EFD35A-5AA2-B967-BA60-D4547823E52D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705288-4561-5475-D443-808F78014FB0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28BCC9-1F4E-6B54-EFF8-F3E35536F684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FC3C714-054B-89CA-DE7E-F85ADACE8CB4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3342AEE-D4E3-5695-A276-4D13C4E39E93}"/>
              </a:ext>
            </a:extLst>
          </p:cNvPr>
          <p:cNvSpPr txBox="1"/>
          <p:nvPr/>
        </p:nvSpPr>
        <p:spPr>
          <a:xfrm>
            <a:off x="6182801" y="5081399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08DDDABE-2F92-2E59-A77E-5F35CFE5DDC6}"/>
              </a:ext>
            </a:extLst>
          </p:cNvPr>
          <p:cNvSpPr/>
          <p:nvPr/>
        </p:nvSpPr>
        <p:spPr>
          <a:xfrm>
            <a:off x="1797118" y="4361401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96989D24-6595-96C8-FBE3-114A672022FC}"/>
              </a:ext>
            </a:extLst>
          </p:cNvPr>
          <p:cNvSpPr/>
          <p:nvPr/>
        </p:nvSpPr>
        <p:spPr>
          <a:xfrm>
            <a:off x="2847516" y="4361400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081149E1-E881-C989-5B40-9751F587FB03}"/>
              </a:ext>
            </a:extLst>
          </p:cNvPr>
          <p:cNvSpPr/>
          <p:nvPr/>
        </p:nvSpPr>
        <p:spPr>
          <a:xfrm>
            <a:off x="3897914" y="4361400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239A2A14-C763-84E6-D34F-B0F509BE580B}"/>
              </a:ext>
            </a:extLst>
          </p:cNvPr>
          <p:cNvSpPr/>
          <p:nvPr/>
        </p:nvSpPr>
        <p:spPr>
          <a:xfrm>
            <a:off x="4980003" y="4393216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7A967F9D-1B52-0266-C021-1DD81ECE7953}"/>
              </a:ext>
            </a:extLst>
          </p:cNvPr>
          <p:cNvSpPr/>
          <p:nvPr/>
        </p:nvSpPr>
        <p:spPr>
          <a:xfrm>
            <a:off x="5996841" y="4361400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E431BF2C-2F62-EC19-EFB4-A71D523C12FD}"/>
              </a:ext>
            </a:extLst>
          </p:cNvPr>
          <p:cNvSpPr/>
          <p:nvPr/>
        </p:nvSpPr>
        <p:spPr>
          <a:xfrm>
            <a:off x="7111910" y="4393216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26F1FDF3-03B7-36DB-3CBA-7F5F18CC7939}"/>
              </a:ext>
            </a:extLst>
          </p:cNvPr>
          <p:cNvSpPr/>
          <p:nvPr/>
        </p:nvSpPr>
        <p:spPr>
          <a:xfrm>
            <a:off x="8226979" y="4393216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C0C67D-6AA6-8792-56A4-F3E909D97228}"/>
              </a:ext>
            </a:extLst>
          </p:cNvPr>
          <p:cNvSpPr txBox="1"/>
          <p:nvPr/>
        </p:nvSpPr>
        <p:spPr>
          <a:xfrm>
            <a:off x="1993215" y="50814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E6BBD4-5529-26E5-EC39-CAA465DC79D6}"/>
              </a:ext>
            </a:extLst>
          </p:cNvPr>
          <p:cNvSpPr txBox="1"/>
          <p:nvPr/>
        </p:nvSpPr>
        <p:spPr>
          <a:xfrm>
            <a:off x="3058272" y="50813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6E537E-F505-030D-E1E4-45207F2B32A6}"/>
              </a:ext>
            </a:extLst>
          </p:cNvPr>
          <p:cNvSpPr txBox="1"/>
          <p:nvPr/>
        </p:nvSpPr>
        <p:spPr>
          <a:xfrm>
            <a:off x="4093076" y="50813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2F9482-0CB1-E0E4-9C17-A9F3D1E3F194}"/>
              </a:ext>
            </a:extLst>
          </p:cNvPr>
          <p:cNvSpPr txBox="1"/>
          <p:nvPr/>
        </p:nvSpPr>
        <p:spPr>
          <a:xfrm>
            <a:off x="5169978" y="50760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BD705E-9485-AE57-5E28-A0A2F3641BB4}"/>
              </a:ext>
            </a:extLst>
          </p:cNvPr>
          <p:cNvSpPr txBox="1"/>
          <p:nvPr/>
        </p:nvSpPr>
        <p:spPr>
          <a:xfrm>
            <a:off x="7318801" y="5076055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F595DA-B82A-1865-055B-F2469FCAEA4D}"/>
              </a:ext>
            </a:extLst>
          </p:cNvPr>
          <p:cNvSpPr txBox="1"/>
          <p:nvPr/>
        </p:nvSpPr>
        <p:spPr>
          <a:xfrm>
            <a:off x="8403417" y="5081399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843E63-CD36-744D-C3F6-1AE9366C525F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057489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643CA-ED3D-0FBE-6612-16524CD97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4328F4E-15B5-3B58-0A53-32A70D73C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51275C-CC95-1FA7-BD5C-65D0321F6309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9E9A0463-4962-08A9-7BBD-79BB8B867F5F}"/>
              </a:ext>
            </a:extLst>
          </p:cNvPr>
          <p:cNvSpPr/>
          <p:nvPr/>
        </p:nvSpPr>
        <p:spPr>
          <a:xfrm>
            <a:off x="8722798" y="248947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F29BA3-03A0-66EF-F625-33E318711038}"/>
              </a:ext>
            </a:extLst>
          </p:cNvPr>
          <p:cNvCxnSpPr>
            <a:cxnSpLocks/>
            <a:stCxn id="35" idx="1"/>
            <a:endCxn id="34" idx="5"/>
          </p:cNvCxnSpPr>
          <p:nvPr/>
        </p:nvCxnSpPr>
        <p:spPr>
          <a:xfrm flipH="1" flipV="1">
            <a:off x="6518252" y="2236704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7B65503-5572-B1CC-9CF6-8AEED5BFA97A}"/>
              </a:ext>
            </a:extLst>
          </p:cNvPr>
          <p:cNvCxnSpPr>
            <a:cxnSpLocks/>
            <a:stCxn id="28" idx="2"/>
            <a:endCxn id="35" idx="6"/>
          </p:cNvCxnSpPr>
          <p:nvPr/>
        </p:nvCxnSpPr>
        <p:spPr>
          <a:xfrm flipH="1">
            <a:off x="7353429" y="2849478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6F46CD1B-A384-15F4-266A-B3E09F0DFDE4}"/>
              </a:ext>
            </a:extLst>
          </p:cNvPr>
          <p:cNvSpPr/>
          <p:nvPr/>
        </p:nvSpPr>
        <p:spPr>
          <a:xfrm>
            <a:off x="4756897" y="161846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369D8403-C2A7-9185-71DE-5975C62FBE74}"/>
              </a:ext>
            </a:extLst>
          </p:cNvPr>
          <p:cNvSpPr/>
          <p:nvPr/>
        </p:nvSpPr>
        <p:spPr>
          <a:xfrm>
            <a:off x="5903694" y="162214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82E3AE76-06F8-3E8B-58BF-0A019FDB493C}"/>
              </a:ext>
            </a:extLst>
          </p:cNvPr>
          <p:cNvSpPr/>
          <p:nvPr/>
        </p:nvSpPr>
        <p:spPr>
          <a:xfrm>
            <a:off x="6633429" y="248947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4F450F78-2E87-686E-DCDA-2E00F7E927B4}"/>
              </a:ext>
            </a:extLst>
          </p:cNvPr>
          <p:cNvSpPr/>
          <p:nvPr/>
        </p:nvSpPr>
        <p:spPr>
          <a:xfrm>
            <a:off x="4044811" y="247224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C35C15A-9DE9-DCFE-CF04-7D0C93A75DD9}"/>
              </a:ext>
            </a:extLst>
          </p:cNvPr>
          <p:cNvCxnSpPr>
            <a:cxnSpLocks/>
            <a:stCxn id="35" idx="2"/>
            <a:endCxn id="37" idx="6"/>
          </p:cNvCxnSpPr>
          <p:nvPr/>
        </p:nvCxnSpPr>
        <p:spPr>
          <a:xfrm flipH="1" flipV="1">
            <a:off x="4764811" y="2832241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4387673-290E-6CB7-181F-78BFE0954EC7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4659369" y="2233018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03C192DE-2C7C-43B1-92D5-6BD9FBE9EB3D}"/>
              </a:ext>
            </a:extLst>
          </p:cNvPr>
          <p:cNvSpPr/>
          <p:nvPr/>
        </p:nvSpPr>
        <p:spPr>
          <a:xfrm>
            <a:off x="3245487" y="161296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9EBEB9-73AE-E966-AF1C-26A00A1BB6FE}"/>
              </a:ext>
            </a:extLst>
          </p:cNvPr>
          <p:cNvCxnSpPr>
            <a:cxnSpLocks/>
            <a:stCxn id="37" idx="1"/>
            <a:endCxn id="41" idx="5"/>
          </p:cNvCxnSpPr>
          <p:nvPr/>
        </p:nvCxnSpPr>
        <p:spPr>
          <a:xfrm flipH="1" flipV="1">
            <a:off x="3860045" y="2227527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5D268D5E-C8F9-CAA1-3BD5-F3002C0FDFC5}"/>
              </a:ext>
            </a:extLst>
          </p:cNvPr>
          <p:cNvSpPr/>
          <p:nvPr/>
        </p:nvSpPr>
        <p:spPr>
          <a:xfrm>
            <a:off x="7516342" y="1648984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E9ED1A-31B4-4D54-2FA6-AB89CA15A62A}"/>
              </a:ext>
            </a:extLst>
          </p:cNvPr>
          <p:cNvSpPr txBox="1"/>
          <p:nvPr/>
        </p:nvSpPr>
        <p:spPr>
          <a:xfrm>
            <a:off x="8870584" y="3159682"/>
            <a:ext cx="6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87432E-1670-97E1-E6D5-7B03D37C8E36}"/>
              </a:ext>
            </a:extLst>
          </p:cNvPr>
          <p:cNvSpPr txBox="1"/>
          <p:nvPr/>
        </p:nvSpPr>
        <p:spPr>
          <a:xfrm>
            <a:off x="4932589" y="1155341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903DFE-75C7-C5D3-4DDB-D91B6F7C87DF}"/>
              </a:ext>
            </a:extLst>
          </p:cNvPr>
          <p:cNvSpPr txBox="1"/>
          <p:nvPr/>
        </p:nvSpPr>
        <p:spPr>
          <a:xfrm>
            <a:off x="4204310" y="3155618"/>
            <a:ext cx="544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2D7FF4-8860-7600-1975-A883ED2B92B2}"/>
              </a:ext>
            </a:extLst>
          </p:cNvPr>
          <p:cNvSpPr txBox="1"/>
          <p:nvPr/>
        </p:nvSpPr>
        <p:spPr>
          <a:xfrm>
            <a:off x="7746354" y="1192215"/>
            <a:ext cx="659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5BD6E4B-08AB-A10B-E615-58429C508CD4}"/>
              </a:ext>
            </a:extLst>
          </p:cNvPr>
          <p:cNvSpPr txBox="1"/>
          <p:nvPr/>
        </p:nvSpPr>
        <p:spPr>
          <a:xfrm>
            <a:off x="3394509" y="1160046"/>
            <a:ext cx="551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A74B5A-1850-FEE6-69D5-92E4E0A8C493}"/>
              </a:ext>
            </a:extLst>
          </p:cNvPr>
          <p:cNvSpPr txBox="1"/>
          <p:nvPr/>
        </p:nvSpPr>
        <p:spPr>
          <a:xfrm>
            <a:off x="6805359" y="3151749"/>
            <a:ext cx="6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6C8270D-EF66-C943-BE93-364E849FB4AA}"/>
              </a:ext>
            </a:extLst>
          </p:cNvPr>
          <p:cNvCxnSpPr>
            <a:cxnSpLocks/>
            <a:stCxn id="45" idx="3"/>
            <a:endCxn id="35" idx="7"/>
          </p:cNvCxnSpPr>
          <p:nvPr/>
        </p:nvCxnSpPr>
        <p:spPr>
          <a:xfrm flipH="1">
            <a:off x="7247987" y="2263542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4E430C3-87A5-D0AD-1D9B-6C8CD122A412}"/>
              </a:ext>
            </a:extLst>
          </p:cNvPr>
          <p:cNvSpPr txBox="1"/>
          <p:nvPr/>
        </p:nvSpPr>
        <p:spPr>
          <a:xfrm>
            <a:off x="6182801" y="5081399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FFD446D2-A880-0ABC-F90C-75A1C41F43CE}"/>
              </a:ext>
            </a:extLst>
          </p:cNvPr>
          <p:cNvSpPr/>
          <p:nvPr/>
        </p:nvSpPr>
        <p:spPr>
          <a:xfrm>
            <a:off x="1797118" y="436140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313F0FD3-D7AB-1B18-8094-945DDD699ADD}"/>
              </a:ext>
            </a:extLst>
          </p:cNvPr>
          <p:cNvSpPr/>
          <p:nvPr/>
        </p:nvSpPr>
        <p:spPr>
          <a:xfrm>
            <a:off x="2847516" y="4361400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7FA9A77C-28BC-993A-588C-F0B8D02FD73F}"/>
              </a:ext>
            </a:extLst>
          </p:cNvPr>
          <p:cNvSpPr/>
          <p:nvPr/>
        </p:nvSpPr>
        <p:spPr>
          <a:xfrm>
            <a:off x="3897914" y="436140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87A6CADD-5A7D-94DC-B071-774E8FDC81B7}"/>
              </a:ext>
            </a:extLst>
          </p:cNvPr>
          <p:cNvSpPr/>
          <p:nvPr/>
        </p:nvSpPr>
        <p:spPr>
          <a:xfrm>
            <a:off x="4980003" y="4393216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Oval 60" descr="Man with facial hair">
            <a:extLst>
              <a:ext uri="{FF2B5EF4-FFF2-40B4-BE49-F238E27FC236}">
                <a16:creationId xmlns:a16="http://schemas.microsoft.com/office/drawing/2014/main" id="{6FB9B064-0FC6-739D-0E7E-4C5C24245775}"/>
              </a:ext>
            </a:extLst>
          </p:cNvPr>
          <p:cNvSpPr/>
          <p:nvPr/>
        </p:nvSpPr>
        <p:spPr>
          <a:xfrm>
            <a:off x="5996841" y="4361400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2" name="Oval 61" descr="Man with facial hair">
            <a:extLst>
              <a:ext uri="{FF2B5EF4-FFF2-40B4-BE49-F238E27FC236}">
                <a16:creationId xmlns:a16="http://schemas.microsoft.com/office/drawing/2014/main" id="{14D6FE55-A2A7-54BE-F89B-232DAADB4416}"/>
              </a:ext>
            </a:extLst>
          </p:cNvPr>
          <p:cNvSpPr/>
          <p:nvPr/>
        </p:nvSpPr>
        <p:spPr>
          <a:xfrm>
            <a:off x="7111910" y="439321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3" name="Oval 62" descr="Man with facial hair">
            <a:extLst>
              <a:ext uri="{FF2B5EF4-FFF2-40B4-BE49-F238E27FC236}">
                <a16:creationId xmlns:a16="http://schemas.microsoft.com/office/drawing/2014/main" id="{A6C514FB-1804-FA80-55E6-EE5C65D0F421}"/>
              </a:ext>
            </a:extLst>
          </p:cNvPr>
          <p:cNvSpPr/>
          <p:nvPr/>
        </p:nvSpPr>
        <p:spPr>
          <a:xfrm>
            <a:off x="8226979" y="4393216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71BAB1-A38A-AB84-BB67-93088CD28F1A}"/>
              </a:ext>
            </a:extLst>
          </p:cNvPr>
          <p:cNvSpPr txBox="1"/>
          <p:nvPr/>
        </p:nvSpPr>
        <p:spPr>
          <a:xfrm>
            <a:off x="1993215" y="5081400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14E6035-AC3F-02EC-A2EB-CD188BD73D58}"/>
              </a:ext>
            </a:extLst>
          </p:cNvPr>
          <p:cNvSpPr txBox="1"/>
          <p:nvPr/>
        </p:nvSpPr>
        <p:spPr>
          <a:xfrm>
            <a:off x="3058272" y="5081399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64AB46-0A6E-BB4E-C3B6-2678531C7818}"/>
              </a:ext>
            </a:extLst>
          </p:cNvPr>
          <p:cNvSpPr txBox="1"/>
          <p:nvPr/>
        </p:nvSpPr>
        <p:spPr>
          <a:xfrm>
            <a:off x="4093076" y="5081399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E47AA7-D7B5-66AC-15D9-E576E921255F}"/>
              </a:ext>
            </a:extLst>
          </p:cNvPr>
          <p:cNvSpPr txBox="1"/>
          <p:nvPr/>
        </p:nvSpPr>
        <p:spPr>
          <a:xfrm>
            <a:off x="5169978" y="5076055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BE1034-464E-2C0E-48A2-98F2837E73C7}"/>
              </a:ext>
            </a:extLst>
          </p:cNvPr>
          <p:cNvSpPr txBox="1"/>
          <p:nvPr/>
        </p:nvSpPr>
        <p:spPr>
          <a:xfrm>
            <a:off x="7318801" y="5076055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E101D9-2AA0-7944-5262-CBCF588678F8}"/>
              </a:ext>
            </a:extLst>
          </p:cNvPr>
          <p:cNvSpPr txBox="1"/>
          <p:nvPr/>
        </p:nvSpPr>
        <p:spPr>
          <a:xfrm>
            <a:off x="8403417" y="5081399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96FB70-E010-5173-4084-71260EEEA793}"/>
              </a:ext>
            </a:extLst>
          </p:cNvPr>
          <p:cNvSpPr txBox="1"/>
          <p:nvPr/>
        </p:nvSpPr>
        <p:spPr>
          <a:xfrm>
            <a:off x="6122589" y="1164777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5F6FFF-C225-4EEB-F1EA-F086FE2B8BF3}"/>
              </a:ext>
            </a:extLst>
          </p:cNvPr>
          <p:cNvSpPr/>
          <p:nvPr/>
        </p:nvSpPr>
        <p:spPr>
          <a:xfrm>
            <a:off x="1524000" y="4200525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19774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D6C91-723C-F23D-DB31-002EC5EED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F8E23C5-4BFB-CCA8-DC13-82010FF07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3A28BE-AB72-2FB1-7C91-AA0E2ED137F2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B35AB9AC-4B8F-E3A8-8327-F6A83E42792E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A63623-38A1-A359-0ECA-B523CFFA2322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EA92AC-70AF-12C9-AF2C-18859A5CF291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2FA7E787-59AC-3B3B-4CCB-1F8AD9240152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E8D1DD40-89E9-2929-8BEE-8D93383E5760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9341C31B-25B6-4993-11E0-5F591C8BC5AD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80442D81-C2BC-62EC-CB06-35787828EC37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BF11A8-CE73-5A0D-0DB4-B1264EF186AB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32AD7A-CBC4-E1D4-786C-D341405EAA28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44C157B0-B652-DA2E-725E-DB375E91BA8B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49A1B2-E82B-4597-E002-F32887BCD95A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9A476871-7062-861E-1138-4377D7A44C6B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F4045D-00A7-25B1-140F-7D37E1F46A5D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83B0CC-91D1-973F-DE4F-C2836993ED8F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7CD36-38D8-1C38-4898-7967C131F696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43899B-BA34-0294-A659-3C49F94CBBD0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ADC90C5-6A29-DAC5-2560-6E4673E1DBE5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85502EE8-2D1A-2AE7-28E1-AA877402F5D5}"/>
              </a:ext>
            </a:extLst>
          </p:cNvPr>
          <p:cNvSpPr/>
          <p:nvPr/>
        </p:nvSpPr>
        <p:spPr>
          <a:xfrm>
            <a:off x="1442028" y="698953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1AB4E01D-EC76-5D7E-ADC2-1674F0D7D500}"/>
              </a:ext>
            </a:extLst>
          </p:cNvPr>
          <p:cNvSpPr/>
          <p:nvPr/>
        </p:nvSpPr>
        <p:spPr>
          <a:xfrm>
            <a:off x="2492426" y="703348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89C148CB-4617-FE71-AA05-42AFBA44B291}"/>
              </a:ext>
            </a:extLst>
          </p:cNvPr>
          <p:cNvSpPr/>
          <p:nvPr/>
        </p:nvSpPr>
        <p:spPr>
          <a:xfrm>
            <a:off x="6862506" y="705039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AEEC7C3E-1D86-A700-A4C2-9B3FFC39070F}"/>
              </a:ext>
            </a:extLst>
          </p:cNvPr>
          <p:cNvSpPr/>
          <p:nvPr/>
        </p:nvSpPr>
        <p:spPr>
          <a:xfrm>
            <a:off x="7807233" y="706263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5196F638-7B08-586B-B6A8-AE66FC9A3E6A}"/>
              </a:ext>
            </a:extLst>
          </p:cNvPr>
          <p:cNvSpPr/>
          <p:nvPr/>
        </p:nvSpPr>
        <p:spPr>
          <a:xfrm>
            <a:off x="4695652" y="703869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3E1658D3-6E0C-C9C3-6E48-1E17D38FDC20}"/>
              </a:ext>
            </a:extLst>
          </p:cNvPr>
          <p:cNvSpPr/>
          <p:nvPr/>
        </p:nvSpPr>
        <p:spPr>
          <a:xfrm>
            <a:off x="5743108" y="7053390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E6A061F1-6613-D1BB-ACAF-82DB8AA1B203}"/>
              </a:ext>
            </a:extLst>
          </p:cNvPr>
          <p:cNvSpPr/>
          <p:nvPr/>
        </p:nvSpPr>
        <p:spPr>
          <a:xfrm>
            <a:off x="3605590" y="703869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3F76267D-89B8-2E68-42BB-D5B0E490CE17}"/>
              </a:ext>
            </a:extLst>
          </p:cNvPr>
          <p:cNvSpPr/>
          <p:nvPr/>
        </p:nvSpPr>
        <p:spPr>
          <a:xfrm>
            <a:off x="12351160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445FD9A0-81DB-9297-6847-2C2732F2E949}"/>
              </a:ext>
            </a:extLst>
          </p:cNvPr>
          <p:cNvSpPr/>
          <p:nvPr/>
        </p:nvSpPr>
        <p:spPr>
          <a:xfrm>
            <a:off x="12351160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B5DA456-027A-E113-5D52-7007A02C79B9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6FCA8C-1281-4AF6-56BF-177BC3FFF2A4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EFD9AF-2451-4216-5496-913B792294CF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6D8A10-5F99-D2B3-D93D-D603EAF361DB}"/>
              </a:ext>
            </a:extLst>
          </p:cNvPr>
          <p:cNvSpPr txBox="1"/>
          <p:nvPr/>
        </p:nvSpPr>
        <p:spPr>
          <a:xfrm>
            <a:off x="4881612" y="7703143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1CE91B-8A37-DD00-180D-453EF0048D12}"/>
              </a:ext>
            </a:extLst>
          </p:cNvPr>
          <p:cNvSpPr txBox="1"/>
          <p:nvPr/>
        </p:nvSpPr>
        <p:spPr>
          <a:xfrm>
            <a:off x="1611750" y="765601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4A42BA4-312A-FB78-E6B9-806AFE14FB9E}"/>
              </a:ext>
            </a:extLst>
          </p:cNvPr>
          <p:cNvSpPr txBox="1"/>
          <p:nvPr/>
        </p:nvSpPr>
        <p:spPr>
          <a:xfrm>
            <a:off x="2676807" y="7699960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FAC31E5-4023-F78F-5369-66A02613AFA1}"/>
              </a:ext>
            </a:extLst>
          </p:cNvPr>
          <p:cNvSpPr txBox="1"/>
          <p:nvPr/>
        </p:nvSpPr>
        <p:spPr>
          <a:xfrm>
            <a:off x="7057668" y="770314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5860E53-38A6-39CF-8F52-E80B1E9A4E44}"/>
              </a:ext>
            </a:extLst>
          </p:cNvPr>
          <p:cNvSpPr txBox="1"/>
          <p:nvPr/>
        </p:nvSpPr>
        <p:spPr>
          <a:xfrm>
            <a:off x="8002395" y="7709536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D4802E9-3136-2EC2-E8D6-8C4903ACB6BE}"/>
              </a:ext>
            </a:extLst>
          </p:cNvPr>
          <p:cNvSpPr txBox="1"/>
          <p:nvPr/>
        </p:nvSpPr>
        <p:spPr>
          <a:xfrm>
            <a:off x="5965001" y="7709537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C1B35E0-32B9-EB38-DC7A-859A26033850}"/>
              </a:ext>
            </a:extLst>
          </p:cNvPr>
          <p:cNvSpPr txBox="1"/>
          <p:nvPr/>
        </p:nvSpPr>
        <p:spPr>
          <a:xfrm>
            <a:off x="3785360" y="7694615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AFCD10E-F5D9-248C-8D72-2B4134BCD1C4}"/>
              </a:ext>
            </a:extLst>
          </p:cNvPr>
          <p:cNvSpPr txBox="1"/>
          <p:nvPr/>
        </p:nvSpPr>
        <p:spPr>
          <a:xfrm>
            <a:off x="246193" y="5623159"/>
            <a:ext cx="1177435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PH" sz="2500" b="1" dirty="0">
                <a:solidFill>
                  <a:srgbClr val="00B0F0"/>
                </a:solidFill>
              </a:rPr>
              <a:t>DFS</a:t>
            </a:r>
            <a:r>
              <a:rPr lang="en-PH" sz="2500" dirty="0">
                <a:solidFill>
                  <a:schemeClr val="bg1"/>
                </a:solidFill>
              </a:rPr>
              <a:t> explores a graph by going as deep as possible down each branch before backtracking. </a:t>
            </a:r>
          </a:p>
        </p:txBody>
      </p:sp>
    </p:spTree>
    <p:extLst>
      <p:ext uri="{BB962C8B-B14F-4D97-AF65-F5344CB8AC3E}">
        <p14:creationId xmlns:p14="http://schemas.microsoft.com/office/powerpoint/2010/main" val="23456685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F32C2-A2E6-C11B-3A3F-25FD1765B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8225D91-2137-56A9-D263-1DA3001C1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2BD2A-6404-E9F8-1772-920A9D61A208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6DD0D808-FE2A-8C5F-A562-DD0A848183F9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7DF928-CFB0-F940-92A2-88CAB9B3292C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EB3C06-357B-8DCB-01F4-66CA6DE7650D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205F5D8C-254E-EB7F-4099-A7310F596F92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57160F0D-A069-F554-E519-5AD1AA648F18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53FA3893-9083-F87D-F234-CC1243DD236A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840BA13A-DD4D-1AC3-C961-0328A36B63A1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D07A91-1CFD-61FA-E760-C202FC1DA9CB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27793A-B0D7-4B57-BB12-04E24B6E6CC4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12664353-274B-DD3B-8A0F-3AACBB4B2246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E3BF8D-8BBC-7152-DDF6-0E67B6F196E5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B1521F6A-1EB3-D2F6-3A01-DCB071D77C84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BB4C99-9359-35BA-CE7E-220CE0C76A1A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C641AF-FF7A-0A3C-2ED8-41C2DAE0AD25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72623C-DF79-B50F-1A68-6323336FE866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9A0F129-610A-0B66-DD3B-A06889160614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1AF7ACC-E5BC-3969-171D-A07FD2EF3BA0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3968744F-3DA6-6242-117B-7AE70219A570}"/>
              </a:ext>
            </a:extLst>
          </p:cNvPr>
          <p:cNvSpPr/>
          <p:nvPr/>
        </p:nvSpPr>
        <p:spPr>
          <a:xfrm>
            <a:off x="1442028" y="698953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7813F76C-06FF-3401-A28D-415FDEB32685}"/>
              </a:ext>
            </a:extLst>
          </p:cNvPr>
          <p:cNvSpPr/>
          <p:nvPr/>
        </p:nvSpPr>
        <p:spPr>
          <a:xfrm>
            <a:off x="2492426" y="703348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3BDD9E96-7C48-3C62-40BA-43341353F237}"/>
              </a:ext>
            </a:extLst>
          </p:cNvPr>
          <p:cNvSpPr/>
          <p:nvPr/>
        </p:nvSpPr>
        <p:spPr>
          <a:xfrm>
            <a:off x="6862506" y="705039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A32BBBB4-D0E4-CF0D-275F-4C4E205FF038}"/>
              </a:ext>
            </a:extLst>
          </p:cNvPr>
          <p:cNvSpPr/>
          <p:nvPr/>
        </p:nvSpPr>
        <p:spPr>
          <a:xfrm>
            <a:off x="7807233" y="706263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B32E9436-7DB0-3D6C-6716-D80161CA1092}"/>
              </a:ext>
            </a:extLst>
          </p:cNvPr>
          <p:cNvSpPr/>
          <p:nvPr/>
        </p:nvSpPr>
        <p:spPr>
          <a:xfrm>
            <a:off x="4695652" y="703869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E31DF2B9-EA01-EF80-D9B6-E5A8BD9FA1E6}"/>
              </a:ext>
            </a:extLst>
          </p:cNvPr>
          <p:cNvSpPr/>
          <p:nvPr/>
        </p:nvSpPr>
        <p:spPr>
          <a:xfrm>
            <a:off x="5743108" y="7053390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DD2A2D38-400E-6851-090C-2604F680C494}"/>
              </a:ext>
            </a:extLst>
          </p:cNvPr>
          <p:cNvSpPr/>
          <p:nvPr/>
        </p:nvSpPr>
        <p:spPr>
          <a:xfrm>
            <a:off x="3605590" y="703869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6FE1B5EF-EE29-2EA0-816C-DCBBD13E62FB}"/>
              </a:ext>
            </a:extLst>
          </p:cNvPr>
          <p:cNvSpPr/>
          <p:nvPr/>
        </p:nvSpPr>
        <p:spPr>
          <a:xfrm>
            <a:off x="12351160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35411AF3-D184-7796-EFB2-F6BCE9C415AD}"/>
              </a:ext>
            </a:extLst>
          </p:cNvPr>
          <p:cNvSpPr/>
          <p:nvPr/>
        </p:nvSpPr>
        <p:spPr>
          <a:xfrm>
            <a:off x="12351160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6900E57-7F9B-8B87-1A37-8C7D67B4E0C1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04FA22-A776-5E2E-D4E1-4C989B0964C7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E460373-3601-97B5-AE1F-91893D3F7A3B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0A3C369-9DC9-85E2-E367-03139CD1F5E1}"/>
              </a:ext>
            </a:extLst>
          </p:cNvPr>
          <p:cNvSpPr txBox="1"/>
          <p:nvPr/>
        </p:nvSpPr>
        <p:spPr>
          <a:xfrm>
            <a:off x="4881612" y="7703143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870353-1C3E-E20E-C5D9-C001E7EFE570}"/>
              </a:ext>
            </a:extLst>
          </p:cNvPr>
          <p:cNvSpPr txBox="1"/>
          <p:nvPr/>
        </p:nvSpPr>
        <p:spPr>
          <a:xfrm>
            <a:off x="1611750" y="765601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90B226C-F1D9-03AD-BAA4-F439A83AEFB7}"/>
              </a:ext>
            </a:extLst>
          </p:cNvPr>
          <p:cNvSpPr txBox="1"/>
          <p:nvPr/>
        </p:nvSpPr>
        <p:spPr>
          <a:xfrm>
            <a:off x="2676807" y="7699960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8AE207-D20E-7C4A-E787-9F3257CF59A8}"/>
              </a:ext>
            </a:extLst>
          </p:cNvPr>
          <p:cNvSpPr txBox="1"/>
          <p:nvPr/>
        </p:nvSpPr>
        <p:spPr>
          <a:xfrm>
            <a:off x="7057668" y="770314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E36C96B-DE2D-7BA7-C67F-475AA67EB9C4}"/>
              </a:ext>
            </a:extLst>
          </p:cNvPr>
          <p:cNvSpPr txBox="1"/>
          <p:nvPr/>
        </p:nvSpPr>
        <p:spPr>
          <a:xfrm>
            <a:off x="8002395" y="7709536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9EA97D5-2CFD-5C2B-B124-C4A1A73F58FE}"/>
              </a:ext>
            </a:extLst>
          </p:cNvPr>
          <p:cNvSpPr txBox="1"/>
          <p:nvPr/>
        </p:nvSpPr>
        <p:spPr>
          <a:xfrm>
            <a:off x="5965001" y="7709537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7452DC8-CCA2-0EBF-9861-1F1577F22060}"/>
              </a:ext>
            </a:extLst>
          </p:cNvPr>
          <p:cNvSpPr txBox="1"/>
          <p:nvPr/>
        </p:nvSpPr>
        <p:spPr>
          <a:xfrm>
            <a:off x="3785360" y="7694615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E2236E2-BF14-4945-ACBB-D645D42D89F6}"/>
              </a:ext>
            </a:extLst>
          </p:cNvPr>
          <p:cNvSpPr txBox="1"/>
          <p:nvPr/>
        </p:nvSpPr>
        <p:spPr>
          <a:xfrm>
            <a:off x="603774" y="4205047"/>
            <a:ext cx="11588225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900"/>
              </a:spcBef>
              <a:spcAft>
                <a:spcPts val="1200"/>
              </a:spcAft>
              <a:buAutoNum type="arabicPeriod"/>
            </a:pPr>
            <a:r>
              <a:rPr lang="en-PH" sz="2500" b="1" dirty="0">
                <a:solidFill>
                  <a:srgbClr val="00B0F0"/>
                </a:solidFill>
              </a:rPr>
              <a:t>Start</a:t>
            </a:r>
            <a:r>
              <a:rPr lang="en-PH" sz="2500" dirty="0">
                <a:solidFill>
                  <a:schemeClr val="bg1"/>
                </a:solidFill>
              </a:rPr>
              <a:t> at a chosen root node,</a:t>
            </a:r>
          </a:p>
          <a:p>
            <a:pPr marL="457200" indent="-457200">
              <a:spcBef>
                <a:spcPts val="900"/>
              </a:spcBef>
              <a:spcAft>
                <a:spcPts val="1200"/>
              </a:spcAft>
              <a:buAutoNum type="arabicPeriod"/>
            </a:pPr>
            <a:r>
              <a:rPr lang="en-PH" sz="2500" b="1" dirty="0">
                <a:solidFill>
                  <a:srgbClr val="00B0F0"/>
                </a:solidFill>
              </a:rPr>
              <a:t>Explore</a:t>
            </a:r>
            <a:r>
              <a:rPr lang="en-PH" sz="2500" dirty="0">
                <a:solidFill>
                  <a:schemeClr val="bg1"/>
                </a:solidFill>
              </a:rPr>
              <a:t> an adjacent branch completely, and then </a:t>
            </a:r>
          </a:p>
          <a:p>
            <a:pPr marL="457200" indent="-457200">
              <a:spcBef>
                <a:spcPts val="900"/>
              </a:spcBef>
              <a:spcAft>
                <a:spcPts val="1200"/>
              </a:spcAft>
              <a:buAutoNum type="arabicPeriod"/>
            </a:pPr>
            <a:r>
              <a:rPr lang="en-PH" sz="2500" b="1" dirty="0">
                <a:solidFill>
                  <a:srgbClr val="00B0F0"/>
                </a:solidFill>
              </a:rPr>
              <a:t>Backtrack</a:t>
            </a:r>
            <a:r>
              <a:rPr lang="en-PH" sz="2500" dirty="0">
                <a:solidFill>
                  <a:schemeClr val="bg1"/>
                </a:solidFill>
              </a:rPr>
              <a:t> to the next unvisited branch.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PH" sz="2500" dirty="0">
                <a:solidFill>
                  <a:schemeClr val="bg1"/>
                </a:solidFill>
              </a:rPr>
              <a:t>Uses a Stack (last-in, first-out) to keep track of all visited nodes</a:t>
            </a:r>
          </a:p>
        </p:txBody>
      </p:sp>
    </p:spTree>
    <p:extLst>
      <p:ext uri="{BB962C8B-B14F-4D97-AF65-F5344CB8AC3E}">
        <p14:creationId xmlns:p14="http://schemas.microsoft.com/office/powerpoint/2010/main" val="1887725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43F93-267E-063C-F5C5-58C6412A8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3263AB-5DB5-7B3B-1F0B-FE395D4BD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E1E6F-E106-6130-069E-2D66A41EBB2A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31F65855-848D-D43D-C8F9-B3D4C5CA7AB2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0AC8DA-3E91-83BE-956C-6B4E588CB68F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1962C7-5A41-D2DB-431F-A27D4C125EB5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E9A18110-9EF3-6027-C086-C1E979F2ACE2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E51D4EFF-7F99-FD29-84CF-396333F1FAAF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1F08D4CA-9B5B-2A38-C0AF-6AD6A3E7F093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8A666A59-D59B-3CFB-5068-5FCC834587BD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361C70-F9B4-AE96-08BE-8081483F1DB0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5C13EC-7468-B9C9-4131-74C1D8C8370A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E1185FC8-FFE3-67F3-A584-1AFD42ED12FF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570E49-19BF-E4BF-03F0-662F851F73C4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596A0241-BE76-F7D8-2D34-3FE8E0EE70F1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375F17-1281-D132-165D-91C7509D932D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E1D3BA-038B-DBC8-B7EC-A6B3A01B5399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FC36FA-701D-99B4-EE1C-7B0B20880224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5961EAF-FFF5-510C-93ED-E4F46E91EA0A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E69E2F0-D466-3F71-7F2A-2B3E5FCFC69D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06B57689-5877-C815-66A0-A81BBBFB9BD4}"/>
              </a:ext>
            </a:extLst>
          </p:cNvPr>
          <p:cNvSpPr/>
          <p:nvPr/>
        </p:nvSpPr>
        <p:spPr>
          <a:xfrm>
            <a:off x="1442028" y="698953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C51FD3E3-A7B4-C6A7-2393-931635ECAE4D}"/>
              </a:ext>
            </a:extLst>
          </p:cNvPr>
          <p:cNvSpPr/>
          <p:nvPr/>
        </p:nvSpPr>
        <p:spPr>
          <a:xfrm>
            <a:off x="2492426" y="703348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D72C39B7-C3F5-268A-DADB-1E217EDBCEAA}"/>
              </a:ext>
            </a:extLst>
          </p:cNvPr>
          <p:cNvSpPr/>
          <p:nvPr/>
        </p:nvSpPr>
        <p:spPr>
          <a:xfrm>
            <a:off x="6862506" y="705039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6FF4FA70-47AD-8C54-14B5-C17C02F4EB24}"/>
              </a:ext>
            </a:extLst>
          </p:cNvPr>
          <p:cNvSpPr/>
          <p:nvPr/>
        </p:nvSpPr>
        <p:spPr>
          <a:xfrm>
            <a:off x="7807233" y="706263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F74E7973-B078-3E3D-9707-F3CDC2DF5E2D}"/>
              </a:ext>
            </a:extLst>
          </p:cNvPr>
          <p:cNvSpPr/>
          <p:nvPr/>
        </p:nvSpPr>
        <p:spPr>
          <a:xfrm>
            <a:off x="4695652" y="703869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8BAB5182-3AA4-5746-9517-09FC3F813641}"/>
              </a:ext>
            </a:extLst>
          </p:cNvPr>
          <p:cNvSpPr/>
          <p:nvPr/>
        </p:nvSpPr>
        <p:spPr>
          <a:xfrm>
            <a:off x="5743108" y="7053390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A6C4412A-3A9A-9D6F-41FC-6315C39B3B5C}"/>
              </a:ext>
            </a:extLst>
          </p:cNvPr>
          <p:cNvSpPr/>
          <p:nvPr/>
        </p:nvSpPr>
        <p:spPr>
          <a:xfrm>
            <a:off x="3605590" y="703869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68F2B4FD-07BA-9CA8-A7CA-848EFDE4BA0D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BCE7023A-2D22-802F-24B6-1BC999E11DB7}"/>
              </a:ext>
            </a:extLst>
          </p:cNvPr>
          <p:cNvSpPr/>
          <p:nvPr/>
        </p:nvSpPr>
        <p:spPr>
          <a:xfrm>
            <a:off x="12351160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F76FAEA5-B013-66DD-7A6B-9645EC512E54}"/>
              </a:ext>
            </a:extLst>
          </p:cNvPr>
          <p:cNvSpPr/>
          <p:nvPr/>
        </p:nvSpPr>
        <p:spPr>
          <a:xfrm>
            <a:off x="12351160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91B4AC-BDAF-FF7C-C388-739C16755585}"/>
              </a:ext>
            </a:extLst>
          </p:cNvPr>
          <p:cNvSpPr txBox="1"/>
          <p:nvPr/>
        </p:nvSpPr>
        <p:spPr>
          <a:xfrm>
            <a:off x="10860835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97D9852-E406-33B2-ABDE-1150BA6BD827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D0E438-28B6-69C9-7031-3F434BC54D85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9FD771-394D-8842-DCD6-10DC5B23FABF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E77D75-FBCB-8A0A-D153-29676E228EFB}"/>
              </a:ext>
            </a:extLst>
          </p:cNvPr>
          <p:cNvSpPr txBox="1"/>
          <p:nvPr/>
        </p:nvSpPr>
        <p:spPr>
          <a:xfrm>
            <a:off x="4881612" y="7703143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E4CCC19-3692-C2D6-CE24-F2C684CA2101}"/>
              </a:ext>
            </a:extLst>
          </p:cNvPr>
          <p:cNvSpPr txBox="1"/>
          <p:nvPr/>
        </p:nvSpPr>
        <p:spPr>
          <a:xfrm>
            <a:off x="1611750" y="765601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A50AAF4-A511-A858-F16F-4CF8166A4779}"/>
              </a:ext>
            </a:extLst>
          </p:cNvPr>
          <p:cNvSpPr txBox="1"/>
          <p:nvPr/>
        </p:nvSpPr>
        <p:spPr>
          <a:xfrm>
            <a:off x="2676807" y="7699960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5A2AEF4-A4BE-EB6D-CEFC-FBEB795709AE}"/>
              </a:ext>
            </a:extLst>
          </p:cNvPr>
          <p:cNvSpPr txBox="1"/>
          <p:nvPr/>
        </p:nvSpPr>
        <p:spPr>
          <a:xfrm>
            <a:off x="7057668" y="770314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05525E3-D53E-0F66-9A1C-825609391F71}"/>
              </a:ext>
            </a:extLst>
          </p:cNvPr>
          <p:cNvSpPr txBox="1"/>
          <p:nvPr/>
        </p:nvSpPr>
        <p:spPr>
          <a:xfrm>
            <a:off x="8002395" y="7709536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D1D65D3-4C3D-8D19-C3EE-B598DD002FA2}"/>
              </a:ext>
            </a:extLst>
          </p:cNvPr>
          <p:cNvSpPr txBox="1"/>
          <p:nvPr/>
        </p:nvSpPr>
        <p:spPr>
          <a:xfrm>
            <a:off x="5965001" y="7709537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45A3077-0D39-8082-A029-FA35D57D03E3}"/>
              </a:ext>
            </a:extLst>
          </p:cNvPr>
          <p:cNvSpPr txBox="1"/>
          <p:nvPr/>
        </p:nvSpPr>
        <p:spPr>
          <a:xfrm>
            <a:off x="3785360" y="7694615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700860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57232-66C4-7F6E-91DE-AA93C3DE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FE98E94-38FB-856B-3BD3-FB1A47715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29157D-C9F3-CE42-1990-E461C5BAC0A7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DDC12663-0C01-DE27-7AB8-E14737FB5F60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608152-3D16-30C6-1290-8636E1220B0A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D6AD72-B36F-D595-85CA-170F9BE1614C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EED49E8C-F39F-44FA-010D-09E2CFE7125E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953A9772-556B-5F91-41AA-B62DAFC29258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50054E08-26D9-2A35-2532-3CD711C1065A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E290A03B-D505-9268-2FFB-C3FC7CF9F107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476BEB-B4E4-E7ED-7EE1-8E97E92BDDFE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CE51B4-7C05-9228-72D5-5B4FFF134140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ACC7C212-84F9-A7C7-06D3-2F711DB9785D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DB0864-5EB8-86B5-CA06-F80EC80A8A3A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514F6D9F-035C-3E8A-AC21-8BBC49FFE67E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E8EA54-B5F3-70A8-868A-0F31FCA691BC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5DBAD9-6E0E-4381-1DF0-0908EB15C43D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6CA01B-E030-7E44-E330-8B3FEF584ACE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175120-2C28-5EF3-6432-BE87074570C5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C612A31-4B67-F4EF-BD29-7F6501D58C02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9AFC7ED3-938C-AF48-F4BA-1C4DDF91FF1F}"/>
              </a:ext>
            </a:extLst>
          </p:cNvPr>
          <p:cNvSpPr/>
          <p:nvPr/>
        </p:nvSpPr>
        <p:spPr>
          <a:xfrm>
            <a:off x="1442028" y="4849595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D28FB908-72D7-FCA1-33BC-9E2EA158EA17}"/>
              </a:ext>
            </a:extLst>
          </p:cNvPr>
          <p:cNvSpPr/>
          <p:nvPr/>
        </p:nvSpPr>
        <p:spPr>
          <a:xfrm>
            <a:off x="2492426" y="703348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21EB4A54-9132-46F4-6370-932ED3E11DC5}"/>
              </a:ext>
            </a:extLst>
          </p:cNvPr>
          <p:cNvSpPr/>
          <p:nvPr/>
        </p:nvSpPr>
        <p:spPr>
          <a:xfrm>
            <a:off x="6862506" y="705039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01E46D69-9EA0-E3FE-CAF9-40BF3F0E87E5}"/>
              </a:ext>
            </a:extLst>
          </p:cNvPr>
          <p:cNvSpPr/>
          <p:nvPr/>
        </p:nvSpPr>
        <p:spPr>
          <a:xfrm>
            <a:off x="7807233" y="706263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E01A4B49-20E0-CDBA-1A80-4B26708FCC58}"/>
              </a:ext>
            </a:extLst>
          </p:cNvPr>
          <p:cNvSpPr/>
          <p:nvPr/>
        </p:nvSpPr>
        <p:spPr>
          <a:xfrm>
            <a:off x="4695652" y="703869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183D42DD-3D3E-C277-EBE1-94B0838E1C3D}"/>
              </a:ext>
            </a:extLst>
          </p:cNvPr>
          <p:cNvSpPr/>
          <p:nvPr/>
        </p:nvSpPr>
        <p:spPr>
          <a:xfrm>
            <a:off x="5743108" y="7053390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6947B268-36A5-61D2-B168-83BDEBDD49B3}"/>
              </a:ext>
            </a:extLst>
          </p:cNvPr>
          <p:cNvSpPr/>
          <p:nvPr/>
        </p:nvSpPr>
        <p:spPr>
          <a:xfrm>
            <a:off x="3605590" y="703869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2DFFCC58-1695-BEC0-9186-5FA720F5A42F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8292F521-D24F-5C54-1F9B-9D57882A2777}"/>
              </a:ext>
            </a:extLst>
          </p:cNvPr>
          <p:cNvSpPr/>
          <p:nvPr/>
        </p:nvSpPr>
        <p:spPr>
          <a:xfrm>
            <a:off x="12351160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A357B931-CE29-D4CB-FC7C-3CCFA9F5D847}"/>
              </a:ext>
            </a:extLst>
          </p:cNvPr>
          <p:cNvSpPr/>
          <p:nvPr/>
        </p:nvSpPr>
        <p:spPr>
          <a:xfrm>
            <a:off x="12351160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63AA2B-A1E2-92A1-5581-7DA3919ADD80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23467C-1911-FE21-8410-C8D4E7D0A12B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91544DF-A88C-E6B9-A48B-48C2F0030BB1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A6555B7-6626-17B4-1B3D-751AEE94E37D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919577-D48D-22F1-B1C8-B3B70F5603DD}"/>
              </a:ext>
            </a:extLst>
          </p:cNvPr>
          <p:cNvSpPr txBox="1"/>
          <p:nvPr/>
        </p:nvSpPr>
        <p:spPr>
          <a:xfrm>
            <a:off x="4881612" y="7703143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E65EC6-57E8-6CC2-B867-9239D021B432}"/>
              </a:ext>
            </a:extLst>
          </p:cNvPr>
          <p:cNvSpPr txBox="1"/>
          <p:nvPr/>
        </p:nvSpPr>
        <p:spPr>
          <a:xfrm>
            <a:off x="1611750" y="5516072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CF2FF0-B54B-0E90-F01D-C1BF5656622F}"/>
              </a:ext>
            </a:extLst>
          </p:cNvPr>
          <p:cNvSpPr txBox="1"/>
          <p:nvPr/>
        </p:nvSpPr>
        <p:spPr>
          <a:xfrm>
            <a:off x="2676807" y="7699960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1E7CB5B-FD5C-555D-C3DB-0AEDF22A4000}"/>
              </a:ext>
            </a:extLst>
          </p:cNvPr>
          <p:cNvSpPr txBox="1"/>
          <p:nvPr/>
        </p:nvSpPr>
        <p:spPr>
          <a:xfrm>
            <a:off x="7057668" y="770314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63D934A-CDE0-EE90-F199-D849A40415B4}"/>
              </a:ext>
            </a:extLst>
          </p:cNvPr>
          <p:cNvSpPr txBox="1"/>
          <p:nvPr/>
        </p:nvSpPr>
        <p:spPr>
          <a:xfrm>
            <a:off x="8002395" y="7709536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CDBE88F-3595-365C-6863-02EE466E4990}"/>
              </a:ext>
            </a:extLst>
          </p:cNvPr>
          <p:cNvSpPr txBox="1"/>
          <p:nvPr/>
        </p:nvSpPr>
        <p:spPr>
          <a:xfrm>
            <a:off x="5965001" y="7709537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ECC08E3-63A5-711B-1626-57728C269F6A}"/>
              </a:ext>
            </a:extLst>
          </p:cNvPr>
          <p:cNvSpPr txBox="1"/>
          <p:nvPr/>
        </p:nvSpPr>
        <p:spPr>
          <a:xfrm>
            <a:off x="3785360" y="7694615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1305784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22D32-4847-E7C3-3E48-CEE4C5A6C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17E9D1-48C0-1E20-929C-A62EE3A98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DBA71-1466-6FF7-220A-3A0FAD38ADDF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F8139AC2-484A-78E4-9B61-6CCF9E8FFBDD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BC89B7-135E-878B-676B-A5EBEAB5A350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62B18E-503F-CF4F-31CA-C18C3A6BCF7A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B368B015-AFD1-727C-91DE-6DA217D3BF60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2EE18895-9E04-AFD5-4D04-EE1636A78921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4FFA2F63-FFC5-FBE1-1A43-870739C292BA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C3A9EE6E-CA56-42D5-8B55-A930684C350B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BF03F0-9D48-0BE7-40F3-BDB40C88E7D4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B62A07-1DAF-5BF7-9BC0-F214686B820B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40F186D4-06EE-F8D6-4863-6246FEEB42F9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498192-F461-8FA1-1642-2994BCF683D9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3B3CB2BE-7637-CE47-7881-1758C2E0B6FA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18F7E-215C-1125-848E-7D205C783986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057D9B-D06C-0FA2-997B-4857A2B22690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2F9332-D1AF-BE1E-CABC-CD0633BA2396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689DBA5-3559-6D3F-FBD2-CED1D290F56F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D7225DC-733B-E5F5-38AC-E43840D971E6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3121EF73-332D-A25A-8995-262295C99BB6}"/>
              </a:ext>
            </a:extLst>
          </p:cNvPr>
          <p:cNvSpPr/>
          <p:nvPr/>
        </p:nvSpPr>
        <p:spPr>
          <a:xfrm>
            <a:off x="1442028" y="4849595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CB088186-279A-86AC-D20E-61198096C277}"/>
              </a:ext>
            </a:extLst>
          </p:cNvPr>
          <p:cNvSpPr/>
          <p:nvPr/>
        </p:nvSpPr>
        <p:spPr>
          <a:xfrm>
            <a:off x="2492426" y="703348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46026460-DC28-873C-DAD3-5B678CDD54F2}"/>
              </a:ext>
            </a:extLst>
          </p:cNvPr>
          <p:cNvSpPr/>
          <p:nvPr/>
        </p:nvSpPr>
        <p:spPr>
          <a:xfrm>
            <a:off x="6862506" y="705039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46B26705-8E93-001E-C975-2E78F144F17F}"/>
              </a:ext>
            </a:extLst>
          </p:cNvPr>
          <p:cNvSpPr/>
          <p:nvPr/>
        </p:nvSpPr>
        <p:spPr>
          <a:xfrm>
            <a:off x="7807233" y="706263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B648AA86-1E88-3D1F-7D6B-5680A1BDF1F3}"/>
              </a:ext>
            </a:extLst>
          </p:cNvPr>
          <p:cNvSpPr/>
          <p:nvPr/>
        </p:nvSpPr>
        <p:spPr>
          <a:xfrm>
            <a:off x="4695652" y="703869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57387DD0-5CD7-AC3D-22DC-AD441BF567EB}"/>
              </a:ext>
            </a:extLst>
          </p:cNvPr>
          <p:cNvSpPr/>
          <p:nvPr/>
        </p:nvSpPr>
        <p:spPr>
          <a:xfrm>
            <a:off x="5743108" y="7053390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BF544886-29AD-9540-BD46-553AC2F51DC6}"/>
              </a:ext>
            </a:extLst>
          </p:cNvPr>
          <p:cNvSpPr/>
          <p:nvPr/>
        </p:nvSpPr>
        <p:spPr>
          <a:xfrm>
            <a:off x="3605590" y="703869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ECF11D72-0745-9B95-3166-BE84EE7C5138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96708998-D49E-3801-C7C7-6653654DE7F0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2EEADCC1-5B56-9803-AA58-AF0B8BEC9395}"/>
              </a:ext>
            </a:extLst>
          </p:cNvPr>
          <p:cNvSpPr/>
          <p:nvPr/>
        </p:nvSpPr>
        <p:spPr>
          <a:xfrm>
            <a:off x="12351160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3F7AB5-7A14-1173-8D44-88B72AA7226F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509A4F0-5E1E-3BA2-38E4-A0AE7D800793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EC268D9-ABC9-7A03-F631-5FC5459C557A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9D4C0B-15DD-3012-5AA0-E3A147E55386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39CB552-D76B-800E-6F63-DB0232A04902}"/>
              </a:ext>
            </a:extLst>
          </p:cNvPr>
          <p:cNvSpPr txBox="1"/>
          <p:nvPr/>
        </p:nvSpPr>
        <p:spPr>
          <a:xfrm>
            <a:off x="4881612" y="7703143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F19A3DF-D105-DEA3-CD52-FBCE527D817E}"/>
              </a:ext>
            </a:extLst>
          </p:cNvPr>
          <p:cNvSpPr txBox="1"/>
          <p:nvPr/>
        </p:nvSpPr>
        <p:spPr>
          <a:xfrm>
            <a:off x="1611750" y="5516072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7B30E2-F85D-E52B-C5FA-D30B4F480F19}"/>
              </a:ext>
            </a:extLst>
          </p:cNvPr>
          <p:cNvSpPr txBox="1"/>
          <p:nvPr/>
        </p:nvSpPr>
        <p:spPr>
          <a:xfrm>
            <a:off x="2676807" y="7699960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E52B9F-3C46-72E2-F4AC-E92F410E7EC5}"/>
              </a:ext>
            </a:extLst>
          </p:cNvPr>
          <p:cNvSpPr txBox="1"/>
          <p:nvPr/>
        </p:nvSpPr>
        <p:spPr>
          <a:xfrm>
            <a:off x="7057668" y="770314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B757D0C-2EC9-5C63-4849-47D49DF74EA7}"/>
              </a:ext>
            </a:extLst>
          </p:cNvPr>
          <p:cNvSpPr txBox="1"/>
          <p:nvPr/>
        </p:nvSpPr>
        <p:spPr>
          <a:xfrm>
            <a:off x="8002395" y="7709536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7B63FB-3BF1-AC51-A27A-75B367E077F2}"/>
              </a:ext>
            </a:extLst>
          </p:cNvPr>
          <p:cNvSpPr txBox="1"/>
          <p:nvPr/>
        </p:nvSpPr>
        <p:spPr>
          <a:xfrm>
            <a:off x="5965001" y="7709537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9D6EE0-857F-37E9-48C8-E9BCD843A131}"/>
              </a:ext>
            </a:extLst>
          </p:cNvPr>
          <p:cNvSpPr txBox="1"/>
          <p:nvPr/>
        </p:nvSpPr>
        <p:spPr>
          <a:xfrm>
            <a:off x="3785360" y="7694615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8896508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EBC1C1-6A34-AADB-7187-C16A2D30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B27D83A-D592-0200-60ED-7B4902B04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C726A-DF89-3EE1-86AA-A9750F5FA349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ED22E111-0DF2-86D9-C504-6123B37948AE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D0E9FD-4DA8-2096-C6CE-DB64E76E4BCD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7BE1A4-AB2B-85D3-CD1D-BAA0AF4ABAC6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8DD34D63-6BA7-9BB5-2330-85192AA8E649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A1053D4B-0494-F232-5074-33498C60E195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E1D74236-F607-C645-81BB-551F7EE83855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183DEA00-48F5-255B-FB1A-CAD5F496A86C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6D57BA-D4B6-E8BB-D7FE-75275C7181E0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0114D4-30E7-C6AF-5F1A-7C62DAB81202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DB86A64E-387B-DD50-8ADB-65EEB6E40824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A39D15-E953-4433-C60C-21A582459493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E606B032-506E-1BA2-EB43-C0BEFB0765B6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85D37B-5A98-35AD-709B-9F44AD1599CA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CC50F8-BC30-5DEF-18BA-4FA952A7C2EE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FF149E-7DDC-9133-0558-434DC8D73EC4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4ADE309-9F89-87C7-2340-E9190A53B647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3E4F993-44A4-96E9-A7FD-35F6D8773F0B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394E046B-B964-3E1A-036F-876177586553}"/>
              </a:ext>
            </a:extLst>
          </p:cNvPr>
          <p:cNvSpPr/>
          <p:nvPr/>
        </p:nvSpPr>
        <p:spPr>
          <a:xfrm>
            <a:off x="1442028" y="4849595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C19B14ED-CC2C-931E-7984-6A6ED13F92BC}"/>
              </a:ext>
            </a:extLst>
          </p:cNvPr>
          <p:cNvSpPr/>
          <p:nvPr/>
        </p:nvSpPr>
        <p:spPr>
          <a:xfrm>
            <a:off x="2492426" y="484440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1AFB6537-CD7A-861D-15A5-2805D2A6C151}"/>
              </a:ext>
            </a:extLst>
          </p:cNvPr>
          <p:cNvSpPr/>
          <p:nvPr/>
        </p:nvSpPr>
        <p:spPr>
          <a:xfrm>
            <a:off x="6862506" y="705039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3B87ACF4-BFA6-FBBE-EDD5-2B5F1F718A67}"/>
              </a:ext>
            </a:extLst>
          </p:cNvPr>
          <p:cNvSpPr/>
          <p:nvPr/>
        </p:nvSpPr>
        <p:spPr>
          <a:xfrm>
            <a:off x="7807233" y="706263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3B79E3E0-A162-E54D-197D-353758BC390B}"/>
              </a:ext>
            </a:extLst>
          </p:cNvPr>
          <p:cNvSpPr/>
          <p:nvPr/>
        </p:nvSpPr>
        <p:spPr>
          <a:xfrm>
            <a:off x="4695652" y="703869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580CADFA-928F-A972-45A0-4700B885CB4F}"/>
              </a:ext>
            </a:extLst>
          </p:cNvPr>
          <p:cNvSpPr/>
          <p:nvPr/>
        </p:nvSpPr>
        <p:spPr>
          <a:xfrm>
            <a:off x="5743108" y="7053390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1C59415E-5773-C5BA-BF6B-55A8A815850C}"/>
              </a:ext>
            </a:extLst>
          </p:cNvPr>
          <p:cNvSpPr/>
          <p:nvPr/>
        </p:nvSpPr>
        <p:spPr>
          <a:xfrm>
            <a:off x="3605590" y="703869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E10A9C10-6309-287A-C2FF-F6710656B98C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C6D708D0-6065-D98A-E56F-A05B274CB284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18EDF3DC-D338-9E65-E2F7-A222508696BA}"/>
              </a:ext>
            </a:extLst>
          </p:cNvPr>
          <p:cNvSpPr/>
          <p:nvPr/>
        </p:nvSpPr>
        <p:spPr>
          <a:xfrm>
            <a:off x="12327023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5A6938-AB04-5FEA-D532-BB2DB5A9EC62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4AC7D2-76D4-499E-7DB3-24E6DB4E8184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4249E0-7A23-A737-B252-5B3874610935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3655EEF-0C69-10F6-791E-E309449EBF5D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F333031-1227-F40A-4355-61486DF44D4F}"/>
              </a:ext>
            </a:extLst>
          </p:cNvPr>
          <p:cNvSpPr txBox="1"/>
          <p:nvPr/>
        </p:nvSpPr>
        <p:spPr>
          <a:xfrm>
            <a:off x="4881612" y="7703143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B7D9E28-C044-5756-B46E-96B27CF48842}"/>
              </a:ext>
            </a:extLst>
          </p:cNvPr>
          <p:cNvSpPr txBox="1"/>
          <p:nvPr/>
        </p:nvSpPr>
        <p:spPr>
          <a:xfrm>
            <a:off x="1611750" y="5516072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3640507-5062-F00F-E916-0023BE740241}"/>
              </a:ext>
            </a:extLst>
          </p:cNvPr>
          <p:cNvSpPr txBox="1"/>
          <p:nvPr/>
        </p:nvSpPr>
        <p:spPr>
          <a:xfrm>
            <a:off x="2676807" y="5510878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704655-2411-1786-D525-F8C4C3A408F4}"/>
              </a:ext>
            </a:extLst>
          </p:cNvPr>
          <p:cNvSpPr txBox="1"/>
          <p:nvPr/>
        </p:nvSpPr>
        <p:spPr>
          <a:xfrm>
            <a:off x="7057668" y="770314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658AAD7-E804-6D7B-AE71-2F35FB359BA9}"/>
              </a:ext>
            </a:extLst>
          </p:cNvPr>
          <p:cNvSpPr txBox="1"/>
          <p:nvPr/>
        </p:nvSpPr>
        <p:spPr>
          <a:xfrm>
            <a:off x="8002395" y="7709536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9F7DF1E-4434-B907-1CC3-CCB331821883}"/>
              </a:ext>
            </a:extLst>
          </p:cNvPr>
          <p:cNvSpPr txBox="1"/>
          <p:nvPr/>
        </p:nvSpPr>
        <p:spPr>
          <a:xfrm>
            <a:off x="5965001" y="7709537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A13E0A8-7E88-28E1-3A60-4207B3AABE88}"/>
              </a:ext>
            </a:extLst>
          </p:cNvPr>
          <p:cNvSpPr txBox="1"/>
          <p:nvPr/>
        </p:nvSpPr>
        <p:spPr>
          <a:xfrm>
            <a:off x="3785360" y="7694615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8237051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4C224-5025-87D2-547B-BDC79D5B4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FA83B4-2EE1-AC7C-5489-9DE421B0D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09347-0999-37EB-99D4-CC0D1925AC21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648CF2AB-7A1C-827B-6625-B755A8BE850D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BCD303-DA19-3543-40A7-235931396651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CD20F7-5C6C-3918-2F48-53B7FA7A4331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958E568C-5B3F-FD75-3024-0229086E0660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13541D8A-E44B-1274-B3E5-7ED2A38FFA7A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EF35A7DA-8A11-6954-6050-F1BB12E932F8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4E1596A8-232A-0A3B-D484-D21AE3F2BDF1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5BF1DD-DE92-1178-C7A5-B34725D91D09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CF3D84-B24C-A32A-BB5B-167151AEE2D3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4933892A-74C3-C129-8BCF-6470F9BEE462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61FE7D-F86B-A927-91A8-0D88CD5378EF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B3A86DE8-9C57-46E2-8E2D-4A8FDD514400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7F9DD3-32F7-7151-FB35-4AA945D51CDB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3DA54C-72E6-DA69-568F-50DE837FD016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673BE-83B3-D247-43B3-628760E01961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3D7786-5698-A70E-D1D5-95368D21AEFE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28C1F2B-E933-2179-AA33-F7D95E45B745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A950341B-46E3-2AF8-FC86-FFC0812DEBEF}"/>
              </a:ext>
            </a:extLst>
          </p:cNvPr>
          <p:cNvSpPr/>
          <p:nvPr/>
        </p:nvSpPr>
        <p:spPr>
          <a:xfrm>
            <a:off x="1442028" y="4849595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D3973254-DAA8-4A87-D772-B0256878CEBF}"/>
              </a:ext>
            </a:extLst>
          </p:cNvPr>
          <p:cNvSpPr/>
          <p:nvPr/>
        </p:nvSpPr>
        <p:spPr>
          <a:xfrm>
            <a:off x="2492426" y="484440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0BC6C48A-DA39-11C8-6C22-413FFD44BEB2}"/>
              </a:ext>
            </a:extLst>
          </p:cNvPr>
          <p:cNvSpPr/>
          <p:nvPr/>
        </p:nvSpPr>
        <p:spPr>
          <a:xfrm>
            <a:off x="6862506" y="705039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5398E89E-7F9E-50D9-9138-27CD2C86763A}"/>
              </a:ext>
            </a:extLst>
          </p:cNvPr>
          <p:cNvSpPr/>
          <p:nvPr/>
        </p:nvSpPr>
        <p:spPr>
          <a:xfrm>
            <a:off x="7807233" y="706263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8F283D4E-B10A-272D-B73E-640C76AF1961}"/>
              </a:ext>
            </a:extLst>
          </p:cNvPr>
          <p:cNvSpPr/>
          <p:nvPr/>
        </p:nvSpPr>
        <p:spPr>
          <a:xfrm>
            <a:off x="4695652" y="703869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FEF8A692-E6F0-DAD8-3926-62F9EDE8E47B}"/>
              </a:ext>
            </a:extLst>
          </p:cNvPr>
          <p:cNvSpPr/>
          <p:nvPr/>
        </p:nvSpPr>
        <p:spPr>
          <a:xfrm>
            <a:off x="5743108" y="7053390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CFCB6D49-2FFD-1AD3-658C-EDDC0AFD0018}"/>
              </a:ext>
            </a:extLst>
          </p:cNvPr>
          <p:cNvSpPr/>
          <p:nvPr/>
        </p:nvSpPr>
        <p:spPr>
          <a:xfrm>
            <a:off x="3605590" y="703869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9C93A343-C206-64B4-7C17-ED460EDA6589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3DE25A5B-5622-6580-EE8B-5CB4E228B8EA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4BB97B6D-F9A2-AE20-9D0C-8657448A2F0D}"/>
              </a:ext>
            </a:extLst>
          </p:cNvPr>
          <p:cNvSpPr/>
          <p:nvPr/>
        </p:nvSpPr>
        <p:spPr>
          <a:xfrm>
            <a:off x="10555373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BFCD0B-1735-F77B-1008-25A466BAEAE3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6BBAFF7-1775-BEF7-E606-3AA51C688348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6EEBC17-8099-2156-D1A6-9CA5F860E897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3A0F886-3D69-846C-84EE-A9FF421C0552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7F95601-0AAC-ACAA-7BD1-937E11BCF173}"/>
              </a:ext>
            </a:extLst>
          </p:cNvPr>
          <p:cNvSpPr txBox="1"/>
          <p:nvPr/>
        </p:nvSpPr>
        <p:spPr>
          <a:xfrm>
            <a:off x="4881612" y="7703143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487E316-70A4-40C1-B50D-4E4C7778C108}"/>
              </a:ext>
            </a:extLst>
          </p:cNvPr>
          <p:cNvSpPr txBox="1"/>
          <p:nvPr/>
        </p:nvSpPr>
        <p:spPr>
          <a:xfrm>
            <a:off x="1611750" y="5516072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633C8D8-2268-30AC-6B5D-D2D7FBC04738}"/>
              </a:ext>
            </a:extLst>
          </p:cNvPr>
          <p:cNvSpPr txBox="1"/>
          <p:nvPr/>
        </p:nvSpPr>
        <p:spPr>
          <a:xfrm>
            <a:off x="2676807" y="5510878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E9D1839-A679-DCA0-75C2-599413FCE8D9}"/>
              </a:ext>
            </a:extLst>
          </p:cNvPr>
          <p:cNvSpPr txBox="1"/>
          <p:nvPr/>
        </p:nvSpPr>
        <p:spPr>
          <a:xfrm>
            <a:off x="7057668" y="770314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A6EDBC4-B94C-8B26-95F0-E8F39A200609}"/>
              </a:ext>
            </a:extLst>
          </p:cNvPr>
          <p:cNvSpPr txBox="1"/>
          <p:nvPr/>
        </p:nvSpPr>
        <p:spPr>
          <a:xfrm>
            <a:off x="8002395" y="7709536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E58BC18-A891-F228-7242-7DCDC18A32EA}"/>
              </a:ext>
            </a:extLst>
          </p:cNvPr>
          <p:cNvSpPr txBox="1"/>
          <p:nvPr/>
        </p:nvSpPr>
        <p:spPr>
          <a:xfrm>
            <a:off x="5965001" y="7709537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51F69B-E9DD-FF54-40A0-49055FB92F13}"/>
              </a:ext>
            </a:extLst>
          </p:cNvPr>
          <p:cNvSpPr txBox="1"/>
          <p:nvPr/>
        </p:nvSpPr>
        <p:spPr>
          <a:xfrm>
            <a:off x="3785360" y="7694615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481738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C2E3C-3DD1-1D3B-5E4B-659FA6D88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16CDF49-58D0-2455-DCB9-7ED5B0D59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D3317-306E-16A6-896C-5A513D3C46A0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73FDF320-6EFD-943A-5782-7B8FA9B2933F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173294-1686-0C39-9792-FFC360808D65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A41A9B-5EF5-4025-283D-8472BBCF2F29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2AD79E12-9D1C-AC68-3C02-4C2B81293602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4605D41E-4A96-6C70-C3AE-5834D999E51F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AE39E2FA-F371-C03F-F59D-DD724266A054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1EDD8420-A275-118C-49BB-CE81A44C858F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42BCD0-3116-D7B5-B086-6691A85BD2B3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5E266E-78D8-7210-0165-9C0DD8EA2BBB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2A67F15E-F462-B78D-F974-A05A91552BA0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8942B8-DDDA-2741-0CFA-2AF284D4B266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92E28FED-BEC4-9905-1009-7CF812598B93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C1C8E4-1AF4-18DF-2630-75BBA04EAAA9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FF3AB-CD0E-2713-9A15-DE23E4F58372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B1030B-9D68-5549-4C40-C555AEE118AC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28F5AD-D492-0672-71C6-922B611FF9F2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8BCDD28-1756-E3FB-B65D-0F72D712A4D0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F8797E72-8C17-36FC-C53F-72DC7DD5D609}"/>
              </a:ext>
            </a:extLst>
          </p:cNvPr>
          <p:cNvSpPr/>
          <p:nvPr/>
        </p:nvSpPr>
        <p:spPr>
          <a:xfrm>
            <a:off x="1442028" y="4849595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98486C42-CE3A-0958-4F5C-6C8B7D61BF2F}"/>
              </a:ext>
            </a:extLst>
          </p:cNvPr>
          <p:cNvSpPr/>
          <p:nvPr/>
        </p:nvSpPr>
        <p:spPr>
          <a:xfrm>
            <a:off x="2492426" y="484440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C47E773E-A1CA-21A4-CAED-DF1E7E260259}"/>
              </a:ext>
            </a:extLst>
          </p:cNvPr>
          <p:cNvSpPr/>
          <p:nvPr/>
        </p:nvSpPr>
        <p:spPr>
          <a:xfrm>
            <a:off x="6862506" y="705039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BEC4210C-B739-7813-1BFB-70497A19BC30}"/>
              </a:ext>
            </a:extLst>
          </p:cNvPr>
          <p:cNvSpPr/>
          <p:nvPr/>
        </p:nvSpPr>
        <p:spPr>
          <a:xfrm>
            <a:off x="7807233" y="706263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D0F59760-7CDE-CF3D-EA59-461205EC8E9D}"/>
              </a:ext>
            </a:extLst>
          </p:cNvPr>
          <p:cNvSpPr/>
          <p:nvPr/>
        </p:nvSpPr>
        <p:spPr>
          <a:xfrm>
            <a:off x="4695652" y="484003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EC8F1FC9-2F80-6C63-1E9F-B558A32843AD}"/>
              </a:ext>
            </a:extLst>
          </p:cNvPr>
          <p:cNvSpPr/>
          <p:nvPr/>
        </p:nvSpPr>
        <p:spPr>
          <a:xfrm>
            <a:off x="5743108" y="485473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9DA5DE35-F98A-0DA6-609E-ED137B06AF5B}"/>
              </a:ext>
            </a:extLst>
          </p:cNvPr>
          <p:cNvSpPr/>
          <p:nvPr/>
        </p:nvSpPr>
        <p:spPr>
          <a:xfrm>
            <a:off x="3605590" y="484003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01205D98-C61A-FBBE-8D87-61BC3A20EE60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60D3F443-F17F-6FBB-ED30-A4C89D930C8F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CEFE0B33-1EB7-D541-2CAE-679BC916308B}"/>
              </a:ext>
            </a:extLst>
          </p:cNvPr>
          <p:cNvSpPr/>
          <p:nvPr/>
        </p:nvSpPr>
        <p:spPr>
          <a:xfrm>
            <a:off x="10555373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651AE9-009E-C4F9-73E9-AF893DE14AB0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39A4ECF-B8E0-6386-3C02-051DC5B8F77F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CC4F70-7EC9-9DF4-8C4F-A68308276AEA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01A71C8-D205-DFDB-528D-EDE5F5334070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ABB8D8-D08F-9749-43E0-ABA0606FCC94}"/>
              </a:ext>
            </a:extLst>
          </p:cNvPr>
          <p:cNvSpPr txBox="1"/>
          <p:nvPr/>
        </p:nvSpPr>
        <p:spPr>
          <a:xfrm>
            <a:off x="4881612" y="5504484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5F39F7C-0D44-B0A9-3A47-D309AD6E0DF6}"/>
              </a:ext>
            </a:extLst>
          </p:cNvPr>
          <p:cNvSpPr txBox="1"/>
          <p:nvPr/>
        </p:nvSpPr>
        <p:spPr>
          <a:xfrm>
            <a:off x="1611750" y="5516072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99209EB-D42B-2313-224C-5C140156285C}"/>
              </a:ext>
            </a:extLst>
          </p:cNvPr>
          <p:cNvSpPr txBox="1"/>
          <p:nvPr/>
        </p:nvSpPr>
        <p:spPr>
          <a:xfrm>
            <a:off x="2676807" y="5510878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5256767-ABE6-41E7-C690-E7EEF2A5C92F}"/>
              </a:ext>
            </a:extLst>
          </p:cNvPr>
          <p:cNvSpPr txBox="1"/>
          <p:nvPr/>
        </p:nvSpPr>
        <p:spPr>
          <a:xfrm>
            <a:off x="7057668" y="770314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37D74D1-BA7A-EC46-6E85-2AB4CBAB7C92}"/>
              </a:ext>
            </a:extLst>
          </p:cNvPr>
          <p:cNvSpPr txBox="1"/>
          <p:nvPr/>
        </p:nvSpPr>
        <p:spPr>
          <a:xfrm>
            <a:off x="8002395" y="7709536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53807AC-F7F4-33C7-4D54-04C0CDD53422}"/>
              </a:ext>
            </a:extLst>
          </p:cNvPr>
          <p:cNvSpPr txBox="1"/>
          <p:nvPr/>
        </p:nvSpPr>
        <p:spPr>
          <a:xfrm>
            <a:off x="5965001" y="5510878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142BDA3-53A0-955E-7D56-576285F7EA37}"/>
              </a:ext>
            </a:extLst>
          </p:cNvPr>
          <p:cNvSpPr txBox="1"/>
          <p:nvPr/>
        </p:nvSpPr>
        <p:spPr>
          <a:xfrm>
            <a:off x="3785360" y="5495956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007002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08DED-E52B-90E4-E3F2-746F5CB25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88AD83D-155D-4C67-7D5E-A8274B748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68BAD-23AA-0CF1-8208-C74B6BD598DA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9C2A2320-C4DD-CC14-9655-D737092CA714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064962-E798-A3FF-E828-894CEBCCA2B0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CBEB31-0D1C-8E02-7484-87A393B462C6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D25C7242-48ED-3450-B02A-BEBF479A60A1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024CEA60-B0FF-0A5F-F379-6FF40A16B3D4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9EC7B5B7-B078-C0F4-4832-4D5EE5655601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BE18B764-BC94-9E75-2446-3DA48348E597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3192E5-72F9-C01E-BDB5-09D4D0E01331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0521D9F-5E82-DF38-2629-35DF4CB6C93E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0133B5A0-6C84-50D9-6548-F896D0FFF54B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68E495-B31F-1EEE-D911-79ADF8800FA6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DAB98A3D-4E11-4347-FA1C-6D57417975AE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41F41D-DABA-87B9-E738-2C18F8BE3FC2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1A8032-4EE7-7F2E-F6FE-95682E817932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18605C-15F5-F155-0913-DD99B0995ACA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09621A6-5C1A-D466-97B7-43FBCA2075C4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63AA743-F938-AEB0-CC56-CE50AD193865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611F1C23-4BDA-C00E-3145-27762DA77823}"/>
              </a:ext>
            </a:extLst>
          </p:cNvPr>
          <p:cNvSpPr/>
          <p:nvPr/>
        </p:nvSpPr>
        <p:spPr>
          <a:xfrm>
            <a:off x="1442028" y="4849595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41F172AD-C420-FE02-4077-5F2E497F2C99}"/>
              </a:ext>
            </a:extLst>
          </p:cNvPr>
          <p:cNvSpPr/>
          <p:nvPr/>
        </p:nvSpPr>
        <p:spPr>
          <a:xfrm>
            <a:off x="2492426" y="484440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4D005F36-F772-9972-1D97-4DAC8A4B10DB}"/>
              </a:ext>
            </a:extLst>
          </p:cNvPr>
          <p:cNvSpPr/>
          <p:nvPr/>
        </p:nvSpPr>
        <p:spPr>
          <a:xfrm>
            <a:off x="6862506" y="705039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F64064B7-016F-B7C8-C38C-3AA346CF0E6C}"/>
              </a:ext>
            </a:extLst>
          </p:cNvPr>
          <p:cNvSpPr/>
          <p:nvPr/>
        </p:nvSpPr>
        <p:spPr>
          <a:xfrm>
            <a:off x="7807233" y="706263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03C69406-68AC-17F0-2651-782CF050C665}"/>
              </a:ext>
            </a:extLst>
          </p:cNvPr>
          <p:cNvSpPr/>
          <p:nvPr/>
        </p:nvSpPr>
        <p:spPr>
          <a:xfrm>
            <a:off x="4695652" y="4840035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F3C6F4A9-3997-EF40-D17C-E1215A95E6AE}"/>
              </a:ext>
            </a:extLst>
          </p:cNvPr>
          <p:cNvSpPr/>
          <p:nvPr/>
        </p:nvSpPr>
        <p:spPr>
          <a:xfrm>
            <a:off x="5743108" y="4854731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97EC613A-1C5C-DFD2-FE82-6466C3644C20}"/>
              </a:ext>
            </a:extLst>
          </p:cNvPr>
          <p:cNvSpPr/>
          <p:nvPr/>
        </p:nvSpPr>
        <p:spPr>
          <a:xfrm>
            <a:off x="3605590" y="4840035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CFA9CE5E-B3B2-746B-7448-701FBBAFEDED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C8CBCAD4-59B2-75EF-D744-9A189690C4AD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5941F019-6A36-8B60-C117-902E4CC861C1}"/>
              </a:ext>
            </a:extLst>
          </p:cNvPr>
          <p:cNvSpPr/>
          <p:nvPr/>
        </p:nvSpPr>
        <p:spPr>
          <a:xfrm>
            <a:off x="10555373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F848DC-4286-4967-0DC7-F297F77DFB40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3897BD3-002C-DF84-0E16-CF31EEB5685A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DF49E73-E13C-7E77-4FED-4D28C81C2E39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ADB3C5B-07FB-6804-A7CC-FC22D90DE0E3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08B24C-16C5-1690-2438-8A2CC0CC2FCA}"/>
              </a:ext>
            </a:extLst>
          </p:cNvPr>
          <p:cNvSpPr txBox="1"/>
          <p:nvPr/>
        </p:nvSpPr>
        <p:spPr>
          <a:xfrm>
            <a:off x="4881612" y="5504484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A145717-BF61-6409-CF19-CC7918B6A8AD}"/>
              </a:ext>
            </a:extLst>
          </p:cNvPr>
          <p:cNvSpPr txBox="1"/>
          <p:nvPr/>
        </p:nvSpPr>
        <p:spPr>
          <a:xfrm>
            <a:off x="1611750" y="5516072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A9AC040-9980-DE9D-F4CD-F47CFA44A15A}"/>
              </a:ext>
            </a:extLst>
          </p:cNvPr>
          <p:cNvSpPr txBox="1"/>
          <p:nvPr/>
        </p:nvSpPr>
        <p:spPr>
          <a:xfrm>
            <a:off x="2676807" y="5510878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A88BF8D-0FBB-E94D-3BED-624BF6CF62F6}"/>
              </a:ext>
            </a:extLst>
          </p:cNvPr>
          <p:cNvSpPr txBox="1"/>
          <p:nvPr/>
        </p:nvSpPr>
        <p:spPr>
          <a:xfrm>
            <a:off x="7057668" y="770314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C145CBE-3B66-98C0-6497-5B017B85D267}"/>
              </a:ext>
            </a:extLst>
          </p:cNvPr>
          <p:cNvSpPr txBox="1"/>
          <p:nvPr/>
        </p:nvSpPr>
        <p:spPr>
          <a:xfrm>
            <a:off x="8002395" y="7709536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91D1C18-72BB-5A41-F53D-F5D1652C7BC3}"/>
              </a:ext>
            </a:extLst>
          </p:cNvPr>
          <p:cNvSpPr txBox="1"/>
          <p:nvPr/>
        </p:nvSpPr>
        <p:spPr>
          <a:xfrm>
            <a:off x="5965001" y="5510878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6CD18F5-1471-78DD-C608-F650083277F9}"/>
              </a:ext>
            </a:extLst>
          </p:cNvPr>
          <p:cNvSpPr txBox="1"/>
          <p:nvPr/>
        </p:nvSpPr>
        <p:spPr>
          <a:xfrm>
            <a:off x="3785360" y="5495956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668487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F7345-D4BD-C4E9-2189-4822479B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D3F74F7-DABC-BC43-1932-0D9DB3889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7A4857-DE77-58D3-0C3A-25298CC0CA60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D0472845-0DF8-5B04-A29F-89F90EBB597A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71FD35-9F31-8BBB-A25C-277DDBBC75AA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87D671-F7E8-9685-6AFC-A26B564FC3A7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5DBAC84F-BAF3-DA2F-C498-9091E850B309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0CE47A20-FF78-0CD7-648C-662F4B59F322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B7054A95-88D2-7883-3287-E7898DA6E0D5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301968D2-8C75-1413-3A55-259A7112E9B7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03E01D-04CA-7FB0-34FD-6823AF1EC5D2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6DB788-734F-8ABD-DD2C-2680DFD033F2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2466D8A1-12C2-927A-D713-3B084C640A76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5A5B95-6A5D-A6CF-D214-415DAA8E714B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7B5BB066-74E2-DB85-61A2-DD170BC44F87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93D7F9-63F4-43F9-4359-EED00B30A0E1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0D3C58-8984-2EA6-272B-716760E6AF3B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2836A3-6C6A-9F12-BE3A-1ACE4B28AA15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B667A64-EEA5-AB11-D77A-353D3E225444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525598C-0016-E450-8E4B-F84775D3F81D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B354F68C-A653-B58E-FE2C-118D580CBD27}"/>
              </a:ext>
            </a:extLst>
          </p:cNvPr>
          <p:cNvSpPr/>
          <p:nvPr/>
        </p:nvSpPr>
        <p:spPr>
          <a:xfrm>
            <a:off x="1442028" y="4849595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5DB714BB-759D-59C6-D1B1-CD4B485ED17A}"/>
              </a:ext>
            </a:extLst>
          </p:cNvPr>
          <p:cNvSpPr/>
          <p:nvPr/>
        </p:nvSpPr>
        <p:spPr>
          <a:xfrm>
            <a:off x="2492426" y="4844401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0FD33656-A4CD-022A-E326-4B93C5CECD1E}"/>
              </a:ext>
            </a:extLst>
          </p:cNvPr>
          <p:cNvSpPr/>
          <p:nvPr/>
        </p:nvSpPr>
        <p:spPr>
          <a:xfrm>
            <a:off x="6862506" y="705039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AAD9F3B1-DF34-C382-351D-0315780947FD}"/>
              </a:ext>
            </a:extLst>
          </p:cNvPr>
          <p:cNvSpPr/>
          <p:nvPr/>
        </p:nvSpPr>
        <p:spPr>
          <a:xfrm>
            <a:off x="7807233" y="706263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84B12263-7392-F9B3-FC5F-9D369BD04030}"/>
              </a:ext>
            </a:extLst>
          </p:cNvPr>
          <p:cNvSpPr/>
          <p:nvPr/>
        </p:nvSpPr>
        <p:spPr>
          <a:xfrm>
            <a:off x="4695652" y="4840035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7262AB08-E5E5-5B8D-70EB-9C99B67156E2}"/>
              </a:ext>
            </a:extLst>
          </p:cNvPr>
          <p:cNvSpPr/>
          <p:nvPr/>
        </p:nvSpPr>
        <p:spPr>
          <a:xfrm>
            <a:off x="5743108" y="4854731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FCE01AC7-D326-404F-81BE-A58F60FFB4AC}"/>
              </a:ext>
            </a:extLst>
          </p:cNvPr>
          <p:cNvSpPr/>
          <p:nvPr/>
        </p:nvSpPr>
        <p:spPr>
          <a:xfrm>
            <a:off x="3605590" y="4840035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6BEFF64F-83A2-F6E7-47BD-6CCC1DF82729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7B96CD02-1C30-7EB6-D170-AD83CDDC8658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3C282C9F-1DB0-FB07-6CDB-AE70090A369F}"/>
              </a:ext>
            </a:extLst>
          </p:cNvPr>
          <p:cNvSpPr/>
          <p:nvPr/>
        </p:nvSpPr>
        <p:spPr>
          <a:xfrm>
            <a:off x="12344108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018B9A-4005-08FA-DA8E-357B48D7200D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A177FA-48DE-9DFF-3655-58D7C907F945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E29492-AA5B-A3F9-A7B4-38E1249587FE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83B2483-BAAC-4A6E-66C4-FF56935E79F3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1A07A72-84E3-2975-ABD3-F100CB6B8B53}"/>
              </a:ext>
            </a:extLst>
          </p:cNvPr>
          <p:cNvSpPr txBox="1"/>
          <p:nvPr/>
        </p:nvSpPr>
        <p:spPr>
          <a:xfrm>
            <a:off x="4881612" y="5504484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4AAC445-AF81-7DC1-68ED-10136D04E799}"/>
              </a:ext>
            </a:extLst>
          </p:cNvPr>
          <p:cNvSpPr txBox="1"/>
          <p:nvPr/>
        </p:nvSpPr>
        <p:spPr>
          <a:xfrm>
            <a:off x="1611750" y="5516072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E4D46F-8382-3D8C-1BDB-693C9B6504F5}"/>
              </a:ext>
            </a:extLst>
          </p:cNvPr>
          <p:cNvSpPr txBox="1"/>
          <p:nvPr/>
        </p:nvSpPr>
        <p:spPr>
          <a:xfrm>
            <a:off x="2676807" y="5510878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3105116-31A6-F68D-36DA-3D8E5C964E55}"/>
              </a:ext>
            </a:extLst>
          </p:cNvPr>
          <p:cNvSpPr txBox="1"/>
          <p:nvPr/>
        </p:nvSpPr>
        <p:spPr>
          <a:xfrm>
            <a:off x="7057668" y="7703143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20B9FB9-21F8-BF87-62BB-DE2EFEE5F1E7}"/>
              </a:ext>
            </a:extLst>
          </p:cNvPr>
          <p:cNvSpPr txBox="1"/>
          <p:nvPr/>
        </p:nvSpPr>
        <p:spPr>
          <a:xfrm>
            <a:off x="8002395" y="7709536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12F9A72-F219-B5B0-C052-7094C489E299}"/>
              </a:ext>
            </a:extLst>
          </p:cNvPr>
          <p:cNvSpPr txBox="1"/>
          <p:nvPr/>
        </p:nvSpPr>
        <p:spPr>
          <a:xfrm>
            <a:off x="5965001" y="5510878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BCD2180-E8C9-194B-8224-F0A78E1C436B}"/>
              </a:ext>
            </a:extLst>
          </p:cNvPr>
          <p:cNvSpPr txBox="1"/>
          <p:nvPr/>
        </p:nvSpPr>
        <p:spPr>
          <a:xfrm>
            <a:off x="3785360" y="5495956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306028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24761-1C7D-91CF-4EA3-B49EC5837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0B2532F-CFB5-CC20-695C-7D61197AB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85388-2079-EF00-FC34-89A6A6C3C451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40C44A23-6C4C-EA3C-7070-C3CD8FF5139D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9F6CD2-CAC3-C933-38D2-2E9404E67157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182E2C-2A5C-B7B6-1299-33EC63130094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0D879794-3585-6F2B-4383-E70183828EE7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4C36B819-0C07-6ECD-630E-3724A3BC13FE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91A6E3C6-7C54-EF71-127F-DBB6797B9EE7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E5D2F2F6-FE05-8D51-F7A0-5BB8865EA2E5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9DE5B2-46A4-1560-FF1E-192F52E99094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E11D4A-F6CC-69C0-271D-C74186C1EB8B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20D36DB7-B5E8-3D4B-3C94-1CEC19036571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024B62-4880-A39D-163D-41C822A136A4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1A199759-7AFA-87F8-D409-D645D9667681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73C887-3E18-2F41-1D78-57F291F4ABAE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37B590-AA47-4D08-B07C-2ED4914715E7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DDA955-8868-154D-221F-03B3006BD7B3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15A3ED3-2C67-20D9-86BD-F27FF5976B57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0ED34C4-E5CC-583A-8ADF-EA8BC93CC662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8626627C-3108-B01C-CED1-65110451367B}"/>
              </a:ext>
            </a:extLst>
          </p:cNvPr>
          <p:cNvSpPr/>
          <p:nvPr/>
        </p:nvSpPr>
        <p:spPr>
          <a:xfrm>
            <a:off x="1442028" y="4849595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2A78F699-2200-5308-0F67-0F67C92D5460}"/>
              </a:ext>
            </a:extLst>
          </p:cNvPr>
          <p:cNvSpPr/>
          <p:nvPr/>
        </p:nvSpPr>
        <p:spPr>
          <a:xfrm>
            <a:off x="2492426" y="4844401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0E6A13C9-6C1C-FD8B-FF86-0CAB28E88531}"/>
              </a:ext>
            </a:extLst>
          </p:cNvPr>
          <p:cNvSpPr/>
          <p:nvPr/>
        </p:nvSpPr>
        <p:spPr>
          <a:xfrm>
            <a:off x="6862506" y="484003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DC0D7854-1C68-AFCA-F87D-B25CF0CD3D3C}"/>
              </a:ext>
            </a:extLst>
          </p:cNvPr>
          <p:cNvSpPr/>
          <p:nvPr/>
        </p:nvSpPr>
        <p:spPr>
          <a:xfrm>
            <a:off x="7807233" y="4852280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A9BE86C2-9976-F37A-EF11-C1CEAE387948}"/>
              </a:ext>
            </a:extLst>
          </p:cNvPr>
          <p:cNvSpPr/>
          <p:nvPr/>
        </p:nvSpPr>
        <p:spPr>
          <a:xfrm>
            <a:off x="4695652" y="4840035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4A558175-9EB2-08E2-7B54-C4622CAE00AA}"/>
              </a:ext>
            </a:extLst>
          </p:cNvPr>
          <p:cNvSpPr/>
          <p:nvPr/>
        </p:nvSpPr>
        <p:spPr>
          <a:xfrm>
            <a:off x="5743108" y="4854731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86CB9E03-88FA-09E6-5E08-B56136CC8AB2}"/>
              </a:ext>
            </a:extLst>
          </p:cNvPr>
          <p:cNvSpPr/>
          <p:nvPr/>
        </p:nvSpPr>
        <p:spPr>
          <a:xfrm>
            <a:off x="3605590" y="4840035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2475CB1A-405A-D9D4-A628-5357875EDCF7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1B2F1962-6CC7-06CF-0D1A-63E69B955296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D9FFCB24-0990-C41C-11CA-51FE52B5AF86}"/>
              </a:ext>
            </a:extLst>
          </p:cNvPr>
          <p:cNvSpPr/>
          <p:nvPr/>
        </p:nvSpPr>
        <p:spPr>
          <a:xfrm>
            <a:off x="12344108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8D56CF-3D03-4E47-1C69-56E03BD1C2B2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C831780-2E84-6B55-324B-95D1E720C7DE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596D849-4960-A65B-651F-634C94F13366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7D1B8B7-CA1A-890C-F981-F129FB89240C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0A196A-56F7-2FD9-87F8-3127A2971294}"/>
              </a:ext>
            </a:extLst>
          </p:cNvPr>
          <p:cNvSpPr txBox="1"/>
          <p:nvPr/>
        </p:nvSpPr>
        <p:spPr>
          <a:xfrm>
            <a:off x="4881612" y="5504484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3AF0D1E-B6F2-3745-5E41-05DEA024C18B}"/>
              </a:ext>
            </a:extLst>
          </p:cNvPr>
          <p:cNvSpPr txBox="1"/>
          <p:nvPr/>
        </p:nvSpPr>
        <p:spPr>
          <a:xfrm>
            <a:off x="1611750" y="5516072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9316B5-D535-CE9B-F5CF-BD84D5D62B89}"/>
              </a:ext>
            </a:extLst>
          </p:cNvPr>
          <p:cNvSpPr txBox="1"/>
          <p:nvPr/>
        </p:nvSpPr>
        <p:spPr>
          <a:xfrm>
            <a:off x="2676807" y="5510878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A41E5A-5404-F3B5-D4D1-356BE9A15BE6}"/>
              </a:ext>
            </a:extLst>
          </p:cNvPr>
          <p:cNvSpPr txBox="1"/>
          <p:nvPr/>
        </p:nvSpPr>
        <p:spPr>
          <a:xfrm>
            <a:off x="7057668" y="5492788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7BF572A-FCFA-DA0B-4BA2-67AD02470A2D}"/>
              </a:ext>
            </a:extLst>
          </p:cNvPr>
          <p:cNvSpPr txBox="1"/>
          <p:nvPr/>
        </p:nvSpPr>
        <p:spPr>
          <a:xfrm>
            <a:off x="8002395" y="5499181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9EFBA9-C242-1691-80DA-D2BC1F23941D}"/>
              </a:ext>
            </a:extLst>
          </p:cNvPr>
          <p:cNvSpPr txBox="1"/>
          <p:nvPr/>
        </p:nvSpPr>
        <p:spPr>
          <a:xfrm>
            <a:off x="5965001" y="5510878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023ECF3-C329-EA3E-DDF6-F188B3B8DE10}"/>
              </a:ext>
            </a:extLst>
          </p:cNvPr>
          <p:cNvSpPr txBox="1"/>
          <p:nvPr/>
        </p:nvSpPr>
        <p:spPr>
          <a:xfrm>
            <a:off x="3785360" y="5495956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1665484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B3E022-4B56-F1A7-D56B-33777D8B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EE1D282-8B84-6878-0549-3950E50F0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8DFDB-69D3-F0B9-BC91-DACE3963DB13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D6B49A80-C502-D1E6-9112-1DC9274BEEBD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61F5635-C199-E8BE-E69E-3594722450BE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9C78C8-8A37-D342-389A-6938B0273849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EA56968F-A547-8533-C434-42CD03EB476F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BD344F10-54DF-C79D-1A61-D64936791779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527B16F2-BB14-0BD9-F5D8-E7548D943EB4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9747455C-1596-DCAC-9E62-F425DFA3566A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DD958A-3340-164C-C9E8-36F6E6472C9F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167B22-20EE-D14F-CC16-B3F58381CBEF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8748F6DC-D461-228F-E78C-24A4000139A4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11C6E9-B08E-71FB-3DC5-644F8D3D9278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960533D6-BC7B-598E-D4EE-0AABBF510DBF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367287-FEB5-50DB-70FF-146973E385E9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7174EA-A663-01A1-E9CF-9609FEFF403A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6E4202-2906-A8B2-B573-17E39063B6AE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94D978-BBF8-EA77-19B1-5ADD85BEEFE0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9E8821A-9160-118B-B474-079E189D876E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B866520A-4114-5748-097A-9D0F738A56FC}"/>
              </a:ext>
            </a:extLst>
          </p:cNvPr>
          <p:cNvSpPr/>
          <p:nvPr/>
        </p:nvSpPr>
        <p:spPr>
          <a:xfrm>
            <a:off x="1443724" y="4852280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B28D9846-DD08-5F56-E2D6-18C2ACA4F692}"/>
              </a:ext>
            </a:extLst>
          </p:cNvPr>
          <p:cNvSpPr/>
          <p:nvPr/>
        </p:nvSpPr>
        <p:spPr>
          <a:xfrm>
            <a:off x="2492426" y="4844401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26EC0E2A-D128-607C-BA9E-0B48F7187724}"/>
              </a:ext>
            </a:extLst>
          </p:cNvPr>
          <p:cNvSpPr/>
          <p:nvPr/>
        </p:nvSpPr>
        <p:spPr>
          <a:xfrm>
            <a:off x="6862506" y="4840035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913061ED-33CD-D291-0C29-B649FB618F90}"/>
              </a:ext>
            </a:extLst>
          </p:cNvPr>
          <p:cNvSpPr/>
          <p:nvPr/>
        </p:nvSpPr>
        <p:spPr>
          <a:xfrm>
            <a:off x="7807233" y="4852280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CE63D991-F053-BDA0-BCB8-FB79CE9DE796}"/>
              </a:ext>
            </a:extLst>
          </p:cNvPr>
          <p:cNvSpPr/>
          <p:nvPr/>
        </p:nvSpPr>
        <p:spPr>
          <a:xfrm>
            <a:off x="4695652" y="4840035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0EA1F4C5-F3D6-D157-92CB-D672B32EE0F3}"/>
              </a:ext>
            </a:extLst>
          </p:cNvPr>
          <p:cNvSpPr/>
          <p:nvPr/>
        </p:nvSpPr>
        <p:spPr>
          <a:xfrm>
            <a:off x="5743108" y="4854731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E9B36227-D15A-4C81-0EEB-42EB9A0B9696}"/>
              </a:ext>
            </a:extLst>
          </p:cNvPr>
          <p:cNvSpPr/>
          <p:nvPr/>
        </p:nvSpPr>
        <p:spPr>
          <a:xfrm>
            <a:off x="3605590" y="4840035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671E06D5-3857-651C-7B15-39E5FD3F1911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D568F6F5-A9A4-99CD-484F-93E97EEAAE26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D693E861-E102-6DA9-D482-83D4CB10A57A}"/>
              </a:ext>
            </a:extLst>
          </p:cNvPr>
          <p:cNvSpPr/>
          <p:nvPr/>
        </p:nvSpPr>
        <p:spPr>
          <a:xfrm>
            <a:off x="12344108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E22CC2-4049-CF33-B34C-5109BA3E7991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AD1A73A-3240-6048-BEDB-527811DCE624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3BE19BC-2FF8-297C-589B-48A0BF2D56DA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9E6870D-3551-36D0-8AED-34CCAF157A80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EA68CB4-7E93-9EEE-5553-1900D0E8FDC9}"/>
              </a:ext>
            </a:extLst>
          </p:cNvPr>
          <p:cNvSpPr txBox="1"/>
          <p:nvPr/>
        </p:nvSpPr>
        <p:spPr>
          <a:xfrm>
            <a:off x="4881612" y="5504484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D5CB9E3-56C5-E501-2D62-A8F1F5EF2BA0}"/>
              </a:ext>
            </a:extLst>
          </p:cNvPr>
          <p:cNvSpPr txBox="1"/>
          <p:nvPr/>
        </p:nvSpPr>
        <p:spPr>
          <a:xfrm>
            <a:off x="1611750" y="5516072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04CA9D3-B0C6-073E-74E9-8078CE40B84C}"/>
              </a:ext>
            </a:extLst>
          </p:cNvPr>
          <p:cNvSpPr txBox="1"/>
          <p:nvPr/>
        </p:nvSpPr>
        <p:spPr>
          <a:xfrm>
            <a:off x="2676807" y="5510878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3876DE-FE2C-9B7C-CD41-1342AC99FD4C}"/>
              </a:ext>
            </a:extLst>
          </p:cNvPr>
          <p:cNvSpPr txBox="1"/>
          <p:nvPr/>
        </p:nvSpPr>
        <p:spPr>
          <a:xfrm>
            <a:off x="7057668" y="5492788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1D89FB1-4B77-440B-BFF6-18588BB12554}"/>
              </a:ext>
            </a:extLst>
          </p:cNvPr>
          <p:cNvSpPr txBox="1"/>
          <p:nvPr/>
        </p:nvSpPr>
        <p:spPr>
          <a:xfrm>
            <a:off x="8002395" y="5499181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192FB03-7816-F222-15DF-49E74458C940}"/>
              </a:ext>
            </a:extLst>
          </p:cNvPr>
          <p:cNvSpPr txBox="1"/>
          <p:nvPr/>
        </p:nvSpPr>
        <p:spPr>
          <a:xfrm>
            <a:off x="5965001" y="5510878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66E694-F1E4-C4CF-A7EC-27B4AEA7E244}"/>
              </a:ext>
            </a:extLst>
          </p:cNvPr>
          <p:cNvSpPr txBox="1"/>
          <p:nvPr/>
        </p:nvSpPr>
        <p:spPr>
          <a:xfrm>
            <a:off x="3785360" y="5495956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3426604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C0317-F44A-AA2F-EA55-314135E6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9B0524B-8152-79E5-B3F3-DF7F67366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874C7-789B-0C39-9746-0F8F2F1D7076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463E184A-F879-9C22-AF94-DBF677B7E129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0E5481-E8FB-F8EE-EF9F-09B036FCB853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3BABA9-6C36-6008-7A40-5C6119786027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65F85ABE-6F41-07E4-6605-51E7BD465278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9B38DFE5-6759-3812-FE2F-AD1DEF2345FF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9A8BCFB0-DF6E-0000-3874-C336B4DC4E23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69C61417-C3EF-9DBF-F5B7-D179349AB1D1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95160A-E1D1-8673-D607-6B01F674DE6C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DC6F07-7508-AECD-1580-B2A1AA79FFC1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76FE5DCA-362C-5EDC-4565-906E731078B5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445B1F-D314-83CC-AD6A-7CB3978D9C8C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CE71DF51-99D7-3996-4661-11C3A2D809B6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A72B75-B1C1-B9A9-27C2-7CDB0586EE48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E5FB4A-0919-DC34-4FD3-1A4F1DC480FC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BF4AEA-0127-02F5-4DEE-D43C6BB3D87B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641048A-D8E0-FB35-2CA1-3CAC06D3D450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4E3A389-C738-A851-07C8-9D3C5BB3B083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18D2FBDF-66A3-BC6D-D22E-1EF52D6219BB}"/>
              </a:ext>
            </a:extLst>
          </p:cNvPr>
          <p:cNvSpPr/>
          <p:nvPr/>
        </p:nvSpPr>
        <p:spPr>
          <a:xfrm>
            <a:off x="1443724" y="4852280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4930F362-F155-C8F5-0F52-46FB05B8A887}"/>
              </a:ext>
            </a:extLst>
          </p:cNvPr>
          <p:cNvSpPr/>
          <p:nvPr/>
        </p:nvSpPr>
        <p:spPr>
          <a:xfrm>
            <a:off x="2492426" y="4844401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C100FCC6-FCAA-E113-FF37-233DF69F84C1}"/>
              </a:ext>
            </a:extLst>
          </p:cNvPr>
          <p:cNvSpPr/>
          <p:nvPr/>
        </p:nvSpPr>
        <p:spPr>
          <a:xfrm>
            <a:off x="6862506" y="4840035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5429D951-2660-8DE4-040A-E93C20CBFAA5}"/>
              </a:ext>
            </a:extLst>
          </p:cNvPr>
          <p:cNvSpPr/>
          <p:nvPr/>
        </p:nvSpPr>
        <p:spPr>
          <a:xfrm>
            <a:off x="7807233" y="4852280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9499203C-8A2A-A071-2745-298DDB05F2BF}"/>
              </a:ext>
            </a:extLst>
          </p:cNvPr>
          <p:cNvSpPr/>
          <p:nvPr/>
        </p:nvSpPr>
        <p:spPr>
          <a:xfrm>
            <a:off x="4695652" y="4840035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2CC326DA-2F40-5ACD-B1D5-84DBAC8789DC}"/>
              </a:ext>
            </a:extLst>
          </p:cNvPr>
          <p:cNvSpPr/>
          <p:nvPr/>
        </p:nvSpPr>
        <p:spPr>
          <a:xfrm>
            <a:off x="5743108" y="4854731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7E09BA27-1354-3D27-997C-0F1440F825F3}"/>
              </a:ext>
            </a:extLst>
          </p:cNvPr>
          <p:cNvSpPr/>
          <p:nvPr/>
        </p:nvSpPr>
        <p:spPr>
          <a:xfrm>
            <a:off x="3605590" y="4840035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D8D0EBEE-7AF8-1A1E-7B8F-29E16B44AD28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F7C34F03-5667-C942-8B88-69F5889D174B}"/>
              </a:ext>
            </a:extLst>
          </p:cNvPr>
          <p:cNvSpPr/>
          <p:nvPr/>
        </p:nvSpPr>
        <p:spPr>
          <a:xfrm>
            <a:off x="1234410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E6D0ADAE-49F4-E511-36D6-CC0CF117CB4A}"/>
              </a:ext>
            </a:extLst>
          </p:cNvPr>
          <p:cNvSpPr/>
          <p:nvPr/>
        </p:nvSpPr>
        <p:spPr>
          <a:xfrm>
            <a:off x="12344108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FFD63F-CBE1-7F4A-B70E-C140680D4036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C90C68-855D-C8B3-8895-42C4B2AC5F62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D58ECCE-A28F-4D6C-087E-542C75EB8561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5C61A8C-55B8-28B5-1B05-9DC47FFC6788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575DDBF-3C79-31C4-0863-8D4961AF2E26}"/>
              </a:ext>
            </a:extLst>
          </p:cNvPr>
          <p:cNvSpPr txBox="1"/>
          <p:nvPr/>
        </p:nvSpPr>
        <p:spPr>
          <a:xfrm>
            <a:off x="4881612" y="5504484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FBA343-7058-3BC3-F7FD-050D967E0EC3}"/>
              </a:ext>
            </a:extLst>
          </p:cNvPr>
          <p:cNvSpPr txBox="1"/>
          <p:nvPr/>
        </p:nvSpPr>
        <p:spPr>
          <a:xfrm>
            <a:off x="1611750" y="5516072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8846669-476F-2312-0F2D-3BE623AF10FB}"/>
              </a:ext>
            </a:extLst>
          </p:cNvPr>
          <p:cNvSpPr txBox="1"/>
          <p:nvPr/>
        </p:nvSpPr>
        <p:spPr>
          <a:xfrm>
            <a:off x="2676807" y="5510878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EFBE75F-86C1-30A7-6721-BF078EB7969B}"/>
              </a:ext>
            </a:extLst>
          </p:cNvPr>
          <p:cNvSpPr txBox="1"/>
          <p:nvPr/>
        </p:nvSpPr>
        <p:spPr>
          <a:xfrm>
            <a:off x="7057668" y="5492788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AEB8503-6A64-6D22-66B7-46EC70872F81}"/>
              </a:ext>
            </a:extLst>
          </p:cNvPr>
          <p:cNvSpPr txBox="1"/>
          <p:nvPr/>
        </p:nvSpPr>
        <p:spPr>
          <a:xfrm>
            <a:off x="8002395" y="5499181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2E40529-0B24-C565-E1EF-F94C9B8F4B5C}"/>
              </a:ext>
            </a:extLst>
          </p:cNvPr>
          <p:cNvSpPr txBox="1"/>
          <p:nvPr/>
        </p:nvSpPr>
        <p:spPr>
          <a:xfrm>
            <a:off x="5965001" y="5510878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CB454BF-B1CC-B876-9509-088267C9D959}"/>
              </a:ext>
            </a:extLst>
          </p:cNvPr>
          <p:cNvSpPr txBox="1"/>
          <p:nvPr/>
        </p:nvSpPr>
        <p:spPr>
          <a:xfrm>
            <a:off x="3785360" y="5495956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2359298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8BDCAA-8EAD-B276-AAFC-0E9B2265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73CB0BB-CE66-299C-4BF9-937AF5033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A07B3-F6D4-1F7A-2B3D-A6048180E1F7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61DC6652-8B26-F7C4-B8C6-E2FE29CBF950}"/>
              </a:ext>
            </a:extLst>
          </p:cNvPr>
          <p:cNvSpPr/>
          <p:nvPr/>
        </p:nvSpPr>
        <p:spPr>
          <a:xfrm>
            <a:off x="6081085" y="2748323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1C2CF8-66AE-F73C-8C4F-021E9D7FBB5A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3876539" y="2495549"/>
            <a:ext cx="220619" cy="35821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9273EC-9E6B-3ED2-9D42-8CBF5F013B15}"/>
              </a:ext>
            </a:extLst>
          </p:cNvPr>
          <p:cNvCxnSpPr>
            <a:cxnSpLocks/>
            <a:stCxn id="3" idx="2"/>
            <a:endCxn id="10" idx="6"/>
          </p:cNvCxnSpPr>
          <p:nvPr/>
        </p:nvCxnSpPr>
        <p:spPr>
          <a:xfrm flipH="1">
            <a:off x="4711716" y="3108323"/>
            <a:ext cx="1369369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17F5FD4D-E4D0-D694-A526-89F32E408867}"/>
              </a:ext>
            </a:extLst>
          </p:cNvPr>
          <p:cNvSpPr/>
          <p:nvPr/>
        </p:nvSpPr>
        <p:spPr>
          <a:xfrm>
            <a:off x="2115184" y="187730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8E39579D-B64C-200C-3D9A-763069DF1DE0}"/>
              </a:ext>
            </a:extLst>
          </p:cNvPr>
          <p:cNvSpPr/>
          <p:nvPr/>
        </p:nvSpPr>
        <p:spPr>
          <a:xfrm>
            <a:off x="3261981" y="188099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7ABD40FB-9A4F-9ED5-3717-B9898580EE03}"/>
              </a:ext>
            </a:extLst>
          </p:cNvPr>
          <p:cNvSpPr/>
          <p:nvPr/>
        </p:nvSpPr>
        <p:spPr>
          <a:xfrm>
            <a:off x="3991716" y="2748323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568D27BD-AD9F-EC62-F8B5-8C56EBAE51DF}"/>
              </a:ext>
            </a:extLst>
          </p:cNvPr>
          <p:cNvSpPr/>
          <p:nvPr/>
        </p:nvSpPr>
        <p:spPr>
          <a:xfrm>
            <a:off x="1403098" y="273108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B305EB-9564-C7FD-50AD-934D883C5356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123098" y="3091086"/>
            <a:ext cx="1868618" cy="1723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E8DA3C-EE48-91B8-2384-E4363AC89100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2017656" y="2491863"/>
            <a:ext cx="202970" cy="34466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98C211DD-5566-CDCA-BEEC-B2E39D894202}"/>
              </a:ext>
            </a:extLst>
          </p:cNvPr>
          <p:cNvSpPr/>
          <p:nvPr/>
        </p:nvSpPr>
        <p:spPr>
          <a:xfrm>
            <a:off x="603774" y="187181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4EB975-FA7E-CF94-119B-E0BC4D53DDB8}"/>
              </a:ext>
            </a:extLst>
          </p:cNvPr>
          <p:cNvCxnSpPr>
            <a:cxnSpLocks/>
            <a:stCxn id="11" idx="1"/>
            <a:endCxn id="14" idx="5"/>
          </p:cNvCxnSpPr>
          <p:nvPr/>
        </p:nvCxnSpPr>
        <p:spPr>
          <a:xfrm flipH="1" flipV="1">
            <a:off x="1218332" y="2486372"/>
            <a:ext cx="290208" cy="35015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44491C7A-FB00-C8AD-3F34-C4C9EBF0A6F8}"/>
              </a:ext>
            </a:extLst>
          </p:cNvPr>
          <p:cNvSpPr/>
          <p:nvPr/>
        </p:nvSpPr>
        <p:spPr>
          <a:xfrm>
            <a:off x="4874629" y="1907829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E2B699-CF99-568D-1C25-E2F4E4EFB1EC}"/>
              </a:ext>
            </a:extLst>
          </p:cNvPr>
          <p:cNvSpPr txBox="1"/>
          <p:nvPr/>
        </p:nvSpPr>
        <p:spPr>
          <a:xfrm>
            <a:off x="2344772" y="1430775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486C55-6E2E-93EB-99B4-CFA9A3094B0A}"/>
              </a:ext>
            </a:extLst>
          </p:cNvPr>
          <p:cNvSpPr txBox="1"/>
          <p:nvPr/>
        </p:nvSpPr>
        <p:spPr>
          <a:xfrm>
            <a:off x="766008" y="1430775"/>
            <a:ext cx="29121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30DE2E-7864-FADC-C13D-14BC23279A2D}"/>
              </a:ext>
            </a:extLst>
          </p:cNvPr>
          <p:cNvSpPr txBox="1"/>
          <p:nvPr/>
        </p:nvSpPr>
        <p:spPr>
          <a:xfrm>
            <a:off x="4195914" y="342900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77EE6E-6012-F57C-7875-709D40A8DAA1}"/>
              </a:ext>
            </a:extLst>
          </p:cNvPr>
          <p:cNvCxnSpPr>
            <a:cxnSpLocks/>
            <a:stCxn id="16" idx="3"/>
            <a:endCxn id="10" idx="7"/>
          </p:cNvCxnSpPr>
          <p:nvPr/>
        </p:nvCxnSpPr>
        <p:spPr>
          <a:xfrm flipH="1">
            <a:off x="4606274" y="2522387"/>
            <a:ext cx="373797" cy="33137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7EA9D75-FC8A-E958-72A5-B62BBE86FD39}"/>
              </a:ext>
            </a:extLst>
          </p:cNvPr>
          <p:cNvSpPr txBox="1"/>
          <p:nvPr/>
        </p:nvSpPr>
        <p:spPr>
          <a:xfrm>
            <a:off x="3494353" y="145293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749693CE-4025-A25E-2364-D1CC880A400D}"/>
              </a:ext>
            </a:extLst>
          </p:cNvPr>
          <p:cNvSpPr/>
          <p:nvPr/>
        </p:nvSpPr>
        <p:spPr>
          <a:xfrm>
            <a:off x="1442028" y="4849595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1027DEBC-0AD0-5B59-7D2C-6514368C0AE1}"/>
              </a:ext>
            </a:extLst>
          </p:cNvPr>
          <p:cNvSpPr/>
          <p:nvPr/>
        </p:nvSpPr>
        <p:spPr>
          <a:xfrm>
            <a:off x="2492426" y="484440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28907428-EB6F-460A-D142-87EC977F9AB6}"/>
              </a:ext>
            </a:extLst>
          </p:cNvPr>
          <p:cNvSpPr/>
          <p:nvPr/>
        </p:nvSpPr>
        <p:spPr>
          <a:xfrm>
            <a:off x="6862506" y="484003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E41E5A7E-443C-E8D7-F6A5-E0DC5ADE214A}"/>
              </a:ext>
            </a:extLst>
          </p:cNvPr>
          <p:cNvSpPr/>
          <p:nvPr/>
        </p:nvSpPr>
        <p:spPr>
          <a:xfrm>
            <a:off x="7807233" y="4852280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C88DBFAD-FA2B-40B0-D222-9A9F1F5FBDE4}"/>
              </a:ext>
            </a:extLst>
          </p:cNvPr>
          <p:cNvSpPr/>
          <p:nvPr/>
        </p:nvSpPr>
        <p:spPr>
          <a:xfrm>
            <a:off x="4695652" y="484003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A87DF657-3897-676B-EA5A-67D32CB627E0}"/>
              </a:ext>
            </a:extLst>
          </p:cNvPr>
          <p:cNvSpPr/>
          <p:nvPr/>
        </p:nvSpPr>
        <p:spPr>
          <a:xfrm>
            <a:off x="5743108" y="485473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0E3140C5-F434-ED76-CD09-AE8EFAD0F9EB}"/>
              </a:ext>
            </a:extLst>
          </p:cNvPr>
          <p:cNvSpPr/>
          <p:nvPr/>
        </p:nvSpPr>
        <p:spPr>
          <a:xfrm>
            <a:off x="3605590" y="484003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21CFCE6B-C245-008D-774D-F2A8A73385E0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05BADC8B-71DA-ECB2-FEA1-3351D48AEBEB}"/>
              </a:ext>
            </a:extLst>
          </p:cNvPr>
          <p:cNvSpPr/>
          <p:nvPr/>
        </p:nvSpPr>
        <p:spPr>
          <a:xfrm>
            <a:off x="1234410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837CABD2-7C26-AAB5-8176-444AEF688170}"/>
              </a:ext>
            </a:extLst>
          </p:cNvPr>
          <p:cNvSpPr/>
          <p:nvPr/>
        </p:nvSpPr>
        <p:spPr>
          <a:xfrm>
            <a:off x="12344108" y="514168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9FC623-709C-FB57-05F9-7EB4757186EC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4B043A-75F1-65A9-2B5E-2EFBA6A8F517}"/>
              </a:ext>
            </a:extLst>
          </p:cNvPr>
          <p:cNvSpPr txBox="1"/>
          <p:nvPr/>
        </p:nvSpPr>
        <p:spPr>
          <a:xfrm>
            <a:off x="5101507" y="1478870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6250CF9-F8B1-BAB4-32E8-9E54756220EE}"/>
              </a:ext>
            </a:extLst>
          </p:cNvPr>
          <p:cNvSpPr txBox="1"/>
          <p:nvPr/>
        </p:nvSpPr>
        <p:spPr>
          <a:xfrm>
            <a:off x="6245257" y="3434458"/>
            <a:ext cx="2662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2D4E7DD-A16C-7562-1418-A61C42EE76D2}"/>
              </a:ext>
            </a:extLst>
          </p:cNvPr>
          <p:cNvSpPr txBox="1"/>
          <p:nvPr/>
        </p:nvSpPr>
        <p:spPr>
          <a:xfrm>
            <a:off x="1568454" y="3429000"/>
            <a:ext cx="2352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350EF82-8584-D23C-EF0F-17F30D1AEC26}"/>
              </a:ext>
            </a:extLst>
          </p:cNvPr>
          <p:cNvSpPr txBox="1"/>
          <p:nvPr/>
        </p:nvSpPr>
        <p:spPr>
          <a:xfrm>
            <a:off x="4881612" y="5504484"/>
            <a:ext cx="34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02C8654-D93D-52D5-7898-703774E53EE8}"/>
              </a:ext>
            </a:extLst>
          </p:cNvPr>
          <p:cNvSpPr txBox="1"/>
          <p:nvPr/>
        </p:nvSpPr>
        <p:spPr>
          <a:xfrm>
            <a:off x="1611750" y="5516072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47ED69D-3F19-EB09-3859-04370FFECDEF}"/>
              </a:ext>
            </a:extLst>
          </p:cNvPr>
          <p:cNvSpPr txBox="1"/>
          <p:nvPr/>
        </p:nvSpPr>
        <p:spPr>
          <a:xfrm>
            <a:off x="2676807" y="5510878"/>
            <a:ext cx="374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47953C5-EAF2-CA4E-709C-8BABAB0AAC4A}"/>
              </a:ext>
            </a:extLst>
          </p:cNvPr>
          <p:cNvSpPr txBox="1"/>
          <p:nvPr/>
        </p:nvSpPr>
        <p:spPr>
          <a:xfrm>
            <a:off x="7057668" y="5492788"/>
            <a:ext cx="32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964BE2-8F93-780A-1EA9-D33DB84A1F4E}"/>
              </a:ext>
            </a:extLst>
          </p:cNvPr>
          <p:cNvSpPr txBox="1"/>
          <p:nvPr/>
        </p:nvSpPr>
        <p:spPr>
          <a:xfrm>
            <a:off x="8002395" y="5499181"/>
            <a:ext cx="32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8637E60-73D5-E9C1-448C-27EEF971B36F}"/>
              </a:ext>
            </a:extLst>
          </p:cNvPr>
          <p:cNvSpPr txBox="1"/>
          <p:nvPr/>
        </p:nvSpPr>
        <p:spPr>
          <a:xfrm>
            <a:off x="5965001" y="5510878"/>
            <a:ext cx="23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2DCA019-497E-8E2B-B198-32AA7D6DC8F4}"/>
              </a:ext>
            </a:extLst>
          </p:cNvPr>
          <p:cNvSpPr txBox="1"/>
          <p:nvPr/>
        </p:nvSpPr>
        <p:spPr>
          <a:xfrm>
            <a:off x="3785360" y="5495956"/>
            <a:ext cx="36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73BD90-3211-AC7E-8FB9-EA8F6982B8F0}"/>
              </a:ext>
            </a:extLst>
          </p:cNvPr>
          <p:cNvSpPr/>
          <p:nvPr/>
        </p:nvSpPr>
        <p:spPr>
          <a:xfrm>
            <a:off x="1098633" y="4599017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57291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C881D-E9FF-8A04-63B5-03ABD62B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4F54D6-9ECA-1361-DE48-8B183FECB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B2A3B0E-84F6-2C45-A8B3-3ABAFF637D04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7C7BD4D1-0C47-E784-19DF-77F5551E3ACC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E6C997-7C90-402D-B2FA-86EBAF7B7032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B62E880-EFD9-2947-C9B4-437F33DDEB4E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1EB24322-17C5-013F-086D-22E358DCC96A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B753C100-251A-529A-9E90-6FE153242A47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F07FD271-B2FC-03B8-C9DF-78EF7A01A1F6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A63977F6-515F-F07A-F16A-C7A66AC0798A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9324B4F-DB0D-C7FC-518F-7213F588A13C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6341B65-863E-FF4E-9102-C916663D1F28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A05C9A56-0F5C-6AF0-FE3F-BDCE96CA104A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93ACABA-2884-0F97-084B-2BF17C96D540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3A6B9B40-106C-09B5-E7CF-9381D35D558A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2BABB5-07B6-396D-BAC3-AEBEB818F93B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05ED1E-635F-1173-F1A9-4FA1402D1596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DAEFB6B8-A053-8C81-431C-4FBE1665DF40}"/>
              </a:ext>
            </a:extLst>
          </p:cNvPr>
          <p:cNvSpPr/>
          <p:nvPr/>
        </p:nvSpPr>
        <p:spPr>
          <a:xfrm>
            <a:off x="2663701" y="6958012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3191CAED-0C7C-C61B-B7B0-9F5A77FE9C07}"/>
              </a:ext>
            </a:extLst>
          </p:cNvPr>
          <p:cNvSpPr/>
          <p:nvPr/>
        </p:nvSpPr>
        <p:spPr>
          <a:xfrm>
            <a:off x="3714099" y="695801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45CE2296-CEC8-966D-7CD4-4672552640FF}"/>
              </a:ext>
            </a:extLst>
          </p:cNvPr>
          <p:cNvSpPr/>
          <p:nvPr/>
        </p:nvSpPr>
        <p:spPr>
          <a:xfrm>
            <a:off x="6992493" y="695615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13517D3D-9559-3F72-150C-B78BE8ED0821}"/>
              </a:ext>
            </a:extLst>
          </p:cNvPr>
          <p:cNvSpPr/>
          <p:nvPr/>
        </p:nvSpPr>
        <p:spPr>
          <a:xfrm>
            <a:off x="5924599" y="6956157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2DB45A8D-3D8A-359F-1A72-FC7176F48256}"/>
              </a:ext>
            </a:extLst>
          </p:cNvPr>
          <p:cNvSpPr/>
          <p:nvPr/>
        </p:nvSpPr>
        <p:spPr>
          <a:xfrm>
            <a:off x="8075769" y="695761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1A1E942F-34D0-F8D9-CC80-E0D7E4966F89}"/>
              </a:ext>
            </a:extLst>
          </p:cNvPr>
          <p:cNvSpPr/>
          <p:nvPr/>
        </p:nvSpPr>
        <p:spPr>
          <a:xfrm>
            <a:off x="9088975" y="695615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2066F282-53C8-B31D-3743-742BBA8B9942}"/>
              </a:ext>
            </a:extLst>
          </p:cNvPr>
          <p:cNvSpPr/>
          <p:nvPr/>
        </p:nvSpPr>
        <p:spPr>
          <a:xfrm>
            <a:off x="4911393" y="695801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1C2F84-5C93-1B01-0ADA-C8084698CA80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A464A1-7EB9-ABF9-2D45-4F9BBC964AB2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893A42-9639-939D-3E5B-3AF7C35F9F61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C51877-6454-61A2-6D2C-1FF1709FF26B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2A661AB-52D0-5184-EDD6-76BD8A1E2FD5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7FFDCB-D160-91D2-E2C6-A40587AD799F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DA24DC6-A15F-905E-C159-736FE3409492}"/>
              </a:ext>
            </a:extLst>
          </p:cNvPr>
          <p:cNvSpPr txBox="1"/>
          <p:nvPr/>
        </p:nvSpPr>
        <p:spPr>
          <a:xfrm>
            <a:off x="2836053" y="767615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D91CDB-286D-A4F7-73CA-688B3BF13C51}"/>
              </a:ext>
            </a:extLst>
          </p:cNvPr>
          <p:cNvSpPr txBox="1"/>
          <p:nvPr/>
        </p:nvSpPr>
        <p:spPr>
          <a:xfrm>
            <a:off x="3886451" y="767615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D0F5C9-5DD4-2613-A407-28736F3FE940}"/>
              </a:ext>
            </a:extLst>
          </p:cNvPr>
          <p:cNvSpPr txBox="1"/>
          <p:nvPr/>
        </p:nvSpPr>
        <p:spPr>
          <a:xfrm>
            <a:off x="5093344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C4FFAFC-0000-D3B8-381F-E3F3EE7D6ED1}"/>
              </a:ext>
            </a:extLst>
          </p:cNvPr>
          <p:cNvSpPr txBox="1"/>
          <p:nvPr/>
        </p:nvSpPr>
        <p:spPr>
          <a:xfrm>
            <a:off x="6096951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A44056C-6D2F-0258-EDA8-87C42B79C304}"/>
              </a:ext>
            </a:extLst>
          </p:cNvPr>
          <p:cNvSpPr txBox="1"/>
          <p:nvPr/>
        </p:nvSpPr>
        <p:spPr>
          <a:xfrm>
            <a:off x="7164845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E2577D-882A-0728-6A0A-890F2036627E}"/>
              </a:ext>
            </a:extLst>
          </p:cNvPr>
          <p:cNvSpPr txBox="1"/>
          <p:nvPr/>
        </p:nvSpPr>
        <p:spPr>
          <a:xfrm>
            <a:off x="8248121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6A7396-971C-CF03-88F2-7F724393D0BF}"/>
              </a:ext>
            </a:extLst>
          </p:cNvPr>
          <p:cNvSpPr txBox="1"/>
          <p:nvPr/>
        </p:nvSpPr>
        <p:spPr>
          <a:xfrm>
            <a:off x="9261327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8104426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E8CB18-829C-4334-B0DF-4721DBE30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866F6C5-3365-CFFA-9E6F-736705F02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426D16-0EEA-ADD3-A122-2604B9C9CA1E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0988B838-181B-CD97-E51F-FFB07DF392EC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D757EA5-D38F-277B-CC5D-9BCEFDA05753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A894BBB-D92D-1751-EE6E-222B6C522E7F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09783B7D-E361-C65E-2AC2-81FD08990A60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FD57D67F-82B3-3E52-5BC2-B6E9252F9677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A38007EF-AA04-01B4-52F3-E06CEE65EE55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ECEC9E60-2456-499B-2FC1-0A9F98701294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02B2769-E223-3F2A-4CB8-2DC23D1B93C1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051E871-A912-67F4-9029-EAECED04560F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7D3D0FAE-C167-EBBC-CD31-1D4D4656787F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154412-BA00-612A-71AD-953EB40EC18E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2D83F785-374C-3DC8-B503-24BE5BB75F60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84566B-E6C9-EA7D-29D8-51B93755587D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946D7E2-63A5-9B54-2B41-758A04252D6C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49C65A92-4F57-390E-7C13-FDEFABAEDF35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C7212BDE-5E00-CCBE-9F87-E7E93246C7BE}"/>
              </a:ext>
            </a:extLst>
          </p:cNvPr>
          <p:cNvSpPr/>
          <p:nvPr/>
        </p:nvSpPr>
        <p:spPr>
          <a:xfrm>
            <a:off x="3714099" y="695801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1E58B48A-6E54-CD66-5995-3A61C07DE9DC}"/>
              </a:ext>
            </a:extLst>
          </p:cNvPr>
          <p:cNvSpPr/>
          <p:nvPr/>
        </p:nvSpPr>
        <p:spPr>
          <a:xfrm>
            <a:off x="6992493" y="695615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E50BC56A-22E4-A686-9933-6AC8A636260D}"/>
              </a:ext>
            </a:extLst>
          </p:cNvPr>
          <p:cNvSpPr/>
          <p:nvPr/>
        </p:nvSpPr>
        <p:spPr>
          <a:xfrm>
            <a:off x="5924599" y="6956157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B1FACCA7-43BB-99E9-00AE-BAB61F02742E}"/>
              </a:ext>
            </a:extLst>
          </p:cNvPr>
          <p:cNvSpPr/>
          <p:nvPr/>
        </p:nvSpPr>
        <p:spPr>
          <a:xfrm>
            <a:off x="8075769" y="695761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E76BA32F-C401-BCB8-6B52-16643245D83A}"/>
              </a:ext>
            </a:extLst>
          </p:cNvPr>
          <p:cNvSpPr/>
          <p:nvPr/>
        </p:nvSpPr>
        <p:spPr>
          <a:xfrm>
            <a:off x="9088975" y="695615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4C533A5B-8B8A-8B93-A049-BDEF270BA860}"/>
              </a:ext>
            </a:extLst>
          </p:cNvPr>
          <p:cNvSpPr/>
          <p:nvPr/>
        </p:nvSpPr>
        <p:spPr>
          <a:xfrm>
            <a:off x="4911393" y="695801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4623C8-C375-7EB9-A84E-FD2F9DC651D3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D5AA25-8150-B362-A648-50F14688D994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077FE1-25E9-9F06-75A6-76C8A48EC9AD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F41CBD-13C3-15F0-2476-AC0FA7733343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9B7258-6C20-BB5B-AB5E-EAE891FD2EA0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E36B041-3BBC-5C3B-A257-F7AD2E2CAF76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8D33CCE-19C2-3FA8-6DB1-6D09693F2483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5D275D-4F3A-215B-B22A-D59F0121A369}"/>
              </a:ext>
            </a:extLst>
          </p:cNvPr>
          <p:cNvSpPr txBox="1"/>
          <p:nvPr/>
        </p:nvSpPr>
        <p:spPr>
          <a:xfrm>
            <a:off x="3886451" y="767615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E8085D4-9A5C-AA3B-D275-2ABABDE306DF}"/>
              </a:ext>
            </a:extLst>
          </p:cNvPr>
          <p:cNvSpPr txBox="1"/>
          <p:nvPr/>
        </p:nvSpPr>
        <p:spPr>
          <a:xfrm>
            <a:off x="5093344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9440A4-43CF-CC58-5F8E-134FC0DD7C99}"/>
              </a:ext>
            </a:extLst>
          </p:cNvPr>
          <p:cNvSpPr txBox="1"/>
          <p:nvPr/>
        </p:nvSpPr>
        <p:spPr>
          <a:xfrm>
            <a:off x="6096951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4439D02-63E0-E73F-0F85-04CD013C686D}"/>
              </a:ext>
            </a:extLst>
          </p:cNvPr>
          <p:cNvSpPr txBox="1"/>
          <p:nvPr/>
        </p:nvSpPr>
        <p:spPr>
          <a:xfrm>
            <a:off x="7164845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0DAD097-2422-4B70-1F48-3056677B7580}"/>
              </a:ext>
            </a:extLst>
          </p:cNvPr>
          <p:cNvSpPr txBox="1"/>
          <p:nvPr/>
        </p:nvSpPr>
        <p:spPr>
          <a:xfrm>
            <a:off x="8248121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995E1C-3B3A-6C70-4A6B-252461161825}"/>
              </a:ext>
            </a:extLst>
          </p:cNvPr>
          <p:cNvSpPr txBox="1"/>
          <p:nvPr/>
        </p:nvSpPr>
        <p:spPr>
          <a:xfrm>
            <a:off x="9261327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177483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560C5-5537-E5E0-85AC-B1E12055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2F2CAB1-D815-B321-39AF-30A38F5ED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E270ABA-9994-EBEE-3669-789815384A8F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1F0D6D03-941F-1F97-6C4B-0F8AE5C1528A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0BC2B8B-8B64-DAF1-FF72-9BAFDED6A416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751895-A317-4CEB-02FF-E32E0C497EE6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E4211A6F-C356-3ECD-AA5E-9B2D4725BAE6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688CDBE3-C970-A383-D20B-2E48CC5C2676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9C1D0EA6-7754-084E-72C6-AF8100BE0641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83D3B8EE-570D-2D18-CF1A-C53DBE7858C6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40585DF-C288-E035-DB3D-4BB91B5F6DFC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4FFBAF9-DCF1-59E2-080A-0CD526839526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3CD3A8C4-8E57-04DB-E936-74B66DDE7ECA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A9CB5D8-A57B-799A-FA9B-DA9B8E724C85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AEBBEDC8-ADD1-94C9-B03B-71650899B926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6B7F51-E185-1001-07F8-D473E76A612D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203DB09-B6BB-3F37-E06F-823073714A20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DF125D6A-5AF3-6A9B-659C-9318A0CE64F8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24B2BD8D-5E0E-9D19-4769-64D8224D8FAE}"/>
              </a:ext>
            </a:extLst>
          </p:cNvPr>
          <p:cNvSpPr/>
          <p:nvPr/>
        </p:nvSpPr>
        <p:spPr>
          <a:xfrm>
            <a:off x="3714099" y="695801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FF1B43D8-8EC2-2472-7658-9560AEDF2BF6}"/>
              </a:ext>
            </a:extLst>
          </p:cNvPr>
          <p:cNvSpPr/>
          <p:nvPr/>
        </p:nvSpPr>
        <p:spPr>
          <a:xfrm>
            <a:off x="6992493" y="695615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0A5FABE6-39CF-2D0A-00C9-EFB5F61A3CE7}"/>
              </a:ext>
            </a:extLst>
          </p:cNvPr>
          <p:cNvSpPr/>
          <p:nvPr/>
        </p:nvSpPr>
        <p:spPr>
          <a:xfrm>
            <a:off x="5924599" y="6956157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B16F8F85-9B67-7B6C-F474-DCDAE7FEEF85}"/>
              </a:ext>
            </a:extLst>
          </p:cNvPr>
          <p:cNvSpPr/>
          <p:nvPr/>
        </p:nvSpPr>
        <p:spPr>
          <a:xfrm>
            <a:off x="8075769" y="695761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5ADF0189-110F-ECD8-D819-FE12BD47C038}"/>
              </a:ext>
            </a:extLst>
          </p:cNvPr>
          <p:cNvSpPr/>
          <p:nvPr/>
        </p:nvSpPr>
        <p:spPr>
          <a:xfrm>
            <a:off x="9088975" y="695615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3A85535F-DD8B-435F-4222-0A96D87FC46C}"/>
              </a:ext>
            </a:extLst>
          </p:cNvPr>
          <p:cNvSpPr/>
          <p:nvPr/>
        </p:nvSpPr>
        <p:spPr>
          <a:xfrm>
            <a:off x="4911393" y="695801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0FAE41-EA44-08BF-EB9B-7B59EF4A7C3F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823584B-2AA9-1419-81DF-C5C36AFEBA2E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4F88907-5ABA-D5A0-CE38-45A3492ABA58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69A2D9-9882-096C-C5B5-5FD1C559E31D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7F5DFB-81EE-61CD-1BF5-E37F655940B6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F0CF67-8ABC-6BA8-70A7-F181436F0FDA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3EAC12-0004-0282-3CD5-81D8C5F2ADCF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2EDD321-CD74-17B8-E7EB-54C8B9E4E535}"/>
              </a:ext>
            </a:extLst>
          </p:cNvPr>
          <p:cNvSpPr txBox="1"/>
          <p:nvPr/>
        </p:nvSpPr>
        <p:spPr>
          <a:xfrm>
            <a:off x="3886451" y="767615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A5320E-1764-B9B6-3FB7-5AEC7F3AB288}"/>
              </a:ext>
            </a:extLst>
          </p:cNvPr>
          <p:cNvSpPr txBox="1"/>
          <p:nvPr/>
        </p:nvSpPr>
        <p:spPr>
          <a:xfrm>
            <a:off x="5093344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BC569C-3932-D465-0F52-5C46F42B9DB9}"/>
              </a:ext>
            </a:extLst>
          </p:cNvPr>
          <p:cNvSpPr txBox="1"/>
          <p:nvPr/>
        </p:nvSpPr>
        <p:spPr>
          <a:xfrm>
            <a:off x="6096951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C43880-D439-E3E3-3E58-65A2BF6C2DF8}"/>
              </a:ext>
            </a:extLst>
          </p:cNvPr>
          <p:cNvSpPr txBox="1"/>
          <p:nvPr/>
        </p:nvSpPr>
        <p:spPr>
          <a:xfrm>
            <a:off x="7164845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C3B6A6-C40A-F868-8686-94543232C323}"/>
              </a:ext>
            </a:extLst>
          </p:cNvPr>
          <p:cNvSpPr txBox="1"/>
          <p:nvPr/>
        </p:nvSpPr>
        <p:spPr>
          <a:xfrm>
            <a:off x="8248121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7FDB1A-F37C-BDA4-3918-54E3CBAAF7EF}"/>
              </a:ext>
            </a:extLst>
          </p:cNvPr>
          <p:cNvSpPr txBox="1"/>
          <p:nvPr/>
        </p:nvSpPr>
        <p:spPr>
          <a:xfrm>
            <a:off x="9261327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ABAE689D-0CBE-0DE5-DAD8-0B4E3713F9FD}"/>
              </a:ext>
            </a:extLst>
          </p:cNvPr>
          <p:cNvSpPr/>
          <p:nvPr/>
        </p:nvSpPr>
        <p:spPr>
          <a:xfrm>
            <a:off x="2853916" y="492060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AE8178-FF59-9D79-DEF6-BFD5869FC782}"/>
              </a:ext>
            </a:extLst>
          </p:cNvPr>
          <p:cNvSpPr txBox="1"/>
          <p:nvPr/>
        </p:nvSpPr>
        <p:spPr>
          <a:xfrm>
            <a:off x="2583793" y="455926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2898909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59B2ED-0D9F-D9EE-1B9F-6F7AFD5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321FC7C-7976-49A2-130F-0148F173D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CCC589C-46DC-57D2-8A10-BDB0A8EBFA6E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B108B6C3-0C10-61AC-15DB-27DDCCB982BA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4DE859-D7C3-29AD-2955-DCD108168337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073D829-4C3F-2D4E-FFDA-BB459218D0E7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218BC04C-0E59-0A7E-8545-1DC4D82202E0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9B1766CC-851E-F7F4-AD41-40625F927B68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05241506-3CBE-903D-5A0B-78847F672B55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77A178FD-606E-BE33-E5A3-35F8B4E2BE5E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D2BEFA9-0DAA-7715-68F1-77F7D9F8CC12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CFF5472-5351-75B8-4ED0-6DE2FC941E74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409BFC88-1C04-42E4-27E4-D1A24F9B3403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3996C54-1096-6EC1-4910-EFB90CF40339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0492A9FB-F258-62E9-AC2C-65CB28C3F78F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648E64-2D4E-291E-2F36-8ADFC6667F0D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17DEA04-0906-40F0-2848-10E95A7BFFAE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0C6FFB61-BD49-5B2D-2F76-61E262436477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2B1D4B52-5586-556E-DFC8-A41C52505211}"/>
              </a:ext>
            </a:extLst>
          </p:cNvPr>
          <p:cNvSpPr/>
          <p:nvPr/>
        </p:nvSpPr>
        <p:spPr>
          <a:xfrm>
            <a:off x="3714099" y="530236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67ADE78A-BD05-A40A-8A23-02F61A95AB15}"/>
              </a:ext>
            </a:extLst>
          </p:cNvPr>
          <p:cNvSpPr/>
          <p:nvPr/>
        </p:nvSpPr>
        <p:spPr>
          <a:xfrm>
            <a:off x="6992493" y="695615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04E0FC10-35A7-A748-2AD1-A537D83B9234}"/>
              </a:ext>
            </a:extLst>
          </p:cNvPr>
          <p:cNvSpPr/>
          <p:nvPr/>
        </p:nvSpPr>
        <p:spPr>
          <a:xfrm>
            <a:off x="5924599" y="6956157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B73133B3-8D25-2CDA-C172-539CF86B3326}"/>
              </a:ext>
            </a:extLst>
          </p:cNvPr>
          <p:cNvSpPr/>
          <p:nvPr/>
        </p:nvSpPr>
        <p:spPr>
          <a:xfrm>
            <a:off x="8075769" y="695761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446D5234-52E4-5AFF-991E-C2E1419EDF46}"/>
              </a:ext>
            </a:extLst>
          </p:cNvPr>
          <p:cNvSpPr/>
          <p:nvPr/>
        </p:nvSpPr>
        <p:spPr>
          <a:xfrm>
            <a:off x="9088975" y="695615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9C3C02CA-7858-BB5F-F7E4-EDCEA883E772}"/>
              </a:ext>
            </a:extLst>
          </p:cNvPr>
          <p:cNvSpPr/>
          <p:nvPr/>
        </p:nvSpPr>
        <p:spPr>
          <a:xfrm>
            <a:off x="4911393" y="530236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77F1BC-4AEB-3081-8A78-8E2EDF1D99AA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BC4B73-B4E1-B6D5-D209-3F43A75DE786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2DCE49-60AF-0EA6-469F-3FFDEAFD5DCA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100D28-E18E-71D2-D368-DF24EBDB45ED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8BE553-E887-37C1-4DE5-6065AA8A91A2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96C850-B22B-7EC7-94FD-61F99D046CE7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471AF0-43A3-9A34-5E29-D5CDB14F539A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4FA0CC-8367-3AD7-3659-A399631907DF}"/>
              </a:ext>
            </a:extLst>
          </p:cNvPr>
          <p:cNvSpPr txBox="1"/>
          <p:nvPr/>
        </p:nvSpPr>
        <p:spPr>
          <a:xfrm>
            <a:off x="3886451" y="602051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ED82044-9F2D-7D55-FF9C-2F32B6426444}"/>
              </a:ext>
            </a:extLst>
          </p:cNvPr>
          <p:cNvSpPr txBox="1"/>
          <p:nvPr/>
        </p:nvSpPr>
        <p:spPr>
          <a:xfrm>
            <a:off x="5093344" y="596521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5794A7-FFA9-47B5-CB99-183024968626}"/>
              </a:ext>
            </a:extLst>
          </p:cNvPr>
          <p:cNvSpPr txBox="1"/>
          <p:nvPr/>
        </p:nvSpPr>
        <p:spPr>
          <a:xfrm>
            <a:off x="6096951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F41D5BA-4F28-54D1-CDF9-7B6392E3426E}"/>
              </a:ext>
            </a:extLst>
          </p:cNvPr>
          <p:cNvSpPr txBox="1"/>
          <p:nvPr/>
        </p:nvSpPr>
        <p:spPr>
          <a:xfrm>
            <a:off x="7164845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1030D0-CE5B-99F1-3286-FF1C998668C6}"/>
              </a:ext>
            </a:extLst>
          </p:cNvPr>
          <p:cNvSpPr txBox="1"/>
          <p:nvPr/>
        </p:nvSpPr>
        <p:spPr>
          <a:xfrm>
            <a:off x="8248121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8447750-59E3-6E8E-8DFC-DB76AFBB6B46}"/>
              </a:ext>
            </a:extLst>
          </p:cNvPr>
          <p:cNvSpPr txBox="1"/>
          <p:nvPr/>
        </p:nvSpPr>
        <p:spPr>
          <a:xfrm>
            <a:off x="9261327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1D8AFE5-223E-0CA5-3E74-4940959B1C3E}"/>
              </a:ext>
            </a:extLst>
          </p:cNvPr>
          <p:cNvSpPr/>
          <p:nvPr/>
        </p:nvSpPr>
        <p:spPr>
          <a:xfrm>
            <a:off x="2853916" y="492060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77073-97DE-1D6C-371F-575B3BD24C27}"/>
              </a:ext>
            </a:extLst>
          </p:cNvPr>
          <p:cNvSpPr txBox="1"/>
          <p:nvPr/>
        </p:nvSpPr>
        <p:spPr>
          <a:xfrm>
            <a:off x="2583793" y="455926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2601666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A7CEE-A819-6629-A851-57DD66F4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A35CA90-924D-691F-2844-22C43B266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8C3E496-BB9A-E863-9D22-B073BCC0E1CF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EF7C770B-79E2-1B98-0564-9B644E077E65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267286E-C876-05AF-43CE-96BDEC1178E7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C16BC6A-70AF-EC61-2340-5A64F947C12D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442FBDDA-BA2D-308C-A1AC-9CA2C072ACAF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8E3E2A1F-B516-7B3A-62E9-4267BDCADDA9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5B9940A8-1E0B-5B33-5F89-18C389C4A14A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FDF9F8EE-C645-0704-2232-876243521F01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C8F848-7684-A252-AB13-836AFB0BAEEC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5EBD76-9281-BCD7-1AD8-A94892170DAF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2729616A-23EA-3D8D-D1D0-64BBB6184B0C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83C8283-C93C-2FD0-5964-2130CDE39BB3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A25BEF64-F677-9305-EAC0-26603CF22DF7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3212DC-2305-0E6C-52B4-DAEC853E114B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66D5AF5-9165-C596-4DF7-0049AA7F6A1E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37C17A23-0AD0-151C-A555-20B6E8DA3057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F8456606-832E-1334-61E0-72C2246678B2}"/>
              </a:ext>
            </a:extLst>
          </p:cNvPr>
          <p:cNvSpPr/>
          <p:nvPr/>
        </p:nvSpPr>
        <p:spPr>
          <a:xfrm>
            <a:off x="3714099" y="530236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F9D9629C-D441-2BF8-392B-B898757BDFF0}"/>
              </a:ext>
            </a:extLst>
          </p:cNvPr>
          <p:cNvSpPr/>
          <p:nvPr/>
        </p:nvSpPr>
        <p:spPr>
          <a:xfrm>
            <a:off x="6992493" y="695615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E1C9F2BF-5C5B-A9B6-0AD2-1FDC96E258C3}"/>
              </a:ext>
            </a:extLst>
          </p:cNvPr>
          <p:cNvSpPr/>
          <p:nvPr/>
        </p:nvSpPr>
        <p:spPr>
          <a:xfrm>
            <a:off x="5924599" y="6956157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441005AF-E280-E192-364E-C76C9538059C}"/>
              </a:ext>
            </a:extLst>
          </p:cNvPr>
          <p:cNvSpPr/>
          <p:nvPr/>
        </p:nvSpPr>
        <p:spPr>
          <a:xfrm>
            <a:off x="8075769" y="695761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05403CB2-7D79-3240-CC53-219EC1BD2E22}"/>
              </a:ext>
            </a:extLst>
          </p:cNvPr>
          <p:cNvSpPr/>
          <p:nvPr/>
        </p:nvSpPr>
        <p:spPr>
          <a:xfrm>
            <a:off x="9088975" y="695615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1C41A878-833F-1F1E-E55F-27E2BEC6ECF2}"/>
              </a:ext>
            </a:extLst>
          </p:cNvPr>
          <p:cNvSpPr/>
          <p:nvPr/>
        </p:nvSpPr>
        <p:spPr>
          <a:xfrm>
            <a:off x="4911393" y="530236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B116C6-C0CC-B7E3-B227-A6BD552021ED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617753-65BF-41EA-4C43-B6EC99F37FC8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4F9588-F407-337A-1836-D9290CC073EE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D8E203-A35A-3AAB-47FE-D43AAAEA87CF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2DE61C-C9BC-5B81-4341-07C7F0BFF3F8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148E63-2ECC-7528-2AD7-FC2C2C211403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5B291F-E1E6-5C78-AF50-CC9FF2CA36AA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75C593-DB42-60F9-5557-08FB3AD549C7}"/>
              </a:ext>
            </a:extLst>
          </p:cNvPr>
          <p:cNvSpPr txBox="1"/>
          <p:nvPr/>
        </p:nvSpPr>
        <p:spPr>
          <a:xfrm>
            <a:off x="3886451" y="602051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ABB9136-8BBE-6B57-2569-FC025D70C19F}"/>
              </a:ext>
            </a:extLst>
          </p:cNvPr>
          <p:cNvSpPr txBox="1"/>
          <p:nvPr/>
        </p:nvSpPr>
        <p:spPr>
          <a:xfrm>
            <a:off x="5093344" y="596521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A24AA4-6212-1EAB-473B-958564976F75}"/>
              </a:ext>
            </a:extLst>
          </p:cNvPr>
          <p:cNvSpPr txBox="1"/>
          <p:nvPr/>
        </p:nvSpPr>
        <p:spPr>
          <a:xfrm>
            <a:off x="6096951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EB8D8C-E4CA-C602-5DF8-99BC05344445}"/>
              </a:ext>
            </a:extLst>
          </p:cNvPr>
          <p:cNvSpPr txBox="1"/>
          <p:nvPr/>
        </p:nvSpPr>
        <p:spPr>
          <a:xfrm>
            <a:off x="7164845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A573DDB-12C9-2B25-5AB6-3D4C96759EE9}"/>
              </a:ext>
            </a:extLst>
          </p:cNvPr>
          <p:cNvSpPr txBox="1"/>
          <p:nvPr/>
        </p:nvSpPr>
        <p:spPr>
          <a:xfrm>
            <a:off x="8248121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475711F-B9E2-D084-90D1-6548898D1125}"/>
              </a:ext>
            </a:extLst>
          </p:cNvPr>
          <p:cNvSpPr txBox="1"/>
          <p:nvPr/>
        </p:nvSpPr>
        <p:spPr>
          <a:xfrm>
            <a:off x="9261327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C249B48C-AE6C-50AD-8715-4DFCC8A27BBE}"/>
              </a:ext>
            </a:extLst>
          </p:cNvPr>
          <p:cNvSpPr/>
          <p:nvPr/>
        </p:nvSpPr>
        <p:spPr>
          <a:xfrm>
            <a:off x="3911042" y="492060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EE47F-3367-C974-FCFA-EFA8BE1E2E59}"/>
              </a:ext>
            </a:extLst>
          </p:cNvPr>
          <p:cNvSpPr txBox="1"/>
          <p:nvPr/>
        </p:nvSpPr>
        <p:spPr>
          <a:xfrm>
            <a:off x="3640919" y="455926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387850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A79157-9AA9-51F7-71FD-C3C119DB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6CF4FE9-11DA-E178-D6BF-98541967A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BEBDFF0-9708-9082-8A87-D63DA5DE8910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3045D9A2-0BA3-9BF9-5ACB-EDFFEE10F1B6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20F61A-8B62-C899-D03B-255805467B50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386E422-DC79-80DA-2184-AD7F5CB245B4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B52D98C4-2637-A922-85F1-196E869A4995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C626AA2F-7C05-C62F-CA7A-0661C1D453C4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2C12212C-E36A-C6E1-3716-2799C8A403A6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3458C554-8BCE-123C-6E1C-C7F3E76BC31C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6D04CD8-7A97-7157-68B4-503808199B2D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3F551DF-5776-3D39-05CA-B71C9F2B2D94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4EE6CEF1-4C97-1285-477A-9179625D5F95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AE10387-BEA7-7C65-89CE-06E42A4DFBA6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843B206B-67BA-C1AD-E462-D9BF4A65CE3F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F8920F-F697-2999-1409-EF59615F9FDB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7E32BC2-5AA2-817A-ABBC-ED1551C15D43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3025263F-C735-32DE-DD64-963ED3ABFA83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7CAAB80C-1BAC-5C90-5C29-C5F76328FFE0}"/>
              </a:ext>
            </a:extLst>
          </p:cNvPr>
          <p:cNvSpPr/>
          <p:nvPr/>
        </p:nvSpPr>
        <p:spPr>
          <a:xfrm>
            <a:off x="3714099" y="530236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62F180B1-D0DE-AC93-1F98-B6E87E7918AF}"/>
              </a:ext>
            </a:extLst>
          </p:cNvPr>
          <p:cNvSpPr/>
          <p:nvPr/>
        </p:nvSpPr>
        <p:spPr>
          <a:xfrm>
            <a:off x="6992493" y="531055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9E761DE6-F245-C08F-BDB3-685E306E8505}"/>
              </a:ext>
            </a:extLst>
          </p:cNvPr>
          <p:cNvSpPr/>
          <p:nvPr/>
        </p:nvSpPr>
        <p:spPr>
          <a:xfrm>
            <a:off x="5924599" y="5310551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E8B78A2D-C4D6-9944-8986-3B4F8934C219}"/>
              </a:ext>
            </a:extLst>
          </p:cNvPr>
          <p:cNvSpPr/>
          <p:nvPr/>
        </p:nvSpPr>
        <p:spPr>
          <a:xfrm>
            <a:off x="8075769" y="695761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D988BDB6-69EC-0829-943A-F1B1533F1884}"/>
              </a:ext>
            </a:extLst>
          </p:cNvPr>
          <p:cNvSpPr/>
          <p:nvPr/>
        </p:nvSpPr>
        <p:spPr>
          <a:xfrm>
            <a:off x="9088975" y="695615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5820DB5A-9C52-D6DD-753D-3FD4451877CC}"/>
              </a:ext>
            </a:extLst>
          </p:cNvPr>
          <p:cNvSpPr/>
          <p:nvPr/>
        </p:nvSpPr>
        <p:spPr>
          <a:xfrm>
            <a:off x="4911393" y="530236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5051F0-D301-3A3D-5327-B40C3CD8B9EC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B12DCE-12BC-2A54-343E-7EBDF22E5253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D9E7C8-51F2-EC92-4399-496E3E5FBC2C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E80C81-3188-AB2E-38B0-8A7F0B7C99DB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4756C5-F838-A37F-73CD-C21834467279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97F6FB-0964-47EA-76CD-11C995D3B1E2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FFCC83-8C7C-F410-67A5-1A8425C66A54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0E59EB-551B-AF95-9449-80F35F33761E}"/>
              </a:ext>
            </a:extLst>
          </p:cNvPr>
          <p:cNvSpPr txBox="1"/>
          <p:nvPr/>
        </p:nvSpPr>
        <p:spPr>
          <a:xfrm>
            <a:off x="3886451" y="602051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982102-FED7-4FCA-65B9-2D214A352910}"/>
              </a:ext>
            </a:extLst>
          </p:cNvPr>
          <p:cNvSpPr txBox="1"/>
          <p:nvPr/>
        </p:nvSpPr>
        <p:spPr>
          <a:xfrm>
            <a:off x="5093344" y="596521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F346FFC-C8E5-7E69-C9D1-32D98D42F62F}"/>
              </a:ext>
            </a:extLst>
          </p:cNvPr>
          <p:cNvSpPr txBox="1"/>
          <p:nvPr/>
        </p:nvSpPr>
        <p:spPr>
          <a:xfrm>
            <a:off x="6096951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895B58C-5874-40F1-4910-46C7A9A0822D}"/>
              </a:ext>
            </a:extLst>
          </p:cNvPr>
          <p:cNvSpPr txBox="1"/>
          <p:nvPr/>
        </p:nvSpPr>
        <p:spPr>
          <a:xfrm>
            <a:off x="7164845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1A07C5-12A3-C6D7-D051-0105F001F8DB}"/>
              </a:ext>
            </a:extLst>
          </p:cNvPr>
          <p:cNvSpPr txBox="1"/>
          <p:nvPr/>
        </p:nvSpPr>
        <p:spPr>
          <a:xfrm>
            <a:off x="8248121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9E8E874-99BF-64AF-7271-D5AD4990F831}"/>
              </a:ext>
            </a:extLst>
          </p:cNvPr>
          <p:cNvSpPr txBox="1"/>
          <p:nvPr/>
        </p:nvSpPr>
        <p:spPr>
          <a:xfrm>
            <a:off x="9261327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70A8B097-2335-E8E7-BEDA-4D97F5AC17E8}"/>
              </a:ext>
            </a:extLst>
          </p:cNvPr>
          <p:cNvSpPr/>
          <p:nvPr/>
        </p:nvSpPr>
        <p:spPr>
          <a:xfrm>
            <a:off x="3911042" y="492060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18D1E-9898-E3AE-9FAA-1879837C5AE2}"/>
              </a:ext>
            </a:extLst>
          </p:cNvPr>
          <p:cNvSpPr txBox="1"/>
          <p:nvPr/>
        </p:nvSpPr>
        <p:spPr>
          <a:xfrm>
            <a:off x="3640919" y="455926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29948365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512439-D1FE-024D-CB21-29BA8FB8D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06A424-C2D4-3119-9B4C-136E56790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B919D60-B7A7-22F0-8596-692DC496D3C6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68C85C98-1308-862E-1772-F8CABA3E5423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149EC8-9754-E6CD-BC03-23845BEB0EB9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B102222-2C5C-1642-9197-DBF4BC37D718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D022DBE6-1465-D2DE-98AC-DAC115ADA53F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70517EDB-BF7B-90AF-956E-70F5E76D8292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32CB63C6-39C6-C7DB-EAB5-95AB2C5A5127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014C0467-3A3D-595F-A89B-2A9D2D5AE82D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531D46-3E20-0D5A-D7B1-5636AF2EE55D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BEE6AFD-A84E-EE64-F3A1-F7297F9B46BD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62D700CC-C88C-9BB1-47A0-98C1D4113871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22FDB35-6D56-7294-C23A-5C38846975D4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38CF4322-2E29-9996-13F6-59D8AC4122C4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01AA6F-F311-E618-5063-905BE34F09C7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2474980-402E-9F21-EE0A-12359586FCFC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3CB48D72-7584-C51F-D285-B2A975BB9090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64D90AE5-D978-B33A-B57D-B32CDF256051}"/>
              </a:ext>
            </a:extLst>
          </p:cNvPr>
          <p:cNvSpPr/>
          <p:nvPr/>
        </p:nvSpPr>
        <p:spPr>
          <a:xfrm>
            <a:off x="3714099" y="5302368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36D678EB-C8B9-4F40-AC9D-A6583221B88D}"/>
              </a:ext>
            </a:extLst>
          </p:cNvPr>
          <p:cNvSpPr/>
          <p:nvPr/>
        </p:nvSpPr>
        <p:spPr>
          <a:xfrm>
            <a:off x="6992493" y="531055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32464260-0F9D-CBC7-F230-3C16A9C36ADD}"/>
              </a:ext>
            </a:extLst>
          </p:cNvPr>
          <p:cNvSpPr/>
          <p:nvPr/>
        </p:nvSpPr>
        <p:spPr>
          <a:xfrm>
            <a:off x="5924599" y="5310551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275814ED-BD7D-794F-6B2F-41BF271508EA}"/>
              </a:ext>
            </a:extLst>
          </p:cNvPr>
          <p:cNvSpPr/>
          <p:nvPr/>
        </p:nvSpPr>
        <p:spPr>
          <a:xfrm>
            <a:off x="8075769" y="695761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22582336-4EEF-286C-F645-9B977A4A441B}"/>
              </a:ext>
            </a:extLst>
          </p:cNvPr>
          <p:cNvSpPr/>
          <p:nvPr/>
        </p:nvSpPr>
        <p:spPr>
          <a:xfrm>
            <a:off x="9088975" y="695615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5B877A77-4FAF-911D-D370-4BCB42D8B825}"/>
              </a:ext>
            </a:extLst>
          </p:cNvPr>
          <p:cNvSpPr/>
          <p:nvPr/>
        </p:nvSpPr>
        <p:spPr>
          <a:xfrm>
            <a:off x="4911393" y="530236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C8E684-17C1-E264-2761-7D54FAA59163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1BB933-E532-594F-C236-57FBCA13B2E8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5D7331-054D-0A61-1023-285E8A070484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EF12023-8A7A-1DB8-6A49-1B4BD146BF43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04D820-4C2B-802D-4969-901EF9D9ACDC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F55115-D0F3-EB5C-C141-FBE6E815EC2E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0734563-ECE8-EF2D-BB8C-080754A678D1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6A37A3-D8B7-E4B4-AD32-76400BB8E42B}"/>
              </a:ext>
            </a:extLst>
          </p:cNvPr>
          <p:cNvSpPr txBox="1"/>
          <p:nvPr/>
        </p:nvSpPr>
        <p:spPr>
          <a:xfrm>
            <a:off x="3886451" y="602051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3EC797-7577-C1AA-0C27-F12EF8C261E8}"/>
              </a:ext>
            </a:extLst>
          </p:cNvPr>
          <p:cNvSpPr txBox="1"/>
          <p:nvPr/>
        </p:nvSpPr>
        <p:spPr>
          <a:xfrm>
            <a:off x="5093344" y="596521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99BE461-2C89-E095-DEE6-B1C6B4FEBB2A}"/>
              </a:ext>
            </a:extLst>
          </p:cNvPr>
          <p:cNvSpPr txBox="1"/>
          <p:nvPr/>
        </p:nvSpPr>
        <p:spPr>
          <a:xfrm>
            <a:off x="6096951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D364429-A2B1-BD35-FC17-14C0A06196C5}"/>
              </a:ext>
            </a:extLst>
          </p:cNvPr>
          <p:cNvSpPr txBox="1"/>
          <p:nvPr/>
        </p:nvSpPr>
        <p:spPr>
          <a:xfrm>
            <a:off x="7164845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7718154-40E9-53B6-A42B-2C05970B6D4D}"/>
              </a:ext>
            </a:extLst>
          </p:cNvPr>
          <p:cNvSpPr txBox="1"/>
          <p:nvPr/>
        </p:nvSpPr>
        <p:spPr>
          <a:xfrm>
            <a:off x="8248121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0ED8C18-0F47-12F8-1763-C8DA5A757838}"/>
              </a:ext>
            </a:extLst>
          </p:cNvPr>
          <p:cNvSpPr txBox="1"/>
          <p:nvPr/>
        </p:nvSpPr>
        <p:spPr>
          <a:xfrm>
            <a:off x="9261327" y="762086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5B4168A5-0DC9-D226-E6C3-096AE9A389B7}"/>
              </a:ext>
            </a:extLst>
          </p:cNvPr>
          <p:cNvSpPr/>
          <p:nvPr/>
        </p:nvSpPr>
        <p:spPr>
          <a:xfrm>
            <a:off x="5100263" y="492060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3EF59-6F82-97FB-DA50-26C8ED3B0AD9}"/>
              </a:ext>
            </a:extLst>
          </p:cNvPr>
          <p:cNvSpPr txBox="1"/>
          <p:nvPr/>
        </p:nvSpPr>
        <p:spPr>
          <a:xfrm>
            <a:off x="4830140" y="455926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28039666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5BA6A-D34D-A303-4560-A7B6C580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8AEEF1-FEF7-6F6F-FD0A-81DCC048E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9AF16FE-F6EF-706B-37C1-DC99EBB30B19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AB34DA6D-616C-4E9B-31FF-AE8773001DBC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40B0E4-5E16-2DFB-0B5F-F5FB2266CF77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9B5D70-AED7-B50F-239C-51C38C98657F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07923A70-FD32-4343-C701-F2E71B73C8D3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4B81953C-B7AF-D14E-48D9-F255B5EF2B47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05E9F720-6D83-A18A-7452-95E3ECCBD956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48342450-22CE-A84B-3EF6-163AEDBB5014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01F42F4-C966-E9AD-1B5D-3EB5A6E8EC8F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A5C5133-EC02-7D7C-343E-FE565884E798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ADD8F2AD-8758-C050-C8D1-E8BC4EF51475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43DCC84-F84A-8B6B-C6D0-7E261F97855D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693A6462-11AC-611F-BB7E-237672D57936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1D01C8-BB09-D3CA-96D7-B0C7E3341A87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FA4547A-C1E7-EC45-C66A-AB2E0FD2B997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B880C483-6881-DE22-9DFE-22D3649E1CC6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BA733BCA-74BC-8C5D-D824-8979E70F0A64}"/>
              </a:ext>
            </a:extLst>
          </p:cNvPr>
          <p:cNvSpPr/>
          <p:nvPr/>
        </p:nvSpPr>
        <p:spPr>
          <a:xfrm>
            <a:off x="3714099" y="5302368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7387E6E9-B66A-E886-3AED-3B6EBAA2C76C}"/>
              </a:ext>
            </a:extLst>
          </p:cNvPr>
          <p:cNvSpPr/>
          <p:nvPr/>
        </p:nvSpPr>
        <p:spPr>
          <a:xfrm>
            <a:off x="6992493" y="531055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83E491C6-655B-ED37-8BEE-20145107D46D}"/>
              </a:ext>
            </a:extLst>
          </p:cNvPr>
          <p:cNvSpPr/>
          <p:nvPr/>
        </p:nvSpPr>
        <p:spPr>
          <a:xfrm>
            <a:off x="5924599" y="5310551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77C243BD-28BE-D6A2-EB59-0F661834DCA8}"/>
              </a:ext>
            </a:extLst>
          </p:cNvPr>
          <p:cNvSpPr/>
          <p:nvPr/>
        </p:nvSpPr>
        <p:spPr>
          <a:xfrm>
            <a:off x="8075769" y="530382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E77777ED-2E45-74D3-3B8C-2E11B203E7E2}"/>
              </a:ext>
            </a:extLst>
          </p:cNvPr>
          <p:cNvSpPr/>
          <p:nvPr/>
        </p:nvSpPr>
        <p:spPr>
          <a:xfrm>
            <a:off x="9088975" y="530236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B196838A-4E03-914C-5F62-46E572830C63}"/>
              </a:ext>
            </a:extLst>
          </p:cNvPr>
          <p:cNvSpPr/>
          <p:nvPr/>
        </p:nvSpPr>
        <p:spPr>
          <a:xfrm>
            <a:off x="4911393" y="530236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F36418-CC93-001F-A0E0-F8DEB82EF7B5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EF4FC5-530B-733E-A460-1138F2A027FE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BC15A9-FDDD-8C1B-BC1B-DB898DAFBCB3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89FD9EE-0FFA-758B-C119-CD319D0B948E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7948B6B-74CF-318C-3173-3D65634830AC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E250E93-ACED-8797-529A-6BCF1C98BDD5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4C75A01-95D1-82D9-C771-FBFF9466600E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74035F4-8133-21AA-73C8-F28440021AD0}"/>
              </a:ext>
            </a:extLst>
          </p:cNvPr>
          <p:cNvSpPr txBox="1"/>
          <p:nvPr/>
        </p:nvSpPr>
        <p:spPr>
          <a:xfrm>
            <a:off x="3886451" y="602051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CF7031F-81E3-BF4E-6A85-52D6B56DDCEB}"/>
              </a:ext>
            </a:extLst>
          </p:cNvPr>
          <p:cNvSpPr txBox="1"/>
          <p:nvPr/>
        </p:nvSpPr>
        <p:spPr>
          <a:xfrm>
            <a:off x="5093344" y="596521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B2E984-BB32-F827-3A7B-CF12F7A6318A}"/>
              </a:ext>
            </a:extLst>
          </p:cNvPr>
          <p:cNvSpPr txBox="1"/>
          <p:nvPr/>
        </p:nvSpPr>
        <p:spPr>
          <a:xfrm>
            <a:off x="6096951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0FC444-8BC5-37F6-B4A1-968A32A0A9DC}"/>
              </a:ext>
            </a:extLst>
          </p:cNvPr>
          <p:cNvSpPr txBox="1"/>
          <p:nvPr/>
        </p:nvSpPr>
        <p:spPr>
          <a:xfrm>
            <a:off x="7164845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802292-01B5-AC22-6ADC-DBC371B0622A}"/>
              </a:ext>
            </a:extLst>
          </p:cNvPr>
          <p:cNvSpPr txBox="1"/>
          <p:nvPr/>
        </p:nvSpPr>
        <p:spPr>
          <a:xfrm>
            <a:off x="8248121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9E32AB6-2A21-FAC2-8702-64196C6CA74D}"/>
              </a:ext>
            </a:extLst>
          </p:cNvPr>
          <p:cNvSpPr txBox="1"/>
          <p:nvPr/>
        </p:nvSpPr>
        <p:spPr>
          <a:xfrm>
            <a:off x="9261327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F501AA56-6DE2-8A9C-0C96-D211D799C3B2}"/>
              </a:ext>
            </a:extLst>
          </p:cNvPr>
          <p:cNvSpPr/>
          <p:nvPr/>
        </p:nvSpPr>
        <p:spPr>
          <a:xfrm>
            <a:off x="5100263" y="492060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2DED7-AC5C-9B71-E72D-C7BFC43A2FB2}"/>
              </a:ext>
            </a:extLst>
          </p:cNvPr>
          <p:cNvSpPr txBox="1"/>
          <p:nvPr/>
        </p:nvSpPr>
        <p:spPr>
          <a:xfrm>
            <a:off x="4830140" y="455926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985505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B41E5C-22B4-AAFD-129F-D9580244F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E6385C-74B5-B23C-F9E8-88270B511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9E7C3CD-2B41-7D0A-9E6C-33D24A4FC0FE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4047F6D6-FF7B-A3FC-7880-280A0D0EE3E2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6D177D-3A3E-9395-CE58-F8202487C27F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0092C74-2366-A1E0-EB7D-841B50CFF674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6E654EBA-06C3-AEB7-7856-8C2748731B39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D39CB753-ED61-9EC9-7814-B834E5FCE3E9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A790E028-8B76-FC38-4FC2-3E6BBF5B6818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C67306C0-7AC2-CA5D-5A81-8674318EFE47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92B30BA-5F78-9533-7344-64E746389B02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42D03FC-413C-EB05-F543-2E6032AA9BD5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BC266957-CA36-7ADD-EB49-927F6178039C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716A0F8-A44F-CBBE-FE01-D5E68DA6387A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2D62DB08-8FE5-51F5-0D62-2DF3CBD8F4F3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FF925B-70EC-0302-C18A-75130B5FCD6E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D22DAFA-22E5-3EA6-57D2-0CCADCF9C945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CED00FF3-9DE1-08A1-54D0-AAC526099F41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CFE4DB41-8F2F-2ED4-9B6A-3CCF740E30E2}"/>
              </a:ext>
            </a:extLst>
          </p:cNvPr>
          <p:cNvSpPr/>
          <p:nvPr/>
        </p:nvSpPr>
        <p:spPr>
          <a:xfrm>
            <a:off x="3714099" y="5302368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C1A32FDC-4C4F-3430-D46F-14EC46A9B354}"/>
              </a:ext>
            </a:extLst>
          </p:cNvPr>
          <p:cNvSpPr/>
          <p:nvPr/>
        </p:nvSpPr>
        <p:spPr>
          <a:xfrm>
            <a:off x="6992493" y="531055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B3F981F0-FCEF-1998-61F5-E38B0F0A5E18}"/>
              </a:ext>
            </a:extLst>
          </p:cNvPr>
          <p:cNvSpPr/>
          <p:nvPr/>
        </p:nvSpPr>
        <p:spPr>
          <a:xfrm>
            <a:off x="5924599" y="5310551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E6B0B2C8-9DF3-04A6-FBA4-30BE9C04AB00}"/>
              </a:ext>
            </a:extLst>
          </p:cNvPr>
          <p:cNvSpPr/>
          <p:nvPr/>
        </p:nvSpPr>
        <p:spPr>
          <a:xfrm>
            <a:off x="8075769" y="530382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F3B6F12E-97CE-71AE-1F54-2EEFC6FC7B2F}"/>
              </a:ext>
            </a:extLst>
          </p:cNvPr>
          <p:cNvSpPr/>
          <p:nvPr/>
        </p:nvSpPr>
        <p:spPr>
          <a:xfrm>
            <a:off x="9088975" y="530236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0A7E6C4F-00D7-7F13-A787-7E50BF78EDD4}"/>
              </a:ext>
            </a:extLst>
          </p:cNvPr>
          <p:cNvSpPr/>
          <p:nvPr/>
        </p:nvSpPr>
        <p:spPr>
          <a:xfrm>
            <a:off x="4911393" y="5302368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1AF855-F20A-2F28-D6D2-AC3E94D90AD8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D699A8-F267-D117-FA41-FC90A7D0D8E9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78357B-1AEF-978C-048A-F7450BE11359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5C9BED-D200-79DE-BB1F-4AFF23DB6B11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A3772C6-6ABF-F89A-118D-69C8465E107A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9BD39D-A475-6950-6EF2-F7D9F5FD82C5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908A48-DF34-DD84-ED6D-6EAE73BAEC0E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F19802-EAC8-D6D3-3748-86140C8B2452}"/>
              </a:ext>
            </a:extLst>
          </p:cNvPr>
          <p:cNvSpPr txBox="1"/>
          <p:nvPr/>
        </p:nvSpPr>
        <p:spPr>
          <a:xfrm>
            <a:off x="3886451" y="602051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2C98C9-E55A-258B-2EF2-911AB502984A}"/>
              </a:ext>
            </a:extLst>
          </p:cNvPr>
          <p:cNvSpPr txBox="1"/>
          <p:nvPr/>
        </p:nvSpPr>
        <p:spPr>
          <a:xfrm>
            <a:off x="5093344" y="596521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CBD2F0-EB65-581F-B206-771E335CB985}"/>
              </a:ext>
            </a:extLst>
          </p:cNvPr>
          <p:cNvSpPr txBox="1"/>
          <p:nvPr/>
        </p:nvSpPr>
        <p:spPr>
          <a:xfrm>
            <a:off x="6096951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E3FA0E-F084-E3D9-87DA-80A8FB259D12}"/>
              </a:ext>
            </a:extLst>
          </p:cNvPr>
          <p:cNvSpPr txBox="1"/>
          <p:nvPr/>
        </p:nvSpPr>
        <p:spPr>
          <a:xfrm>
            <a:off x="7164845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93970CC-F575-4124-D615-0F1196CAA3AA}"/>
              </a:ext>
            </a:extLst>
          </p:cNvPr>
          <p:cNvSpPr txBox="1"/>
          <p:nvPr/>
        </p:nvSpPr>
        <p:spPr>
          <a:xfrm>
            <a:off x="8248121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50D4C0-56D1-2F41-C132-80DD6357B8D6}"/>
              </a:ext>
            </a:extLst>
          </p:cNvPr>
          <p:cNvSpPr txBox="1"/>
          <p:nvPr/>
        </p:nvSpPr>
        <p:spPr>
          <a:xfrm>
            <a:off x="9261327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B1113E07-405D-59C8-6515-1C980D2D5B9F}"/>
              </a:ext>
            </a:extLst>
          </p:cNvPr>
          <p:cNvSpPr/>
          <p:nvPr/>
        </p:nvSpPr>
        <p:spPr>
          <a:xfrm>
            <a:off x="6115105" y="492060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85B9F4-BF78-0042-172A-76B636405F41}"/>
              </a:ext>
            </a:extLst>
          </p:cNvPr>
          <p:cNvSpPr txBox="1"/>
          <p:nvPr/>
        </p:nvSpPr>
        <p:spPr>
          <a:xfrm>
            <a:off x="5844982" y="455926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7762039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B3B12-9296-7555-3A9D-F338ADD1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C9D82BF-C0B0-2042-1DE1-2A971530F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8CA37F9-44CF-193B-A047-7E8A0BDF5A73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2F36D4A2-6113-8366-0635-A78C025F2666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591DD28-837C-B0D1-F118-96E6AE50C808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D71916-6DBC-2C35-8728-EE16D0793173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B6D799D5-CA30-F9C3-0715-132005709B3F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C5AD8ACC-67BB-0DAA-7091-88A763D20934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BEC47635-2A20-15CA-3C90-CF4AB804AA9A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A2B873FE-2263-A350-58F9-D941089EE5DD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D378A7-09E9-0604-DB7E-B8834BAA3F29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E352E37-5E66-940F-1A49-4253B53C73FB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49C7FF3A-8A24-771C-3B4E-48F9E0F745B4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C0402C-D6AC-72DB-5FAF-211C3357805B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2EE0F49C-7D80-00EF-8F0C-F7067C847A70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DC386D-8C2A-8E00-0551-D57110C92ECD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D3816CD-AE06-1D0D-FCB7-74EEBF5387F3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22B60711-64E5-51B9-85D0-E3785D148DF2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ADBDF0CA-ACAD-00FD-43CE-45E736105EF3}"/>
              </a:ext>
            </a:extLst>
          </p:cNvPr>
          <p:cNvSpPr/>
          <p:nvPr/>
        </p:nvSpPr>
        <p:spPr>
          <a:xfrm>
            <a:off x="3714099" y="5302368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6DF3E9B2-570A-8158-938A-C3E7F19250A8}"/>
              </a:ext>
            </a:extLst>
          </p:cNvPr>
          <p:cNvSpPr/>
          <p:nvPr/>
        </p:nvSpPr>
        <p:spPr>
          <a:xfrm>
            <a:off x="6992493" y="531055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ACA7B793-9681-0F26-BDD1-5A70647384A2}"/>
              </a:ext>
            </a:extLst>
          </p:cNvPr>
          <p:cNvSpPr/>
          <p:nvPr/>
        </p:nvSpPr>
        <p:spPr>
          <a:xfrm>
            <a:off x="5924599" y="5310551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38461570-B1D4-B948-1EEF-B4D7633709BB}"/>
              </a:ext>
            </a:extLst>
          </p:cNvPr>
          <p:cNvSpPr/>
          <p:nvPr/>
        </p:nvSpPr>
        <p:spPr>
          <a:xfrm>
            <a:off x="8075769" y="530382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FDEE8AA8-6F35-F20D-599B-1248E883ADDA}"/>
              </a:ext>
            </a:extLst>
          </p:cNvPr>
          <p:cNvSpPr/>
          <p:nvPr/>
        </p:nvSpPr>
        <p:spPr>
          <a:xfrm>
            <a:off x="9088975" y="530236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F26E3711-245B-85ED-399C-A4736D856A1C}"/>
              </a:ext>
            </a:extLst>
          </p:cNvPr>
          <p:cNvSpPr/>
          <p:nvPr/>
        </p:nvSpPr>
        <p:spPr>
          <a:xfrm>
            <a:off x="4911393" y="5302368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C85860-0F4F-5D2A-D3DE-D70A77956BBD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98EC47-C294-FFD0-E201-AE493977BFB1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99F6BF-17A0-15BC-5282-6204135B803A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0020E91-01AB-6CC8-51E4-F603266C9702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CC72E6-7370-F535-A35C-601FC7185D8E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C6731F-FA0C-73E2-E5C0-B918D8B3C6B4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A2A665-BE3E-41EB-9782-1D4DCB65AD94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924F5C-1F27-1571-E2F0-E2A63B492C24}"/>
              </a:ext>
            </a:extLst>
          </p:cNvPr>
          <p:cNvSpPr txBox="1"/>
          <p:nvPr/>
        </p:nvSpPr>
        <p:spPr>
          <a:xfrm>
            <a:off x="3886451" y="602051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C8E8437-C47C-C7E0-32BC-7870C90A124C}"/>
              </a:ext>
            </a:extLst>
          </p:cNvPr>
          <p:cNvSpPr txBox="1"/>
          <p:nvPr/>
        </p:nvSpPr>
        <p:spPr>
          <a:xfrm>
            <a:off x="5093344" y="596521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00C3D4-3C8B-2A51-65CF-5E0AB21554C2}"/>
              </a:ext>
            </a:extLst>
          </p:cNvPr>
          <p:cNvSpPr txBox="1"/>
          <p:nvPr/>
        </p:nvSpPr>
        <p:spPr>
          <a:xfrm>
            <a:off x="6096951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E64D36-3C89-3F25-0B54-CC03F0AB07A4}"/>
              </a:ext>
            </a:extLst>
          </p:cNvPr>
          <p:cNvSpPr txBox="1"/>
          <p:nvPr/>
        </p:nvSpPr>
        <p:spPr>
          <a:xfrm>
            <a:off x="7164845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AE4894-F148-6ECF-9D82-203E5EF1E7F2}"/>
              </a:ext>
            </a:extLst>
          </p:cNvPr>
          <p:cNvSpPr txBox="1"/>
          <p:nvPr/>
        </p:nvSpPr>
        <p:spPr>
          <a:xfrm>
            <a:off x="8248121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C9F812-F2CD-4420-7BBB-187803021BFB}"/>
              </a:ext>
            </a:extLst>
          </p:cNvPr>
          <p:cNvSpPr txBox="1"/>
          <p:nvPr/>
        </p:nvSpPr>
        <p:spPr>
          <a:xfrm>
            <a:off x="9261327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58A627BD-2080-5516-A588-BFEA306FCC62}"/>
              </a:ext>
            </a:extLst>
          </p:cNvPr>
          <p:cNvSpPr/>
          <p:nvPr/>
        </p:nvSpPr>
        <p:spPr>
          <a:xfrm>
            <a:off x="7175214" y="492060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7351F-A7EC-AF42-3235-8779FDB486AC}"/>
              </a:ext>
            </a:extLst>
          </p:cNvPr>
          <p:cNvSpPr txBox="1"/>
          <p:nvPr/>
        </p:nvSpPr>
        <p:spPr>
          <a:xfrm>
            <a:off x="6905091" y="455926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3179482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484D9-B81A-0E73-1C30-4D7ABE66B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6882962-38B8-E538-0B0D-F2BC94792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2FC517B-C77B-2EC8-1141-2937452DCA65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D2CDC5D6-88CE-3B0A-B3E0-936D4ABE629F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ECB32A-D940-E621-989D-3D5F194835DF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8FB3FB-EFE1-4656-E8FF-11275B0FB3EE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2308D80E-3DD3-4659-9C09-1E347FBD3565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BBDB2C21-B239-D1A5-1972-820F9DD0A575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2637FFF6-9DD1-165C-F3D8-4A28A1153782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4C1B18F1-05C3-89F1-7933-A1140577ED1C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9E8F41-A52D-46A7-9960-922872B3BB6A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C51EE73-515F-4281-72B5-AEC19585A541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C86A4F7B-B989-1762-125D-CF82D0E29336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369D160-C421-6130-0DCB-3312CCCB9086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99130C81-7315-DAC8-8D39-C7E405490934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381D4B-83C4-EC2B-5151-91E4B8A3E169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C7E1DFA-A2E1-1A0B-238A-7A9BE5F2F151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5BDF8903-D058-8A78-64F6-D1CFE1641EDB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99138DB1-1FBD-DAA5-E8B9-41449AF7A7D8}"/>
              </a:ext>
            </a:extLst>
          </p:cNvPr>
          <p:cNvSpPr/>
          <p:nvPr/>
        </p:nvSpPr>
        <p:spPr>
          <a:xfrm>
            <a:off x="3714099" y="5302368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748DEBBA-F4B9-B46A-58B4-5FDF5D0A0F82}"/>
              </a:ext>
            </a:extLst>
          </p:cNvPr>
          <p:cNvSpPr/>
          <p:nvPr/>
        </p:nvSpPr>
        <p:spPr>
          <a:xfrm>
            <a:off x="6992493" y="5310550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7D14231C-3165-D18D-D986-61B8A9E711D5}"/>
              </a:ext>
            </a:extLst>
          </p:cNvPr>
          <p:cNvSpPr/>
          <p:nvPr/>
        </p:nvSpPr>
        <p:spPr>
          <a:xfrm>
            <a:off x="5924599" y="5310551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5FB430CF-17E4-8B80-491B-2D6F55E216CF}"/>
              </a:ext>
            </a:extLst>
          </p:cNvPr>
          <p:cNvSpPr/>
          <p:nvPr/>
        </p:nvSpPr>
        <p:spPr>
          <a:xfrm>
            <a:off x="8075769" y="530382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3780748E-704D-AF2F-E319-57656C06438D}"/>
              </a:ext>
            </a:extLst>
          </p:cNvPr>
          <p:cNvSpPr/>
          <p:nvPr/>
        </p:nvSpPr>
        <p:spPr>
          <a:xfrm>
            <a:off x="9088975" y="530236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54B933EE-1683-7971-7D93-922E8A2DEB2B}"/>
              </a:ext>
            </a:extLst>
          </p:cNvPr>
          <p:cNvSpPr/>
          <p:nvPr/>
        </p:nvSpPr>
        <p:spPr>
          <a:xfrm>
            <a:off x="4911393" y="5302368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9EF113-8857-4E57-B4A7-323C03763445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09ECA1-6B5A-3B86-7565-963AA3E90B86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3CF432-7953-A591-745D-C0EE6286FE07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9A3D3A-38ED-33B6-C067-2A7BF437F633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9C33B9-A475-D72E-32E9-330676CAB9E7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733BB9-66C7-D6C3-54CF-33743497A7F7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989A65-F678-32C7-75F4-4E4C09608792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127DD7-8C1E-90FE-036C-900B3EBCAD18}"/>
              </a:ext>
            </a:extLst>
          </p:cNvPr>
          <p:cNvSpPr txBox="1"/>
          <p:nvPr/>
        </p:nvSpPr>
        <p:spPr>
          <a:xfrm>
            <a:off x="3886451" y="602051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A35422-033A-66A5-D0E1-CE68C5CA04C3}"/>
              </a:ext>
            </a:extLst>
          </p:cNvPr>
          <p:cNvSpPr txBox="1"/>
          <p:nvPr/>
        </p:nvSpPr>
        <p:spPr>
          <a:xfrm>
            <a:off x="5093344" y="596521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6B767B-7B16-8BF4-8B3F-37430DF6BB7C}"/>
              </a:ext>
            </a:extLst>
          </p:cNvPr>
          <p:cNvSpPr txBox="1"/>
          <p:nvPr/>
        </p:nvSpPr>
        <p:spPr>
          <a:xfrm>
            <a:off x="6096951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3262E8-0571-4D35-5FDC-F9A605BAF0E4}"/>
              </a:ext>
            </a:extLst>
          </p:cNvPr>
          <p:cNvSpPr txBox="1"/>
          <p:nvPr/>
        </p:nvSpPr>
        <p:spPr>
          <a:xfrm>
            <a:off x="7164845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B969A61-9B59-3687-3575-ED43367A6F2B}"/>
              </a:ext>
            </a:extLst>
          </p:cNvPr>
          <p:cNvSpPr txBox="1"/>
          <p:nvPr/>
        </p:nvSpPr>
        <p:spPr>
          <a:xfrm>
            <a:off x="8248121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C821DD0-6D2D-B336-414C-A3893AF05C99}"/>
              </a:ext>
            </a:extLst>
          </p:cNvPr>
          <p:cNvSpPr txBox="1"/>
          <p:nvPr/>
        </p:nvSpPr>
        <p:spPr>
          <a:xfrm>
            <a:off x="9261327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A58146EF-E486-295F-DB3D-D6A54B49D16E}"/>
              </a:ext>
            </a:extLst>
          </p:cNvPr>
          <p:cNvSpPr/>
          <p:nvPr/>
        </p:nvSpPr>
        <p:spPr>
          <a:xfrm>
            <a:off x="8248121" y="492060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8DAE9-68BE-F754-AB9B-1CEB0E89FE84}"/>
              </a:ext>
            </a:extLst>
          </p:cNvPr>
          <p:cNvSpPr txBox="1"/>
          <p:nvPr/>
        </p:nvSpPr>
        <p:spPr>
          <a:xfrm>
            <a:off x="7977998" y="455926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33165755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E73D5-DA86-A4C7-49EC-116C30C91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FBAA131-4065-9081-9FB6-00611D876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58115B7-9CA9-31C0-4715-DC3234AFE81A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28223161-7D0E-6D69-3520-E578B91B8B39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72498ED-F489-C509-7D8E-33D48209704E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8A58FAB-4810-EC0C-1E3F-AB077DED5430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785EBC24-D6ED-5FFF-EF1E-6FA97E5A47B8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75787239-2A63-B6BA-4364-38A05ED6B97F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D2B37745-B98D-FE64-CFD4-F8B86E3C807D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532EE7FA-C26E-8B3B-99CE-465B5C0CC8EC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F2005D-487E-3950-4430-FBFCB6762197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6429DD-DFCE-CB7B-F058-D569C191709F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1C85D168-9FC6-7334-3C88-AA2CCFAE6BA7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A3B167-AECA-5A20-701A-16206C842E2B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97744406-3E17-5A67-ED51-F1425F592339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255CBB-5B18-458B-7135-FCC02BD21219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1901A53-62D0-9493-3552-03E38567C7E5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247A88C8-85BA-0EAB-DFEE-43F0969FB509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1D05F059-0CB0-6454-2B43-521B0568F1A9}"/>
              </a:ext>
            </a:extLst>
          </p:cNvPr>
          <p:cNvSpPr/>
          <p:nvPr/>
        </p:nvSpPr>
        <p:spPr>
          <a:xfrm>
            <a:off x="3714099" y="5302368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B2B59D44-49F0-58B5-6DFB-47B327CBF6B6}"/>
              </a:ext>
            </a:extLst>
          </p:cNvPr>
          <p:cNvSpPr/>
          <p:nvPr/>
        </p:nvSpPr>
        <p:spPr>
          <a:xfrm>
            <a:off x="6992493" y="5310550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53F36DCF-DFF8-E9E7-F889-E23FEF177414}"/>
              </a:ext>
            </a:extLst>
          </p:cNvPr>
          <p:cNvSpPr/>
          <p:nvPr/>
        </p:nvSpPr>
        <p:spPr>
          <a:xfrm>
            <a:off x="5924599" y="5310551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017DB092-4D96-9FC2-BDC3-1B8D5B9761D4}"/>
              </a:ext>
            </a:extLst>
          </p:cNvPr>
          <p:cNvSpPr/>
          <p:nvPr/>
        </p:nvSpPr>
        <p:spPr>
          <a:xfrm>
            <a:off x="8075769" y="5303828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F46B74F8-294F-7446-7BD5-76F6A40E6FB3}"/>
              </a:ext>
            </a:extLst>
          </p:cNvPr>
          <p:cNvSpPr/>
          <p:nvPr/>
        </p:nvSpPr>
        <p:spPr>
          <a:xfrm>
            <a:off x="9088975" y="530236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6B97E790-C659-EB82-0DEB-63A767E6E35F}"/>
              </a:ext>
            </a:extLst>
          </p:cNvPr>
          <p:cNvSpPr/>
          <p:nvPr/>
        </p:nvSpPr>
        <p:spPr>
          <a:xfrm>
            <a:off x="4911393" y="5302368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F328DF-D369-EB44-24DA-D808623A5505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E3A872-6812-87CA-4CFF-0B0EBBE5C551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388C92-8D10-8BEC-D7F7-5AEB60343994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4B27A4-CA5A-B978-DE72-04D50E9C858E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AD2D5E-6BD3-E63A-632A-586136F900BE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B8251B5-968A-A1D4-5E60-5A1C3E9195FB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467634-AA09-6DB6-E562-FDC93AFC1B7D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397FBEC-41A1-C19D-35CB-09A90F28414E}"/>
              </a:ext>
            </a:extLst>
          </p:cNvPr>
          <p:cNvSpPr txBox="1"/>
          <p:nvPr/>
        </p:nvSpPr>
        <p:spPr>
          <a:xfrm>
            <a:off x="3886451" y="602051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465038-D180-017D-3D22-854F2F225CDF}"/>
              </a:ext>
            </a:extLst>
          </p:cNvPr>
          <p:cNvSpPr txBox="1"/>
          <p:nvPr/>
        </p:nvSpPr>
        <p:spPr>
          <a:xfrm>
            <a:off x="5093344" y="596521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DC7519-BC32-4549-5637-A43B958B2694}"/>
              </a:ext>
            </a:extLst>
          </p:cNvPr>
          <p:cNvSpPr txBox="1"/>
          <p:nvPr/>
        </p:nvSpPr>
        <p:spPr>
          <a:xfrm>
            <a:off x="6096951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FB2B3D-A244-24FF-41CC-2492A6221E48}"/>
              </a:ext>
            </a:extLst>
          </p:cNvPr>
          <p:cNvSpPr txBox="1"/>
          <p:nvPr/>
        </p:nvSpPr>
        <p:spPr>
          <a:xfrm>
            <a:off x="7164845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226B29-4071-10D2-9AE9-5E22985911CA}"/>
              </a:ext>
            </a:extLst>
          </p:cNvPr>
          <p:cNvSpPr txBox="1"/>
          <p:nvPr/>
        </p:nvSpPr>
        <p:spPr>
          <a:xfrm>
            <a:off x="8248121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E70BD6-9A89-89CA-1257-D6614A916525}"/>
              </a:ext>
            </a:extLst>
          </p:cNvPr>
          <p:cNvSpPr txBox="1"/>
          <p:nvPr/>
        </p:nvSpPr>
        <p:spPr>
          <a:xfrm>
            <a:off x="9261327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B0A9C26B-4ECD-6313-DEA1-49CAA64C1543}"/>
              </a:ext>
            </a:extLst>
          </p:cNvPr>
          <p:cNvSpPr/>
          <p:nvPr/>
        </p:nvSpPr>
        <p:spPr>
          <a:xfrm>
            <a:off x="9276622" y="492060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30D62-F253-A86C-3EE3-70EE576C8C4C}"/>
              </a:ext>
            </a:extLst>
          </p:cNvPr>
          <p:cNvSpPr txBox="1"/>
          <p:nvPr/>
        </p:nvSpPr>
        <p:spPr>
          <a:xfrm>
            <a:off x="9006499" y="455926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11561590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5FAD84-6476-206C-6304-DFD1CEF81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346AC1B-B919-F0AF-8B3F-347FF4079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DAF7108-D926-70A3-AB31-5E1B9AC5EA46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4CEACE63-A26E-C1A8-A847-ADE108025E44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1BD571-4A9F-F342-0B2F-D75605C7F139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48991C6-2CCE-643D-5A02-D83E2055AD35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595F761B-C3FE-1DF5-A228-05685684D347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81520F23-0859-1342-7E6F-27ADDBBCD2C8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6B3E07ED-5EAB-F303-2297-136A34E599E8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45287E1F-055D-3B59-4BA2-A3BB4451F1D3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3C42E7E-2CAD-BE48-4ADD-0506632296B7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F583B9-45F9-9703-7724-AC59287A714B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1CF36FCF-DE29-BD0A-B055-918490029BA6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E47E1F8-F9D7-F6A0-1853-2B3A28B01A85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3A1D6215-5746-0660-2F3B-107C8C42587C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508B64-0A61-4B3A-D0ED-6CEAE48FF203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3CA7B58-B328-168B-BEF8-451F4A74F85F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34D57321-6955-1F0D-1704-54CC86591332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A85C6BEA-1C6A-C726-B5E8-07F168DD704F}"/>
              </a:ext>
            </a:extLst>
          </p:cNvPr>
          <p:cNvSpPr/>
          <p:nvPr/>
        </p:nvSpPr>
        <p:spPr>
          <a:xfrm>
            <a:off x="3714099" y="5302368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AC74BD60-9F40-85F5-C589-7B43F0D48D8D}"/>
              </a:ext>
            </a:extLst>
          </p:cNvPr>
          <p:cNvSpPr/>
          <p:nvPr/>
        </p:nvSpPr>
        <p:spPr>
          <a:xfrm>
            <a:off x="6992493" y="5310550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613ABE71-4844-EC78-6F17-F9319C02A115}"/>
              </a:ext>
            </a:extLst>
          </p:cNvPr>
          <p:cNvSpPr/>
          <p:nvPr/>
        </p:nvSpPr>
        <p:spPr>
          <a:xfrm>
            <a:off x="5924599" y="5310551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14800CBE-5466-40CD-AB2E-BE8004704BBE}"/>
              </a:ext>
            </a:extLst>
          </p:cNvPr>
          <p:cNvSpPr/>
          <p:nvPr/>
        </p:nvSpPr>
        <p:spPr>
          <a:xfrm>
            <a:off x="8075769" y="5303828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396D5224-5312-19E7-B43D-2A0C51975D88}"/>
              </a:ext>
            </a:extLst>
          </p:cNvPr>
          <p:cNvSpPr/>
          <p:nvPr/>
        </p:nvSpPr>
        <p:spPr>
          <a:xfrm>
            <a:off x="9088975" y="5302368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EEEEFEE6-A7D6-DD78-EA4B-782EAF2B6C4C}"/>
              </a:ext>
            </a:extLst>
          </p:cNvPr>
          <p:cNvSpPr/>
          <p:nvPr/>
        </p:nvSpPr>
        <p:spPr>
          <a:xfrm>
            <a:off x="4911393" y="5302368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23CF15-671E-33DB-04C7-E56728909A4D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902D3B-515D-DF24-E9A5-A1947D4F6135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7B4C0E-F560-B206-7429-A76EC6ECC27D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B65A30-B8DD-B609-3569-AFF81B0D26A0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082DF5-BFFE-C952-5C49-5A9029CE8A79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5AB2F8-0AD8-3CF5-5398-7EB42CA06CFB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B8E89E4-AB3F-9D6F-1579-5C1FC59819F4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34E3ACB-E292-0120-BAF4-346DBA9E3A18}"/>
              </a:ext>
            </a:extLst>
          </p:cNvPr>
          <p:cNvSpPr txBox="1"/>
          <p:nvPr/>
        </p:nvSpPr>
        <p:spPr>
          <a:xfrm>
            <a:off x="3886451" y="602051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10A3EA-FB29-AE4E-070D-E39C6DE6108E}"/>
              </a:ext>
            </a:extLst>
          </p:cNvPr>
          <p:cNvSpPr txBox="1"/>
          <p:nvPr/>
        </p:nvSpPr>
        <p:spPr>
          <a:xfrm>
            <a:off x="5093344" y="596521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EED6D1-527A-84D8-95C8-94B4E280A711}"/>
              </a:ext>
            </a:extLst>
          </p:cNvPr>
          <p:cNvSpPr txBox="1"/>
          <p:nvPr/>
        </p:nvSpPr>
        <p:spPr>
          <a:xfrm>
            <a:off x="6096951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6A36343-3359-A075-3646-659560A531AC}"/>
              </a:ext>
            </a:extLst>
          </p:cNvPr>
          <p:cNvSpPr txBox="1"/>
          <p:nvPr/>
        </p:nvSpPr>
        <p:spPr>
          <a:xfrm>
            <a:off x="7164845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4EC8A9B-314C-4C2E-FF5B-28B5DCB38014}"/>
              </a:ext>
            </a:extLst>
          </p:cNvPr>
          <p:cNvSpPr txBox="1"/>
          <p:nvPr/>
        </p:nvSpPr>
        <p:spPr>
          <a:xfrm>
            <a:off x="8248121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157D1F-3EB1-9955-CC26-0EBFD6051EDD}"/>
              </a:ext>
            </a:extLst>
          </p:cNvPr>
          <p:cNvSpPr txBox="1"/>
          <p:nvPr/>
        </p:nvSpPr>
        <p:spPr>
          <a:xfrm>
            <a:off x="9261327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EA551E54-15F5-FF72-07AE-825C95D670FA}"/>
              </a:ext>
            </a:extLst>
          </p:cNvPr>
          <p:cNvSpPr/>
          <p:nvPr/>
        </p:nvSpPr>
        <p:spPr>
          <a:xfrm>
            <a:off x="9276622" y="492060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542ED-8BB7-0C69-AA65-70EEB4E2333A}"/>
              </a:ext>
            </a:extLst>
          </p:cNvPr>
          <p:cNvSpPr txBox="1"/>
          <p:nvPr/>
        </p:nvSpPr>
        <p:spPr>
          <a:xfrm>
            <a:off x="9006499" y="455926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2769772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A2EA0-3B36-9D73-4EE5-D8DB74AD4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F140D2-421C-445E-5893-328477D08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22F2A32-457F-F590-9376-BD94362DA6E1}"/>
              </a:ext>
            </a:extLst>
          </p:cNvPr>
          <p:cNvSpPr txBox="1">
            <a:spLocks/>
          </p:cNvSpPr>
          <p:nvPr/>
        </p:nvSpPr>
        <p:spPr>
          <a:xfrm>
            <a:off x="4352096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2528EC16-9DFE-8C91-5273-144275FCB639}"/>
              </a:ext>
            </a:extLst>
          </p:cNvPr>
          <p:cNvSpPr/>
          <p:nvPr/>
        </p:nvSpPr>
        <p:spPr>
          <a:xfrm>
            <a:off x="7378469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AE9766-AC74-22BA-DFE0-5F72E40CBFA5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7203470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4EE79D8-8D44-D682-9CFB-ACB06E4AB695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6440424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9D72BE77-C2C8-A31A-6185-09971FCB7841}"/>
              </a:ext>
            </a:extLst>
          </p:cNvPr>
          <p:cNvSpPr/>
          <p:nvPr/>
        </p:nvSpPr>
        <p:spPr>
          <a:xfrm>
            <a:off x="5393266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57E556C0-2D7D-8D24-256F-99F149A8B23A}"/>
              </a:ext>
            </a:extLst>
          </p:cNvPr>
          <p:cNvSpPr/>
          <p:nvPr/>
        </p:nvSpPr>
        <p:spPr>
          <a:xfrm>
            <a:off x="6588912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CA5CF11C-3B92-226B-2793-706AC1C54474}"/>
              </a:ext>
            </a:extLst>
          </p:cNvPr>
          <p:cNvSpPr/>
          <p:nvPr/>
        </p:nvSpPr>
        <p:spPr>
          <a:xfrm>
            <a:off x="4563465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2F7F2A44-0C20-9248-55AB-E7D64E5B9ECA}"/>
              </a:ext>
            </a:extLst>
          </p:cNvPr>
          <p:cNvSpPr/>
          <p:nvPr/>
        </p:nvSpPr>
        <p:spPr>
          <a:xfrm>
            <a:off x="5825866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ADC08DF-E861-C155-4059-D7AA555682E7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5178023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D1193A-63DE-B561-2354-6D25DD0B2C57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5178023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FCC725C3-2BCC-9838-D5FE-89D37081EA0E}"/>
              </a:ext>
            </a:extLst>
          </p:cNvPr>
          <p:cNvSpPr/>
          <p:nvPr/>
        </p:nvSpPr>
        <p:spPr>
          <a:xfrm>
            <a:off x="3779351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46E5C19-660B-F24C-7784-C1AB53BDB26D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4393909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F033649C-F111-C3E9-AEC6-FF1764011825}"/>
              </a:ext>
            </a:extLst>
          </p:cNvPr>
          <p:cNvSpPr/>
          <p:nvPr/>
        </p:nvSpPr>
        <p:spPr>
          <a:xfrm>
            <a:off x="8378508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1EE3F8-2810-FAE4-2E6C-274ADB1DFBB7}"/>
              </a:ext>
            </a:extLst>
          </p:cNvPr>
          <p:cNvSpPr txBox="1"/>
          <p:nvPr/>
        </p:nvSpPr>
        <p:spPr>
          <a:xfrm>
            <a:off x="394837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3274C4F-E36B-0F35-2D8E-1453F0640FF1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7993027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340AB22A-1A23-B251-9759-1BE93F33E5DF}"/>
              </a:ext>
            </a:extLst>
          </p:cNvPr>
          <p:cNvSpPr/>
          <p:nvPr/>
        </p:nvSpPr>
        <p:spPr>
          <a:xfrm>
            <a:off x="2663701" y="5304472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FDC70D5D-7D38-9653-00C9-9B686C4D8467}"/>
              </a:ext>
            </a:extLst>
          </p:cNvPr>
          <p:cNvSpPr/>
          <p:nvPr/>
        </p:nvSpPr>
        <p:spPr>
          <a:xfrm>
            <a:off x="3714099" y="530236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A2095D17-D35B-982D-A65E-FF948D4B1A39}"/>
              </a:ext>
            </a:extLst>
          </p:cNvPr>
          <p:cNvSpPr/>
          <p:nvPr/>
        </p:nvSpPr>
        <p:spPr>
          <a:xfrm>
            <a:off x="6992493" y="531055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637936B2-6495-375B-D54A-149A9A94D5B0}"/>
              </a:ext>
            </a:extLst>
          </p:cNvPr>
          <p:cNvSpPr/>
          <p:nvPr/>
        </p:nvSpPr>
        <p:spPr>
          <a:xfrm>
            <a:off x="5924599" y="5310551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A1E41F63-6110-5761-662F-5CDD1F74C498}"/>
              </a:ext>
            </a:extLst>
          </p:cNvPr>
          <p:cNvSpPr/>
          <p:nvPr/>
        </p:nvSpPr>
        <p:spPr>
          <a:xfrm>
            <a:off x="8075769" y="530382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F271FF29-BB06-8A97-0854-3CB8F7BE4A4D}"/>
              </a:ext>
            </a:extLst>
          </p:cNvPr>
          <p:cNvSpPr/>
          <p:nvPr/>
        </p:nvSpPr>
        <p:spPr>
          <a:xfrm>
            <a:off x="9088975" y="530236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8B338ED0-0F8D-97E9-9C4B-54EB762B0B82}"/>
              </a:ext>
            </a:extLst>
          </p:cNvPr>
          <p:cNvSpPr/>
          <p:nvPr/>
        </p:nvSpPr>
        <p:spPr>
          <a:xfrm>
            <a:off x="4911393" y="530236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08BB69D-4A43-F983-517D-A66F6F358493}"/>
              </a:ext>
            </a:extLst>
          </p:cNvPr>
          <p:cNvSpPr txBox="1"/>
          <p:nvPr/>
        </p:nvSpPr>
        <p:spPr>
          <a:xfrm>
            <a:off x="5998218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686357-5260-1479-CEED-5733F4625C48}"/>
              </a:ext>
            </a:extLst>
          </p:cNvPr>
          <p:cNvSpPr txBox="1"/>
          <p:nvPr/>
        </p:nvSpPr>
        <p:spPr>
          <a:xfrm>
            <a:off x="5565618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655E64-B2B9-9076-3B50-7814034B681B}"/>
              </a:ext>
            </a:extLst>
          </p:cNvPr>
          <p:cNvSpPr txBox="1"/>
          <p:nvPr/>
        </p:nvSpPr>
        <p:spPr>
          <a:xfrm>
            <a:off x="4726039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A716CC1-D707-87E4-ED11-02A751CBA7CF}"/>
              </a:ext>
            </a:extLst>
          </p:cNvPr>
          <p:cNvSpPr txBox="1"/>
          <p:nvPr/>
        </p:nvSpPr>
        <p:spPr>
          <a:xfrm>
            <a:off x="7548175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026BD3-1672-551F-3A35-B85257FE2574}"/>
              </a:ext>
            </a:extLst>
          </p:cNvPr>
          <p:cNvSpPr txBox="1"/>
          <p:nvPr/>
        </p:nvSpPr>
        <p:spPr>
          <a:xfrm>
            <a:off x="6761264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AF56E2-3175-7230-F0B9-74BFBF68CEEE}"/>
              </a:ext>
            </a:extLst>
          </p:cNvPr>
          <p:cNvSpPr txBox="1"/>
          <p:nvPr/>
        </p:nvSpPr>
        <p:spPr>
          <a:xfrm>
            <a:off x="855086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379D0DF-0ACB-7EA7-E779-D1BB45BED667}"/>
              </a:ext>
            </a:extLst>
          </p:cNvPr>
          <p:cNvSpPr txBox="1"/>
          <p:nvPr/>
        </p:nvSpPr>
        <p:spPr>
          <a:xfrm>
            <a:off x="2836053" y="602261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D9857B5-9753-6D70-D1D7-889D33087F5A}"/>
              </a:ext>
            </a:extLst>
          </p:cNvPr>
          <p:cNvSpPr txBox="1"/>
          <p:nvPr/>
        </p:nvSpPr>
        <p:spPr>
          <a:xfrm>
            <a:off x="3886451" y="602051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FAE6A9-4F52-3D0F-0AA9-4EEC13860680}"/>
              </a:ext>
            </a:extLst>
          </p:cNvPr>
          <p:cNvSpPr txBox="1"/>
          <p:nvPr/>
        </p:nvSpPr>
        <p:spPr>
          <a:xfrm>
            <a:off x="5093344" y="596521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30B9DB-466D-1783-321A-5329E8C70096}"/>
              </a:ext>
            </a:extLst>
          </p:cNvPr>
          <p:cNvSpPr txBox="1"/>
          <p:nvPr/>
        </p:nvSpPr>
        <p:spPr>
          <a:xfrm>
            <a:off x="6096951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6711E0-8103-E213-3785-F3C6D91EB177}"/>
              </a:ext>
            </a:extLst>
          </p:cNvPr>
          <p:cNvSpPr txBox="1"/>
          <p:nvPr/>
        </p:nvSpPr>
        <p:spPr>
          <a:xfrm>
            <a:off x="7164845" y="597525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789B279-0002-8FBB-D71F-F9692FF25611}"/>
              </a:ext>
            </a:extLst>
          </p:cNvPr>
          <p:cNvSpPr txBox="1"/>
          <p:nvPr/>
        </p:nvSpPr>
        <p:spPr>
          <a:xfrm>
            <a:off x="8248121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F691DD-C0E6-A133-2A28-286BC18CE71C}"/>
              </a:ext>
            </a:extLst>
          </p:cNvPr>
          <p:cNvSpPr txBox="1"/>
          <p:nvPr/>
        </p:nvSpPr>
        <p:spPr>
          <a:xfrm>
            <a:off x="9261327" y="59670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E548DD-1BE7-2D08-A84B-B8D833FBFECC}"/>
              </a:ext>
            </a:extLst>
          </p:cNvPr>
          <p:cNvSpPr/>
          <p:nvPr/>
        </p:nvSpPr>
        <p:spPr>
          <a:xfrm>
            <a:off x="2383025" y="506113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61210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412AF-B46B-CE8F-5E18-8B57F63D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7878A-67A2-C9C1-C5B3-773AB5963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F85A5E9-F147-3739-144B-3202F7E8DDCE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04C41A9A-DE42-46DF-8B50-8FF13CE08AA6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E01548-55BC-B595-5DE3-8BE61CE95E56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3CFC28-9732-498A-08A1-280E55DC4790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977131D2-14E5-CEB5-3AA9-5FAA9E4B8B00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5116CB3F-188F-7988-E549-31F7AEDD3D8F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AD6DE895-4D37-D609-112A-E2B844008C62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441CB6CA-A782-74E9-8243-241D30B994E5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042A58D-54B5-7113-7447-B5F84EEB4103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AB256F9-9B5F-E6E0-B5EE-58008ED747A6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1E001341-E201-6CDB-0254-45CCA3E2FFD3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DD09321-6191-F857-6B1F-39E0D9F8ED1D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5F347CD6-20F0-F690-7634-110E2EBFA32F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2AF65F-5289-2689-8498-5591526E0A54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A711A1D-2C74-1186-F9D0-B14DCAE3B293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171CD7A-9750-5BD5-E914-45A7BB51D047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CA74BC-F057-66A2-CD19-5CD2C8FA2427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BF6615-0942-6A21-A3B0-D7AEC49C1F72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A5EC4F-5EE0-D1CE-37A1-B18AA5DA53C1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452858-0148-4423-D41B-51C2E106DF05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B6AF41-C55C-48DF-345D-86C596EC5CC9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3CDC201B-C3DB-AE8B-D71C-B3DC09BC7CE6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96EA54F2-5422-0C7F-3547-C2B0BDC32288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15160404-179E-3864-3836-C784551388BF}"/>
              </a:ext>
            </a:extLst>
          </p:cNvPr>
          <p:cNvSpPr/>
          <p:nvPr/>
        </p:nvSpPr>
        <p:spPr>
          <a:xfrm>
            <a:off x="12494936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199AF250-9118-4921-3D89-AE664FECE1B1}"/>
              </a:ext>
            </a:extLst>
          </p:cNvPr>
          <p:cNvSpPr/>
          <p:nvPr/>
        </p:nvSpPr>
        <p:spPr>
          <a:xfrm>
            <a:off x="12494936" y="50813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2" name="Oval 41" descr="Man with facial hair">
            <a:extLst>
              <a:ext uri="{FF2B5EF4-FFF2-40B4-BE49-F238E27FC236}">
                <a16:creationId xmlns:a16="http://schemas.microsoft.com/office/drawing/2014/main" id="{449CF17D-A4FB-683F-AE3A-A3716A0BF28F}"/>
              </a:ext>
            </a:extLst>
          </p:cNvPr>
          <p:cNvSpPr/>
          <p:nvPr/>
        </p:nvSpPr>
        <p:spPr>
          <a:xfrm>
            <a:off x="13374014" y="508138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9C999B5A-8E19-E5F9-7312-076773EF5269}"/>
              </a:ext>
            </a:extLst>
          </p:cNvPr>
          <p:cNvSpPr/>
          <p:nvPr/>
        </p:nvSpPr>
        <p:spPr>
          <a:xfrm>
            <a:off x="1850941" y="726832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Oval 43" descr="Man with facial hair">
            <a:extLst>
              <a:ext uri="{FF2B5EF4-FFF2-40B4-BE49-F238E27FC236}">
                <a16:creationId xmlns:a16="http://schemas.microsoft.com/office/drawing/2014/main" id="{74A2F098-F49A-0A69-7DC7-9977C1ED2A0E}"/>
              </a:ext>
            </a:extLst>
          </p:cNvPr>
          <p:cNvSpPr/>
          <p:nvPr/>
        </p:nvSpPr>
        <p:spPr>
          <a:xfrm>
            <a:off x="3975140" y="727651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5" name="Oval 44" descr="Man with facial hair">
            <a:extLst>
              <a:ext uri="{FF2B5EF4-FFF2-40B4-BE49-F238E27FC236}">
                <a16:creationId xmlns:a16="http://schemas.microsoft.com/office/drawing/2014/main" id="{F5540AAE-6F47-B333-F899-5C99552C63A0}"/>
              </a:ext>
            </a:extLst>
          </p:cNvPr>
          <p:cNvSpPr/>
          <p:nvPr/>
        </p:nvSpPr>
        <p:spPr>
          <a:xfrm>
            <a:off x="2907246" y="7276511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7" name="Oval 46" descr="Man with facial hair">
            <a:extLst>
              <a:ext uri="{FF2B5EF4-FFF2-40B4-BE49-F238E27FC236}">
                <a16:creationId xmlns:a16="http://schemas.microsoft.com/office/drawing/2014/main" id="{B4EBE059-9C1C-E5F4-0A83-0EF405E8D763}"/>
              </a:ext>
            </a:extLst>
          </p:cNvPr>
          <p:cNvSpPr/>
          <p:nvPr/>
        </p:nvSpPr>
        <p:spPr>
          <a:xfrm>
            <a:off x="6212611" y="726978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8" name="Oval 47" descr="Man with facial hair">
            <a:extLst>
              <a:ext uri="{FF2B5EF4-FFF2-40B4-BE49-F238E27FC236}">
                <a16:creationId xmlns:a16="http://schemas.microsoft.com/office/drawing/2014/main" id="{6F2EA3C0-CC2F-5ED2-3BDC-EAC56CF6400F}"/>
              </a:ext>
            </a:extLst>
          </p:cNvPr>
          <p:cNvSpPr/>
          <p:nvPr/>
        </p:nvSpPr>
        <p:spPr>
          <a:xfrm>
            <a:off x="7225817" y="726832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9" name="Oval 48" descr="Man with facial hair">
            <a:extLst>
              <a:ext uri="{FF2B5EF4-FFF2-40B4-BE49-F238E27FC236}">
                <a16:creationId xmlns:a16="http://schemas.microsoft.com/office/drawing/2014/main" id="{238AAADE-261D-332F-7C52-9626427396B5}"/>
              </a:ext>
            </a:extLst>
          </p:cNvPr>
          <p:cNvSpPr/>
          <p:nvPr/>
        </p:nvSpPr>
        <p:spPr>
          <a:xfrm>
            <a:off x="5155685" y="727836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3D5F71-044B-1DFB-1FF9-710E92108147}"/>
              </a:ext>
            </a:extLst>
          </p:cNvPr>
          <p:cNvSpPr txBox="1"/>
          <p:nvPr/>
        </p:nvSpPr>
        <p:spPr>
          <a:xfrm>
            <a:off x="2023293" y="79864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4877B4-A675-52EE-109B-BE97368A217B}"/>
              </a:ext>
            </a:extLst>
          </p:cNvPr>
          <p:cNvSpPr txBox="1"/>
          <p:nvPr/>
        </p:nvSpPr>
        <p:spPr>
          <a:xfrm>
            <a:off x="5337636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830EE3-F181-594C-37CE-AC315C3D5630}"/>
              </a:ext>
            </a:extLst>
          </p:cNvPr>
          <p:cNvSpPr txBox="1"/>
          <p:nvPr/>
        </p:nvSpPr>
        <p:spPr>
          <a:xfrm>
            <a:off x="3079598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4A11940-9337-A1EE-DB46-0774276CE90C}"/>
              </a:ext>
            </a:extLst>
          </p:cNvPr>
          <p:cNvSpPr txBox="1"/>
          <p:nvPr/>
        </p:nvSpPr>
        <p:spPr>
          <a:xfrm>
            <a:off x="4147492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31DE05-0FFA-C92A-8343-8D38ED1BCFA5}"/>
              </a:ext>
            </a:extLst>
          </p:cNvPr>
          <p:cNvSpPr txBox="1"/>
          <p:nvPr/>
        </p:nvSpPr>
        <p:spPr>
          <a:xfrm>
            <a:off x="6384963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8B7478-1AC0-20B9-1379-AF80C6C7EBA6}"/>
              </a:ext>
            </a:extLst>
          </p:cNvPr>
          <p:cNvSpPr txBox="1"/>
          <p:nvPr/>
        </p:nvSpPr>
        <p:spPr>
          <a:xfrm>
            <a:off x="7398169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C6F950-618E-CC0C-7D5B-4371D5D49E99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7558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5C4D76-AA0F-C7B0-5A3C-DBED24F3A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551622B-577E-B239-A8AE-38B3317A5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F702DDB-E264-7545-4DB2-DFA870093496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C29A579D-2E3B-7B19-57CA-FEFA11CF75CB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213DB3-3ED9-678A-128D-81465F392C1C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49A718C-3403-DCCF-6FCE-753E2348DB2C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3B314B2C-C9FA-F208-2F56-2E5117664DE2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65BC979D-3D82-F6C4-41E7-1CF6D697F634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EC69CA26-E971-F3A5-F58E-41E5B7B3E415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AC886527-A709-D4BD-F17A-0BAADA269632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2476325-8058-6B9F-313F-C163DFA22439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7F4C762-BDD8-0BC2-2A0F-08D34733A213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497817AD-BA44-E704-DA32-094944819AF6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E397798-8299-4600-7544-BEE5CB07BC25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C8CBF52A-84E3-2A50-5D14-B225ABE3D764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B5DBA1-7525-B935-2214-8DEFDA78DFF4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32588F6-21D5-F668-E9A2-3D9849235EB2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330FFB12-CDC1-481A-31F7-D11790704B0E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758BBD-1D70-5485-F830-1479358E16BC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2AC2CA-14A9-015B-A9C6-F6CAA1C32C74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FDE2A0-1EB8-6759-041A-B9E85DF9DD67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A84552-AE68-E2DD-BB21-AC1A1AD0D4BE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8268FF9-CF3D-4502-5A12-1691C26E2B14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97C34F-AACF-9F04-9B96-26EF0B8963E2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97CDB6D-63EE-92A5-02C6-A742EACF855E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C09E0BF8-15DB-8FC5-86D0-30C76D470CCE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F998BDCD-C711-2692-6130-7F0DF60000C8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B1E4DC9C-34CF-1B2E-6A2F-48FAE811DD74}"/>
              </a:ext>
            </a:extLst>
          </p:cNvPr>
          <p:cNvSpPr/>
          <p:nvPr/>
        </p:nvSpPr>
        <p:spPr>
          <a:xfrm>
            <a:off x="12494936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166A1504-96A7-C2C7-54D2-3720889F2AF6}"/>
              </a:ext>
            </a:extLst>
          </p:cNvPr>
          <p:cNvSpPr/>
          <p:nvPr/>
        </p:nvSpPr>
        <p:spPr>
          <a:xfrm>
            <a:off x="12494936" y="50813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0BCE455F-9110-1D18-1A8F-AABDD0374066}"/>
              </a:ext>
            </a:extLst>
          </p:cNvPr>
          <p:cNvSpPr/>
          <p:nvPr/>
        </p:nvSpPr>
        <p:spPr>
          <a:xfrm>
            <a:off x="13374014" y="508138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D2752566-CA92-3EFA-DA9A-7B57E631EB1E}"/>
              </a:ext>
            </a:extLst>
          </p:cNvPr>
          <p:cNvSpPr/>
          <p:nvPr/>
        </p:nvSpPr>
        <p:spPr>
          <a:xfrm>
            <a:off x="1850941" y="726832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492F64A3-E7F3-33EB-BB26-964168F9E899}"/>
              </a:ext>
            </a:extLst>
          </p:cNvPr>
          <p:cNvSpPr/>
          <p:nvPr/>
        </p:nvSpPr>
        <p:spPr>
          <a:xfrm>
            <a:off x="3975140" y="727651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548176DB-79D9-959D-5155-DFBCCF5BD9F6}"/>
              </a:ext>
            </a:extLst>
          </p:cNvPr>
          <p:cNvSpPr/>
          <p:nvPr/>
        </p:nvSpPr>
        <p:spPr>
          <a:xfrm>
            <a:off x="2907246" y="7276511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31E79271-1C4C-EDC2-B4D6-B4614507AABC}"/>
              </a:ext>
            </a:extLst>
          </p:cNvPr>
          <p:cNvSpPr/>
          <p:nvPr/>
        </p:nvSpPr>
        <p:spPr>
          <a:xfrm>
            <a:off x="6212611" y="726978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3" name="Oval 12" descr="Man with facial hair">
            <a:extLst>
              <a:ext uri="{FF2B5EF4-FFF2-40B4-BE49-F238E27FC236}">
                <a16:creationId xmlns:a16="http://schemas.microsoft.com/office/drawing/2014/main" id="{2A4BB02B-388E-BB7B-F25B-F2EC47D70C09}"/>
              </a:ext>
            </a:extLst>
          </p:cNvPr>
          <p:cNvSpPr/>
          <p:nvPr/>
        </p:nvSpPr>
        <p:spPr>
          <a:xfrm>
            <a:off x="7225817" y="726832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F4694A15-D53B-EEFD-E7C2-78E8E2EA9EEE}"/>
              </a:ext>
            </a:extLst>
          </p:cNvPr>
          <p:cNvSpPr/>
          <p:nvPr/>
        </p:nvSpPr>
        <p:spPr>
          <a:xfrm>
            <a:off x="5155685" y="727836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370AA-AAD9-628C-C49B-03B2FD577179}"/>
              </a:ext>
            </a:extLst>
          </p:cNvPr>
          <p:cNvSpPr txBox="1"/>
          <p:nvPr/>
        </p:nvSpPr>
        <p:spPr>
          <a:xfrm>
            <a:off x="2023293" y="79864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8B2A65-14D3-7167-27AA-174187ADC6AA}"/>
              </a:ext>
            </a:extLst>
          </p:cNvPr>
          <p:cNvSpPr txBox="1"/>
          <p:nvPr/>
        </p:nvSpPr>
        <p:spPr>
          <a:xfrm>
            <a:off x="5337636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C934B5-E5E6-13FD-CD5D-1F99E91DEAA5}"/>
              </a:ext>
            </a:extLst>
          </p:cNvPr>
          <p:cNvSpPr txBox="1"/>
          <p:nvPr/>
        </p:nvSpPr>
        <p:spPr>
          <a:xfrm>
            <a:off x="3079598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94CEE2-1B72-5B9C-B94B-77B5B4C36FB9}"/>
              </a:ext>
            </a:extLst>
          </p:cNvPr>
          <p:cNvSpPr txBox="1"/>
          <p:nvPr/>
        </p:nvSpPr>
        <p:spPr>
          <a:xfrm>
            <a:off x="4147492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1FC1E6-D094-BF48-0DD3-4C557A97BF94}"/>
              </a:ext>
            </a:extLst>
          </p:cNvPr>
          <p:cNvSpPr txBox="1"/>
          <p:nvPr/>
        </p:nvSpPr>
        <p:spPr>
          <a:xfrm>
            <a:off x="6384963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3FEB0B-5EC8-29E4-6029-21818079DB51}"/>
              </a:ext>
            </a:extLst>
          </p:cNvPr>
          <p:cNvSpPr txBox="1"/>
          <p:nvPr/>
        </p:nvSpPr>
        <p:spPr>
          <a:xfrm>
            <a:off x="7398169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523063-540B-11C8-7704-96180D97AD22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88455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A7F91F-DD33-18C9-1F00-6E055BC56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8DA2BD7-400B-DCB1-9DFD-77808D7B0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114C33F-7B75-BF25-BAA0-CDA8A5314E01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9C0352E5-B4FD-82BC-842A-FEBAF638950B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2D27D08-AA07-E0D6-2E84-647981C1B4F1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863E55-6492-2A8E-98BA-95D4FA3376D6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1F902BC5-C33A-7529-FBEA-E99C1CD6A0B0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9537D53A-B04B-529C-B8AA-02BC08CB1E42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955868C0-7271-0D3F-D079-1EF17112225B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0343D527-0886-BC4C-AC9F-FF919B6EBA09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A56CB0-6764-F3A6-A933-77D6FC93D214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2D444A2-5665-5353-571B-45AA5EA43C63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23F5F1CF-E760-1696-2C54-5E9DEBBE8F21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352815B-961C-C352-A82C-EF0BF8DAC763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466954DF-8DDB-F47A-9056-4DE5CB741C47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551776-E59B-FFAD-4BB6-2E7CF9CC3C5E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79A49E0-0F4A-2042-D443-DBF8A7DBEFA5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D98FF2FA-5938-D4A7-D005-AF4EE7F26FED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E41A29-07F9-4F48-768B-FA4AE59444D6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E7DA23-8B34-CA49-5563-FC19D4AC8535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0173DD-D408-25AC-CDE7-8ACD76C1CAD9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DF9DBB-BC9C-FEF9-49E5-01FEB3068831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167114-1CAD-5307-891A-13977EA2F992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2D61507-A2A1-53F2-A74E-7F1FB9880006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76A938-FB0E-05E7-96E1-2BAB0CCD5652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C0083C54-9F05-2F4E-A03D-52DCB7F1C552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23B1ABEA-5FE4-13D9-BB18-E4C4A85B9947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922599A6-9FF7-BC5D-0CF0-053839F2819A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41C1D68C-38CA-5089-8119-A830EF0C23DA}"/>
              </a:ext>
            </a:extLst>
          </p:cNvPr>
          <p:cNvSpPr/>
          <p:nvPr/>
        </p:nvSpPr>
        <p:spPr>
          <a:xfrm>
            <a:off x="12494936" y="50813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44E97E94-C8F1-5CC9-65E5-E3CCDBFBCB85}"/>
              </a:ext>
            </a:extLst>
          </p:cNvPr>
          <p:cNvSpPr/>
          <p:nvPr/>
        </p:nvSpPr>
        <p:spPr>
          <a:xfrm>
            <a:off x="13374014" y="508138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" name="Oval 1" descr="Man with facial hair">
            <a:extLst>
              <a:ext uri="{FF2B5EF4-FFF2-40B4-BE49-F238E27FC236}">
                <a16:creationId xmlns:a16="http://schemas.microsoft.com/office/drawing/2014/main" id="{66EC5888-0FF8-63F1-F1A4-9C8B89F95707}"/>
              </a:ext>
            </a:extLst>
          </p:cNvPr>
          <p:cNvSpPr/>
          <p:nvPr/>
        </p:nvSpPr>
        <p:spPr>
          <a:xfrm>
            <a:off x="1850941" y="726832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9696D6C1-59FA-16CA-3093-380FC38D7C30}"/>
              </a:ext>
            </a:extLst>
          </p:cNvPr>
          <p:cNvSpPr/>
          <p:nvPr/>
        </p:nvSpPr>
        <p:spPr>
          <a:xfrm>
            <a:off x="3975140" y="727651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A4593635-9C05-409C-B2E6-33EAC6D0344F}"/>
              </a:ext>
            </a:extLst>
          </p:cNvPr>
          <p:cNvSpPr/>
          <p:nvPr/>
        </p:nvSpPr>
        <p:spPr>
          <a:xfrm>
            <a:off x="2907246" y="7276511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D7AD4923-4A71-15DF-6BB0-598DCA4F4840}"/>
              </a:ext>
            </a:extLst>
          </p:cNvPr>
          <p:cNvSpPr/>
          <p:nvPr/>
        </p:nvSpPr>
        <p:spPr>
          <a:xfrm>
            <a:off x="6212611" y="726978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837D9B43-BB47-7BF1-CFF0-FCAAC6B3614A}"/>
              </a:ext>
            </a:extLst>
          </p:cNvPr>
          <p:cNvSpPr/>
          <p:nvPr/>
        </p:nvSpPr>
        <p:spPr>
          <a:xfrm>
            <a:off x="7225817" y="726832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0FDCBCD8-ABE9-02FD-195C-7EAF9C9B79F5}"/>
              </a:ext>
            </a:extLst>
          </p:cNvPr>
          <p:cNvSpPr/>
          <p:nvPr/>
        </p:nvSpPr>
        <p:spPr>
          <a:xfrm>
            <a:off x="5155685" y="727836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297039-7E7D-EF68-00EF-5D52FA544E4F}"/>
              </a:ext>
            </a:extLst>
          </p:cNvPr>
          <p:cNvSpPr txBox="1"/>
          <p:nvPr/>
        </p:nvSpPr>
        <p:spPr>
          <a:xfrm>
            <a:off x="2023293" y="79864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8B28F-8F3F-4543-6FDA-3EBD588C84B1}"/>
              </a:ext>
            </a:extLst>
          </p:cNvPr>
          <p:cNvSpPr txBox="1"/>
          <p:nvPr/>
        </p:nvSpPr>
        <p:spPr>
          <a:xfrm>
            <a:off x="5337636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DA2D8F-F53B-BF6C-7518-24DF32EF6DE2}"/>
              </a:ext>
            </a:extLst>
          </p:cNvPr>
          <p:cNvSpPr txBox="1"/>
          <p:nvPr/>
        </p:nvSpPr>
        <p:spPr>
          <a:xfrm>
            <a:off x="3079598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481C7F-2B88-487C-3451-CB9B35FC9DED}"/>
              </a:ext>
            </a:extLst>
          </p:cNvPr>
          <p:cNvSpPr txBox="1"/>
          <p:nvPr/>
        </p:nvSpPr>
        <p:spPr>
          <a:xfrm>
            <a:off x="4147492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B1552-2A05-C538-5B9D-A911C7843BCE}"/>
              </a:ext>
            </a:extLst>
          </p:cNvPr>
          <p:cNvSpPr txBox="1"/>
          <p:nvPr/>
        </p:nvSpPr>
        <p:spPr>
          <a:xfrm>
            <a:off x="6384963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11FC8D-3306-A1A9-73CB-6E87145D77E5}"/>
              </a:ext>
            </a:extLst>
          </p:cNvPr>
          <p:cNvSpPr txBox="1"/>
          <p:nvPr/>
        </p:nvSpPr>
        <p:spPr>
          <a:xfrm>
            <a:off x="7398169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15F397-5F9F-C453-4590-917E183F0CF9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24684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D621B-D94E-01C1-8671-DB13A14C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E44EE60-608E-4438-9DEF-507A7AD67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2E64A15-F5CC-2BAB-0EE3-CE46124EDDDC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B7483099-F377-F82C-B4BE-18F28BEFB9F6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B378FF-D768-4C17-8059-D33BD61101C5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29CDDC-67AE-9316-DF12-15BBCB1D5BE8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0DB49B5C-EB29-F5B3-0D94-AB188D2F5A8A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491CDEB2-9317-633D-2903-7906722CCD20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FAA502F6-5BD0-B929-2D6E-E0A47299DCD2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CDA6BA64-A494-85CA-E222-3F8AF8105272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77B9F25-9D6C-E053-0799-1BFF515289F5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74270C8-B6C4-6CBD-42B2-69407EC0D305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F9C805A1-73E9-872F-8B44-1936D2A6E68B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A84736-D838-ABA4-1B90-72E836B72D2B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64B260CB-BD7D-A422-2D3A-1CA050FA0403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7E778B-7695-9942-F420-47621C1A4CE6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8648E9F-B7B4-B647-07F7-424AA6E50F02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B749C1EF-1C0F-7A53-6993-BC79FDAA7500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BAE94C74-0EC8-35EA-DAAD-25EC47FFB30E}"/>
              </a:ext>
            </a:extLst>
          </p:cNvPr>
          <p:cNvSpPr/>
          <p:nvPr/>
        </p:nvSpPr>
        <p:spPr>
          <a:xfrm>
            <a:off x="1850941" y="5240362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63D8C4-3DDB-5C33-E2B1-6E3616FFEB0E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82AC9B6-32C1-E874-AAD7-1BFB8A05C93D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E339C8-BB3A-AEF9-FB6F-AD7690398F65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85F243-4004-2867-94BB-4B8268EB4525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CCBE08-7AB0-4CA1-A521-BAB7941B2CB0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99FDC3-66F0-92A9-F77C-32796AAD7F28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68626A-4DBD-9402-99DD-0AD918A47074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4188077-62E2-3832-F783-98FAB1CD1467}"/>
              </a:ext>
            </a:extLst>
          </p:cNvPr>
          <p:cNvSpPr txBox="1"/>
          <p:nvPr/>
        </p:nvSpPr>
        <p:spPr>
          <a:xfrm>
            <a:off x="2023293" y="59585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260EB639-9445-854E-310D-896FC7E52A2A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6FEC893-CB2E-2824-3FED-1D70A211E730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BF67DD11-4D7F-7D2B-8C8C-957EEE71AEA8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B4A6AD07-CC2E-DC04-F92B-42E934D596A1}"/>
              </a:ext>
            </a:extLst>
          </p:cNvPr>
          <p:cNvSpPr/>
          <p:nvPr/>
        </p:nvSpPr>
        <p:spPr>
          <a:xfrm>
            <a:off x="12494936" y="50813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D075B668-678B-4F74-3F7D-954158CD1254}"/>
              </a:ext>
            </a:extLst>
          </p:cNvPr>
          <p:cNvSpPr/>
          <p:nvPr/>
        </p:nvSpPr>
        <p:spPr>
          <a:xfrm>
            <a:off x="13374014" y="508138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7085C207-0FC5-69FA-0253-C3BB07396FA0}"/>
              </a:ext>
            </a:extLst>
          </p:cNvPr>
          <p:cNvSpPr/>
          <p:nvPr/>
        </p:nvSpPr>
        <p:spPr>
          <a:xfrm>
            <a:off x="3975140" y="727651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02C30616-69BA-2C12-8339-89AD1BAF59AC}"/>
              </a:ext>
            </a:extLst>
          </p:cNvPr>
          <p:cNvSpPr/>
          <p:nvPr/>
        </p:nvSpPr>
        <p:spPr>
          <a:xfrm>
            <a:off x="2907246" y="7276511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EF8DBC05-48D4-5D67-82BE-5E13E5187E21}"/>
              </a:ext>
            </a:extLst>
          </p:cNvPr>
          <p:cNvSpPr/>
          <p:nvPr/>
        </p:nvSpPr>
        <p:spPr>
          <a:xfrm>
            <a:off x="6212611" y="726978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2" name="Oval 31" descr="Man with facial hair">
            <a:extLst>
              <a:ext uri="{FF2B5EF4-FFF2-40B4-BE49-F238E27FC236}">
                <a16:creationId xmlns:a16="http://schemas.microsoft.com/office/drawing/2014/main" id="{6BA41AE0-5998-5D68-F7E4-552413161151}"/>
              </a:ext>
            </a:extLst>
          </p:cNvPr>
          <p:cNvSpPr/>
          <p:nvPr/>
        </p:nvSpPr>
        <p:spPr>
          <a:xfrm>
            <a:off x="7225817" y="726832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6" name="Oval 35" descr="Man with facial hair">
            <a:extLst>
              <a:ext uri="{FF2B5EF4-FFF2-40B4-BE49-F238E27FC236}">
                <a16:creationId xmlns:a16="http://schemas.microsoft.com/office/drawing/2014/main" id="{667ABDBF-A718-0453-47FC-10378E477979}"/>
              </a:ext>
            </a:extLst>
          </p:cNvPr>
          <p:cNvSpPr/>
          <p:nvPr/>
        </p:nvSpPr>
        <p:spPr>
          <a:xfrm>
            <a:off x="5155685" y="727836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DA404F-8886-ED93-6076-FE6B043D782A}"/>
              </a:ext>
            </a:extLst>
          </p:cNvPr>
          <p:cNvSpPr txBox="1"/>
          <p:nvPr/>
        </p:nvSpPr>
        <p:spPr>
          <a:xfrm>
            <a:off x="5337636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2D71B8-A52A-1335-37D2-981A67E4303A}"/>
              </a:ext>
            </a:extLst>
          </p:cNvPr>
          <p:cNvSpPr txBox="1"/>
          <p:nvPr/>
        </p:nvSpPr>
        <p:spPr>
          <a:xfrm>
            <a:off x="3079598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FFE1F6-441B-9A8D-0EE2-386A784DD8AA}"/>
              </a:ext>
            </a:extLst>
          </p:cNvPr>
          <p:cNvSpPr txBox="1"/>
          <p:nvPr/>
        </p:nvSpPr>
        <p:spPr>
          <a:xfrm>
            <a:off x="4147492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645407-07A1-C5BA-4E3C-803CDBA50CB0}"/>
              </a:ext>
            </a:extLst>
          </p:cNvPr>
          <p:cNvSpPr txBox="1"/>
          <p:nvPr/>
        </p:nvSpPr>
        <p:spPr>
          <a:xfrm>
            <a:off x="6384963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283AF0-3BAD-A9FA-66CF-64AEF8357C45}"/>
              </a:ext>
            </a:extLst>
          </p:cNvPr>
          <p:cNvSpPr txBox="1"/>
          <p:nvPr/>
        </p:nvSpPr>
        <p:spPr>
          <a:xfrm>
            <a:off x="7398169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AF5BD51-6B89-8531-79FC-81D68CB93967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968844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481D6-3844-598E-39D1-7A2E6F37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F9C2A8-46D2-D8A7-CE32-2E5A49531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A2C42CD-8B7A-47A1-6900-28FCD10F0268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CCC64607-FE5C-02C0-02F7-65A7803C76E8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D44B16-DD2C-58D4-26F0-12BC9E9A6608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306B2B-6B76-2F58-1111-A210F0DE20B3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01D1DBD0-6BEC-6280-4D23-EE46B5163E04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DAA12E00-325F-17B1-558F-A806A9C44735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01AFECC5-60A7-828A-D1BA-BCFD9C619B38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47BE03B2-FC01-815A-8820-DEC7C25CF692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C7E907F-DEEF-9ECF-14CD-66381812FFF8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4457A83-7062-44F7-ED1D-64EDB2521E45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9A88ADF6-C48E-A102-A305-F1E31CC3995E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4A03469-9D34-1EDE-1D5B-7EEEB7E5D613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1A50A49B-6D68-EE04-5E62-D19DE7DD7D6B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9CF7B2-DA0C-A07E-F94A-1BFB6E184E85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4053C5C-DFC7-088A-F30C-DAE6A756A126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60BB512E-98DA-DE11-0C7F-300C30E9E143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2876DF17-8D49-76EA-6D55-EB398361E304}"/>
              </a:ext>
            </a:extLst>
          </p:cNvPr>
          <p:cNvSpPr/>
          <p:nvPr/>
        </p:nvSpPr>
        <p:spPr>
          <a:xfrm>
            <a:off x="1850941" y="5240362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F18B31-2133-ACBA-CA85-2843DF060D43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78A361-68EE-53AC-53A8-0FD59F00CDA6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037B0E-CD44-6CF3-EB21-3AA3E45EDC13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8670CB-523D-3DA1-7986-D45FE8626E20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877D5C-482B-76A7-9BF9-D4039446F98D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F98B1E-CCA2-647D-9C31-8EA46C0536F0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DCC923D-1564-1CD0-F3CB-B31125A2B233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0604A2-494A-143F-5A76-D89FED6D80D4}"/>
              </a:ext>
            </a:extLst>
          </p:cNvPr>
          <p:cNvSpPr txBox="1"/>
          <p:nvPr/>
        </p:nvSpPr>
        <p:spPr>
          <a:xfrm>
            <a:off x="2023293" y="59585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752C709D-735D-F6BB-AEC4-D44CA858F3BB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7ECDDD9B-0CF4-319B-BF7E-658B18120239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535E1403-261C-7C48-20DF-962DA023B4FA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E118A092-20C4-D21D-188D-4C200305EA5F}"/>
              </a:ext>
            </a:extLst>
          </p:cNvPr>
          <p:cNvSpPr/>
          <p:nvPr/>
        </p:nvSpPr>
        <p:spPr>
          <a:xfrm>
            <a:off x="12494936" y="50813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0D924292-4113-1B14-21DC-5BC04D80C38A}"/>
              </a:ext>
            </a:extLst>
          </p:cNvPr>
          <p:cNvSpPr/>
          <p:nvPr/>
        </p:nvSpPr>
        <p:spPr>
          <a:xfrm>
            <a:off x="10555373" y="515869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B1F5D232-3152-DA85-CBF2-EB2424ABBC43}"/>
              </a:ext>
            </a:extLst>
          </p:cNvPr>
          <p:cNvSpPr/>
          <p:nvPr/>
        </p:nvSpPr>
        <p:spPr>
          <a:xfrm>
            <a:off x="3975140" y="7276510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8D37E437-B879-6E70-9DF2-67575F600736}"/>
              </a:ext>
            </a:extLst>
          </p:cNvPr>
          <p:cNvSpPr/>
          <p:nvPr/>
        </p:nvSpPr>
        <p:spPr>
          <a:xfrm>
            <a:off x="2907246" y="7276511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53556BDA-8C79-1495-797B-101EE5803C07}"/>
              </a:ext>
            </a:extLst>
          </p:cNvPr>
          <p:cNvSpPr/>
          <p:nvPr/>
        </p:nvSpPr>
        <p:spPr>
          <a:xfrm>
            <a:off x="6212611" y="726978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0C2D5E7A-DB68-43F0-F131-58C289829049}"/>
              </a:ext>
            </a:extLst>
          </p:cNvPr>
          <p:cNvSpPr/>
          <p:nvPr/>
        </p:nvSpPr>
        <p:spPr>
          <a:xfrm>
            <a:off x="7225817" y="726832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F74FED22-8BBB-58DE-8236-ADE0F8FC8E20}"/>
              </a:ext>
            </a:extLst>
          </p:cNvPr>
          <p:cNvSpPr/>
          <p:nvPr/>
        </p:nvSpPr>
        <p:spPr>
          <a:xfrm>
            <a:off x="5155685" y="727836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B5C87C-DF24-1BB0-2631-C6B0A7BD2A14}"/>
              </a:ext>
            </a:extLst>
          </p:cNvPr>
          <p:cNvSpPr txBox="1"/>
          <p:nvPr/>
        </p:nvSpPr>
        <p:spPr>
          <a:xfrm>
            <a:off x="5337636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7B6E2A-5219-7FB8-B1E6-EB515709A891}"/>
              </a:ext>
            </a:extLst>
          </p:cNvPr>
          <p:cNvSpPr txBox="1"/>
          <p:nvPr/>
        </p:nvSpPr>
        <p:spPr>
          <a:xfrm>
            <a:off x="3079598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538E3-C30F-5D5F-CF9D-E7404B675F71}"/>
              </a:ext>
            </a:extLst>
          </p:cNvPr>
          <p:cNvSpPr txBox="1"/>
          <p:nvPr/>
        </p:nvSpPr>
        <p:spPr>
          <a:xfrm>
            <a:off x="4147492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8392E6-E028-CAD5-6B78-8B9C95B8E405}"/>
              </a:ext>
            </a:extLst>
          </p:cNvPr>
          <p:cNvSpPr txBox="1"/>
          <p:nvPr/>
        </p:nvSpPr>
        <p:spPr>
          <a:xfrm>
            <a:off x="6384963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72B944-C723-CA31-07E2-227EC01AAB64}"/>
              </a:ext>
            </a:extLst>
          </p:cNvPr>
          <p:cNvSpPr txBox="1"/>
          <p:nvPr/>
        </p:nvSpPr>
        <p:spPr>
          <a:xfrm>
            <a:off x="7398169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A32E20-32C0-463D-C639-B5A5634165FF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49709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84BB3-ED57-B7C9-D773-B3368761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F8CCFCF-9430-5973-A7FA-DC6BB2DC9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1B48A8D-BBDA-C66F-4D6D-85547994AA0C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F3305518-11E0-9DEC-D5E0-B29D4695B215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7FCEC7-6D43-8789-1A35-79DC31DF22F2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9D030A3-69F5-5C34-328D-9BD8A75EF6D1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806E5A96-3B03-B483-0DFA-ACFA3831F850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28183948-39B5-D4CF-6E3E-1238157DA13B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B479B90C-6D8A-25BE-8340-5AB30119A68D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44FF39D4-65D5-BE06-E71E-88E5A0D0F40A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A359CF0-47E2-6B79-6AB3-88F88C0B8FF8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F5B6666-A954-18BA-4BD0-F88B1BD34E50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0D2A0778-DF06-5041-AF13-4B47DEB8E911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40E7CDA-9DF3-1979-7DAA-882CABA4DD8A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10D018E8-4802-DC47-1D72-89E6124A405D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FAC485-BF97-87FA-18D5-9CD4AE028513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1F69613-DB0B-AADD-B7C0-09B909C1BA30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95884380-12BF-EA81-72FB-8DCA93EFED0A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6322D09F-6B19-C1F2-7224-D7FD8B3E6CC8}"/>
              </a:ext>
            </a:extLst>
          </p:cNvPr>
          <p:cNvSpPr/>
          <p:nvPr/>
        </p:nvSpPr>
        <p:spPr>
          <a:xfrm>
            <a:off x="1850941" y="5240362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6A86C0-150A-9088-10F7-260050942BE8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B4567A-089C-6B01-033D-210E8BC0361A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320055-33AE-300D-E9F3-CE36FE47A323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0FC2E3-AE8D-9C6D-F866-3D6C29B50A1E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57E780B-E345-D6C4-D25B-48505AA8D8F5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A5CA1A-99F7-32FC-BA24-7A7297AFF71A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0D18780-6994-D128-669C-8FA8F6F5AA01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8ED7F6-2D3A-4231-045A-65C58328F8E3}"/>
              </a:ext>
            </a:extLst>
          </p:cNvPr>
          <p:cNvSpPr txBox="1"/>
          <p:nvPr/>
        </p:nvSpPr>
        <p:spPr>
          <a:xfrm>
            <a:off x="2023293" y="59585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728782AE-B58A-9C1F-8F46-B08A80DFE546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968B3458-5DCB-130F-E3C1-CCAB1859BCF8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2214F53E-3107-B719-051F-C94E53127734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A05885B8-9FA9-1C19-B967-5B2845EEF039}"/>
              </a:ext>
            </a:extLst>
          </p:cNvPr>
          <p:cNvSpPr/>
          <p:nvPr/>
        </p:nvSpPr>
        <p:spPr>
          <a:xfrm>
            <a:off x="12494936" y="50813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36FF6C55-64F1-D08F-3381-3A65348951E5}"/>
              </a:ext>
            </a:extLst>
          </p:cNvPr>
          <p:cNvSpPr/>
          <p:nvPr/>
        </p:nvSpPr>
        <p:spPr>
          <a:xfrm>
            <a:off x="10555373" y="515869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96A6C8D1-5C7A-C39D-32DC-F5159B3CB7C5}"/>
              </a:ext>
            </a:extLst>
          </p:cNvPr>
          <p:cNvSpPr/>
          <p:nvPr/>
        </p:nvSpPr>
        <p:spPr>
          <a:xfrm>
            <a:off x="3975140" y="5245063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EEB22BD7-C4C3-A9B3-B250-23283F8A2EC8}"/>
              </a:ext>
            </a:extLst>
          </p:cNvPr>
          <p:cNvSpPr/>
          <p:nvPr/>
        </p:nvSpPr>
        <p:spPr>
          <a:xfrm>
            <a:off x="2907246" y="524506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DAB2AA79-9B72-5FC2-D03D-23297EEA21B2}"/>
              </a:ext>
            </a:extLst>
          </p:cNvPr>
          <p:cNvSpPr/>
          <p:nvPr/>
        </p:nvSpPr>
        <p:spPr>
          <a:xfrm>
            <a:off x="6212611" y="726978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E177AF00-896D-B47F-1BB7-284A7BC5F040}"/>
              </a:ext>
            </a:extLst>
          </p:cNvPr>
          <p:cNvSpPr/>
          <p:nvPr/>
        </p:nvSpPr>
        <p:spPr>
          <a:xfrm>
            <a:off x="7225817" y="726832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B48C5641-4B6D-6E24-1BBD-0987763005F4}"/>
              </a:ext>
            </a:extLst>
          </p:cNvPr>
          <p:cNvSpPr/>
          <p:nvPr/>
        </p:nvSpPr>
        <p:spPr>
          <a:xfrm>
            <a:off x="5155685" y="727836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9CA161-9176-AAAB-C1B7-2D112B5FACEA}"/>
              </a:ext>
            </a:extLst>
          </p:cNvPr>
          <p:cNvSpPr txBox="1"/>
          <p:nvPr/>
        </p:nvSpPr>
        <p:spPr>
          <a:xfrm>
            <a:off x="5337636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CDED28-6DAF-0E67-DF70-BC5D5CD54BC4}"/>
              </a:ext>
            </a:extLst>
          </p:cNvPr>
          <p:cNvSpPr txBox="1"/>
          <p:nvPr/>
        </p:nvSpPr>
        <p:spPr>
          <a:xfrm>
            <a:off x="3079598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8BC196-8F25-3FF9-0153-EE53212A75F7}"/>
              </a:ext>
            </a:extLst>
          </p:cNvPr>
          <p:cNvSpPr txBox="1"/>
          <p:nvPr/>
        </p:nvSpPr>
        <p:spPr>
          <a:xfrm>
            <a:off x="4147492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350F21-24C5-B9C7-5739-A0D9DCCA6F45}"/>
              </a:ext>
            </a:extLst>
          </p:cNvPr>
          <p:cNvSpPr txBox="1"/>
          <p:nvPr/>
        </p:nvSpPr>
        <p:spPr>
          <a:xfrm>
            <a:off x="6384963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7B3AF2-EBF1-F185-D3D3-63FD967A4A19}"/>
              </a:ext>
            </a:extLst>
          </p:cNvPr>
          <p:cNvSpPr txBox="1"/>
          <p:nvPr/>
        </p:nvSpPr>
        <p:spPr>
          <a:xfrm>
            <a:off x="7398169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87774E-86C5-5443-3B9C-BCFD240F2354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48273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2840A-2384-F79A-1A8A-2ABB97E1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9A084FA-4690-18F3-0538-805F5B38D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AAFB443-284F-7B31-9AD4-D1776886CF46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2D185140-4076-94D3-BBB8-F1E9D60B094E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C22CA3-19CE-12E2-54C8-01F6DF3272D3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42B5811-FB5C-EDE4-5050-DF4BD82D70C1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F4B334F7-BE75-E8DA-C8BD-5D0370683FAE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6160273B-9573-33E6-C6ED-72B354C3EABF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561DDCEE-4DCF-34DE-0979-0473199A44C3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0E6DEC00-DDE8-678D-E710-4B55ABAD0ABF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0C4C24-7ABA-6291-0CAE-03A21878D933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2B57EB8-997C-1F0D-EFB2-E0D596CD7CAE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4F69A465-9324-8961-98EC-C3C1236F8748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D89C391-7E98-B81D-BD37-146240AC5F89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D4023312-39E0-0879-F27C-18F678DFDC9B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43EAD8-A03F-86AD-5F6E-6B68DA7651CA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066FC3D-1392-5FDD-C802-67963DF3B36C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1B7A7C3E-61A8-D9D7-4F4B-4F9AF6D3DE21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207392BC-705E-23CF-4645-8A97FE0ABD21}"/>
              </a:ext>
            </a:extLst>
          </p:cNvPr>
          <p:cNvSpPr/>
          <p:nvPr/>
        </p:nvSpPr>
        <p:spPr>
          <a:xfrm>
            <a:off x="1850941" y="5240362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B2EB59-E940-A981-9446-BBB35D2FDBC6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667D39-64D0-FCB4-0469-3608920E3703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D6FDC2-DD7A-8A4F-E715-0C20A738E9C4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0BC090-D089-044F-9FE4-8880E86E3CDA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255EE9-0441-2D09-3A21-49826ED1C7F1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9F26B8-EE3E-5129-08F7-FD9B778F3809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17F5E9-642A-98F2-2EA5-2D7F92BB21A6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908F51-B346-82E7-15F3-23D7869EC5DE}"/>
              </a:ext>
            </a:extLst>
          </p:cNvPr>
          <p:cNvSpPr txBox="1"/>
          <p:nvPr/>
        </p:nvSpPr>
        <p:spPr>
          <a:xfrm>
            <a:off x="2023293" y="59585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87368DE7-142A-FD09-F3DA-F676D6D5E052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70BC7934-1C2F-B7BB-4BC9-11A7151BD6FD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B81D300D-B4E4-46DF-749A-3C7A0297C09F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B4492231-7CFC-51B6-0406-7200EAEA748B}"/>
              </a:ext>
            </a:extLst>
          </p:cNvPr>
          <p:cNvSpPr/>
          <p:nvPr/>
        </p:nvSpPr>
        <p:spPr>
          <a:xfrm>
            <a:off x="12494936" y="50813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AB8E8DD6-7A91-667C-C06A-51155EE7C319}"/>
              </a:ext>
            </a:extLst>
          </p:cNvPr>
          <p:cNvSpPr/>
          <p:nvPr/>
        </p:nvSpPr>
        <p:spPr>
          <a:xfrm>
            <a:off x="10555373" y="515869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510A5A53-7485-705C-5D36-549E4822D47F}"/>
              </a:ext>
            </a:extLst>
          </p:cNvPr>
          <p:cNvSpPr/>
          <p:nvPr/>
        </p:nvSpPr>
        <p:spPr>
          <a:xfrm>
            <a:off x="3975140" y="5245063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5205D651-C824-3039-95FD-4AE746573D1D}"/>
              </a:ext>
            </a:extLst>
          </p:cNvPr>
          <p:cNvSpPr/>
          <p:nvPr/>
        </p:nvSpPr>
        <p:spPr>
          <a:xfrm>
            <a:off x="2907246" y="5245064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97D88867-B494-DE33-FF17-30ADCC10D8F8}"/>
              </a:ext>
            </a:extLst>
          </p:cNvPr>
          <p:cNvSpPr/>
          <p:nvPr/>
        </p:nvSpPr>
        <p:spPr>
          <a:xfrm>
            <a:off x="6212611" y="726978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B9B87B81-120E-348A-B17E-1D912FE20B52}"/>
              </a:ext>
            </a:extLst>
          </p:cNvPr>
          <p:cNvSpPr/>
          <p:nvPr/>
        </p:nvSpPr>
        <p:spPr>
          <a:xfrm>
            <a:off x="7225817" y="726832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63EA206E-F9DB-36D3-F06E-98390C01A1A0}"/>
              </a:ext>
            </a:extLst>
          </p:cNvPr>
          <p:cNvSpPr/>
          <p:nvPr/>
        </p:nvSpPr>
        <p:spPr>
          <a:xfrm>
            <a:off x="5155685" y="727836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8D64-043F-779B-9122-3CEC481E3713}"/>
              </a:ext>
            </a:extLst>
          </p:cNvPr>
          <p:cNvSpPr txBox="1"/>
          <p:nvPr/>
        </p:nvSpPr>
        <p:spPr>
          <a:xfrm>
            <a:off x="5337636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C83722-3E23-2DD5-9018-CA07027FB990}"/>
              </a:ext>
            </a:extLst>
          </p:cNvPr>
          <p:cNvSpPr txBox="1"/>
          <p:nvPr/>
        </p:nvSpPr>
        <p:spPr>
          <a:xfrm>
            <a:off x="3079598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33A8D4-61DE-1A07-E89A-DB2FB8BA7BC2}"/>
              </a:ext>
            </a:extLst>
          </p:cNvPr>
          <p:cNvSpPr txBox="1"/>
          <p:nvPr/>
        </p:nvSpPr>
        <p:spPr>
          <a:xfrm>
            <a:off x="4147492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2BEFC8-AE42-5757-3B66-134DD984174C}"/>
              </a:ext>
            </a:extLst>
          </p:cNvPr>
          <p:cNvSpPr txBox="1"/>
          <p:nvPr/>
        </p:nvSpPr>
        <p:spPr>
          <a:xfrm>
            <a:off x="6384963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FB6788-55F3-261C-4710-12BF4564E88A}"/>
              </a:ext>
            </a:extLst>
          </p:cNvPr>
          <p:cNvSpPr txBox="1"/>
          <p:nvPr/>
        </p:nvSpPr>
        <p:spPr>
          <a:xfrm>
            <a:off x="7398169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AB0E14-546A-86D5-237F-4FE8E69B7D15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892024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E92C3-8FED-1D5B-8D82-68F1AF18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5E01CCA-F3D9-3CD4-F6A7-C57FFA55F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D74C4CA-6098-0907-2180-3FC659D94E2A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076EA71F-735A-79C0-5677-0F3830D7C1E0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413402A-7460-24D4-06CE-AA8E6975012C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1200639-978F-600B-22BA-0C102CD69F6F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B85D5C96-2CEB-EBBA-2523-E9D931D06223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D630439A-837A-4106-A648-EA03456D0BF3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06A16F99-2F2E-60BD-2EDB-6B947131BD42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355991B7-B0E2-6C65-949E-1A629F65DF2E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04764C8-C0D2-B8FE-E006-E4A6289AF303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D1A38A1-6563-F3F3-D0B4-0BCE3F5D1496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DA6EFF29-3F38-C834-B97F-A1BC055E21E5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C3D697C-06FA-4F2B-1310-CE5B460C220B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03F075F3-0885-D8E0-A7AA-C94CE5804199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EC9F1F-92AA-A250-1C3A-1E7644D847C3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1555C72-F490-7349-E8DC-47412D362072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0E9DBB11-532F-1A46-E036-CEB5A875FF76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5037988B-5D29-0937-038C-DA3EFF9F43F4}"/>
              </a:ext>
            </a:extLst>
          </p:cNvPr>
          <p:cNvSpPr/>
          <p:nvPr/>
        </p:nvSpPr>
        <p:spPr>
          <a:xfrm>
            <a:off x="1850941" y="5240362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5C1849-EEE0-4C71-6EE1-80A7AA1527BA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66A13D-F8DD-88B8-4B8F-F866EF1D2C26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F2C1FB1-EEB8-0ECF-EA18-0E399D8172E9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5CC8F46-133D-D998-AD53-6135C8E50354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2076C3-891D-A197-A9E7-EB1DA2F6D1FB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03E987B-6FA2-E226-D541-5CA457ED98E0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EA3AEA-413D-085C-2CBE-CD4E8D1B2E4E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4B3EBD-A794-E688-8504-F1EE53245112}"/>
              </a:ext>
            </a:extLst>
          </p:cNvPr>
          <p:cNvSpPr txBox="1"/>
          <p:nvPr/>
        </p:nvSpPr>
        <p:spPr>
          <a:xfrm>
            <a:off x="2023293" y="59585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8166E127-26B9-C6A7-79D9-4D7A40E42614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B612335-36FA-0080-3B73-F9AEBBD650FE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4C3E671D-FEEA-4D44-D0EC-FAA14ADB3D50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C11107CE-1E08-4D56-E551-006BE35D62C4}"/>
              </a:ext>
            </a:extLst>
          </p:cNvPr>
          <p:cNvSpPr/>
          <p:nvPr/>
        </p:nvSpPr>
        <p:spPr>
          <a:xfrm>
            <a:off x="12494936" y="50813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848A9F32-7A41-21DA-F502-1A754D8B39C2}"/>
              </a:ext>
            </a:extLst>
          </p:cNvPr>
          <p:cNvSpPr/>
          <p:nvPr/>
        </p:nvSpPr>
        <p:spPr>
          <a:xfrm>
            <a:off x="13374014" y="515869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44E2964C-F7CA-9BE7-FC4A-489DD1B2EAD1}"/>
              </a:ext>
            </a:extLst>
          </p:cNvPr>
          <p:cNvSpPr/>
          <p:nvPr/>
        </p:nvSpPr>
        <p:spPr>
          <a:xfrm>
            <a:off x="3975140" y="5245063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5E7879F3-02F6-3C36-DE94-2A262A8A9AEF}"/>
              </a:ext>
            </a:extLst>
          </p:cNvPr>
          <p:cNvSpPr/>
          <p:nvPr/>
        </p:nvSpPr>
        <p:spPr>
          <a:xfrm>
            <a:off x="2907246" y="5245064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0D5482F0-B907-CF19-AE2F-F2E4687A9EBD}"/>
              </a:ext>
            </a:extLst>
          </p:cNvPr>
          <p:cNvSpPr/>
          <p:nvPr/>
        </p:nvSpPr>
        <p:spPr>
          <a:xfrm>
            <a:off x="6212611" y="726978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22751954-8215-5D0B-B5ED-83B4A2C7F62A}"/>
              </a:ext>
            </a:extLst>
          </p:cNvPr>
          <p:cNvSpPr/>
          <p:nvPr/>
        </p:nvSpPr>
        <p:spPr>
          <a:xfrm>
            <a:off x="7225817" y="726832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2F5C537D-FF28-F373-77AA-AB5CE25D0EEE}"/>
              </a:ext>
            </a:extLst>
          </p:cNvPr>
          <p:cNvSpPr/>
          <p:nvPr/>
        </p:nvSpPr>
        <p:spPr>
          <a:xfrm>
            <a:off x="5155685" y="727836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C66A62-6815-1595-60A4-4B8E6948C890}"/>
              </a:ext>
            </a:extLst>
          </p:cNvPr>
          <p:cNvSpPr txBox="1"/>
          <p:nvPr/>
        </p:nvSpPr>
        <p:spPr>
          <a:xfrm>
            <a:off x="5337636" y="79412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E3C2FE-45A9-636D-4D8F-A203EE39426C}"/>
              </a:ext>
            </a:extLst>
          </p:cNvPr>
          <p:cNvSpPr txBox="1"/>
          <p:nvPr/>
        </p:nvSpPr>
        <p:spPr>
          <a:xfrm>
            <a:off x="3079598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246FF1-3F70-6A28-12F1-5828DD24F815}"/>
              </a:ext>
            </a:extLst>
          </p:cNvPr>
          <p:cNvSpPr txBox="1"/>
          <p:nvPr/>
        </p:nvSpPr>
        <p:spPr>
          <a:xfrm>
            <a:off x="4147492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E8AC4C-139B-BD03-7271-D21FFC6318BE}"/>
              </a:ext>
            </a:extLst>
          </p:cNvPr>
          <p:cNvSpPr txBox="1"/>
          <p:nvPr/>
        </p:nvSpPr>
        <p:spPr>
          <a:xfrm>
            <a:off x="6384963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A850F1-B53B-E030-D847-734A006F95D2}"/>
              </a:ext>
            </a:extLst>
          </p:cNvPr>
          <p:cNvSpPr txBox="1"/>
          <p:nvPr/>
        </p:nvSpPr>
        <p:spPr>
          <a:xfrm>
            <a:off x="7398169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00CF57-E02F-E014-9FA1-A5CB6C742F7F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09404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4F47A-EC92-6D68-13D6-26C396ED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8142625-AF32-0067-0FA7-7B91FD7B1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755C445-E164-CF78-B33E-3C0C902F1902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284BC24E-6673-A79B-6DF2-7AA629B3CF4B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E0A4CD-31FA-BBC0-2B54-B07A3585CDAA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CA210B8-88F5-065A-F173-CAD30490BB39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5368CEE8-6B55-AB5C-82CD-553F42B28124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712F2F4B-2FC7-8C78-3ACD-AAF207FD494C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5BCA471F-ABE5-E8AC-2E34-5B87048321C0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E25F4836-61B3-F5CA-AFFB-F4EF92132082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328DD95-5FA3-94DC-4C5D-AF6C5664F124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318324F-4E34-8601-6E9F-9F3DA1ED1E72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EF071616-17D9-9E3F-7E79-8081951AD8B5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B961B26-80AC-6DCE-0728-2480C7301292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8D59B61E-645F-6A42-5E08-18123DD8FEB5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E2FD00-B9A2-079E-6908-685EEA536788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DC3F048-3D12-B385-E203-B1254DD94B65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61B80E70-D307-69AD-0FE1-9BA09532E98D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A91C6BFE-0D84-2B76-A99D-89A70F9D1BC9}"/>
              </a:ext>
            </a:extLst>
          </p:cNvPr>
          <p:cNvSpPr/>
          <p:nvPr/>
        </p:nvSpPr>
        <p:spPr>
          <a:xfrm>
            <a:off x="1850941" y="5240362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2E38C2-ED19-012B-4EA9-F65A2AB6B997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49EF8C-200F-FEE9-20F5-AEAB69DC7935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03E3D7-B62F-8323-7A7A-57F9B07C7811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5DBEE1-F22C-7DCE-CAD8-D555D57316DF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ACBFAE3-8862-FA84-E40E-4D8C00B10F18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8DE3A60-ABCE-E672-02C0-5402DE9DC2FF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CE946C-0046-F3AF-D544-DAC340FADDD3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ED0AAE-6142-3025-B78D-6DE70DEC0225}"/>
              </a:ext>
            </a:extLst>
          </p:cNvPr>
          <p:cNvSpPr txBox="1"/>
          <p:nvPr/>
        </p:nvSpPr>
        <p:spPr>
          <a:xfrm>
            <a:off x="2023293" y="59585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4B78C53D-5CE2-3B7E-6CF4-95360E7C1DD6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75EFF472-B1B6-9947-8B13-911B89C6E10B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71ED522A-BFAB-437F-E240-DE772CDC64A2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366167CB-94AD-78FC-7CDA-8596CA388B32}"/>
              </a:ext>
            </a:extLst>
          </p:cNvPr>
          <p:cNvSpPr/>
          <p:nvPr/>
        </p:nvSpPr>
        <p:spPr>
          <a:xfrm>
            <a:off x="12494936" y="50813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97D21655-8027-2E95-D3DE-13055D3F21DA}"/>
              </a:ext>
            </a:extLst>
          </p:cNvPr>
          <p:cNvSpPr/>
          <p:nvPr/>
        </p:nvSpPr>
        <p:spPr>
          <a:xfrm>
            <a:off x="13374014" y="515869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5E8A8602-D874-5752-422C-CA914B4D9E5F}"/>
              </a:ext>
            </a:extLst>
          </p:cNvPr>
          <p:cNvSpPr/>
          <p:nvPr/>
        </p:nvSpPr>
        <p:spPr>
          <a:xfrm>
            <a:off x="3975140" y="5245063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0059A2ED-B94D-9FD4-FAF4-39C6C12E1519}"/>
              </a:ext>
            </a:extLst>
          </p:cNvPr>
          <p:cNvSpPr/>
          <p:nvPr/>
        </p:nvSpPr>
        <p:spPr>
          <a:xfrm>
            <a:off x="2907246" y="5245064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A04CB222-AA39-5DAC-21D3-545F835CBB59}"/>
              </a:ext>
            </a:extLst>
          </p:cNvPr>
          <p:cNvSpPr/>
          <p:nvPr/>
        </p:nvSpPr>
        <p:spPr>
          <a:xfrm>
            <a:off x="6212611" y="726978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9CDA4538-5A61-EBF1-8D74-C457BAA893BA}"/>
              </a:ext>
            </a:extLst>
          </p:cNvPr>
          <p:cNvSpPr/>
          <p:nvPr/>
        </p:nvSpPr>
        <p:spPr>
          <a:xfrm>
            <a:off x="7225817" y="726832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670AEDC7-8391-C93D-342E-19D6B313B344}"/>
              </a:ext>
            </a:extLst>
          </p:cNvPr>
          <p:cNvSpPr/>
          <p:nvPr/>
        </p:nvSpPr>
        <p:spPr>
          <a:xfrm>
            <a:off x="5155685" y="523850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3D8C96-9DB3-FD00-5BD9-1CB723F0168A}"/>
              </a:ext>
            </a:extLst>
          </p:cNvPr>
          <p:cNvSpPr txBox="1"/>
          <p:nvPr/>
        </p:nvSpPr>
        <p:spPr>
          <a:xfrm>
            <a:off x="5337636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7AD77C-5178-05BE-9F83-6DB091929525}"/>
              </a:ext>
            </a:extLst>
          </p:cNvPr>
          <p:cNvSpPr txBox="1"/>
          <p:nvPr/>
        </p:nvSpPr>
        <p:spPr>
          <a:xfrm>
            <a:off x="3079598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F8FAB0-6E9C-DC50-1EE2-27B43779474D}"/>
              </a:ext>
            </a:extLst>
          </p:cNvPr>
          <p:cNvSpPr txBox="1"/>
          <p:nvPr/>
        </p:nvSpPr>
        <p:spPr>
          <a:xfrm>
            <a:off x="4147492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486945-750A-C250-A7EE-E7CF84639F66}"/>
              </a:ext>
            </a:extLst>
          </p:cNvPr>
          <p:cNvSpPr txBox="1"/>
          <p:nvPr/>
        </p:nvSpPr>
        <p:spPr>
          <a:xfrm>
            <a:off x="6384963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A804FF-8493-AC0C-908A-0A7E9B5DA82E}"/>
              </a:ext>
            </a:extLst>
          </p:cNvPr>
          <p:cNvSpPr txBox="1"/>
          <p:nvPr/>
        </p:nvSpPr>
        <p:spPr>
          <a:xfrm>
            <a:off x="7398169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8C94F2-9077-B6A8-4D45-33496B698331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045853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DF624-8809-5A76-0E0A-219B9FE4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D83F3C8-0256-1845-6B79-FA63B953F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471A5E3-5EC4-8DE0-5F62-4A1FEF06F1D0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E12694EE-B89A-81A9-D9A2-1A564AE05A27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E90C85-B2D6-A166-F7CB-FA61E83A0753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C16985-ED20-C43B-E94F-15B649581442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59316B65-4697-F9E7-C385-A5EFAF7DB638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1789DE77-E3ED-B46A-2FDD-76B0F6912B52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712847F1-E317-0ABA-45AE-8E9DF17B58D5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3B757B70-9F6E-F1B3-33B0-E1FA4EAE1D26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FF80DD6-B186-7336-52A7-67AC9F89C273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EAED77B-0D9E-8EB4-273D-1A5EB7E0FF8D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33E81337-23EC-FCB2-78CD-B3985115BCBB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F183872-0EC1-7643-E937-6B1901EDF456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5B54D12B-0985-447B-22B4-164536751ABE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A51B62-7A89-BBE3-7436-2FFD4AB4BD4D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2F90665-C6A1-1AAC-674C-39E9DCAB99A8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F5768BAD-2249-F331-EA71-4C5534FA6EAF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7AFD9AAF-FB8D-F2C1-4206-A05822EEFB06}"/>
              </a:ext>
            </a:extLst>
          </p:cNvPr>
          <p:cNvSpPr/>
          <p:nvPr/>
        </p:nvSpPr>
        <p:spPr>
          <a:xfrm>
            <a:off x="1850941" y="5240362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587DBE-6148-9AC1-F89C-9A03C2CA2920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8C3105-4D1D-A902-6FBB-A0D4510A135A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55BC86-E292-C68E-55CA-262C2A7FAA76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C1336A-7B1A-95D8-4C7D-4168FD34C1D4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A06ABCC-248B-A649-F348-6EF5E696ED69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30E24E-CCCB-0144-D491-6C608000D931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2438759-DE43-0027-C544-40FBA9F31B73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AFF89C-88F9-9043-01D1-FE7FAFA29A8C}"/>
              </a:ext>
            </a:extLst>
          </p:cNvPr>
          <p:cNvSpPr txBox="1"/>
          <p:nvPr/>
        </p:nvSpPr>
        <p:spPr>
          <a:xfrm>
            <a:off x="2023293" y="59585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642532CA-419D-8AF8-F8F6-48037E1F8483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FAFCB067-B4D9-8624-D06E-2DA292E49FE0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3256CB1D-B8FC-331A-62AA-C06CD1C0F2FE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5A454358-D5F8-67C8-123F-C3E482D95148}"/>
              </a:ext>
            </a:extLst>
          </p:cNvPr>
          <p:cNvSpPr/>
          <p:nvPr/>
        </p:nvSpPr>
        <p:spPr>
          <a:xfrm>
            <a:off x="10562178" y="515869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92145FC9-B36F-3799-85D5-62A6BE3BEEBD}"/>
              </a:ext>
            </a:extLst>
          </p:cNvPr>
          <p:cNvSpPr/>
          <p:nvPr/>
        </p:nvSpPr>
        <p:spPr>
          <a:xfrm>
            <a:off x="13374014" y="515869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2BD73B12-0E5A-6A5F-F8CD-E3629E3B06E7}"/>
              </a:ext>
            </a:extLst>
          </p:cNvPr>
          <p:cNvSpPr/>
          <p:nvPr/>
        </p:nvSpPr>
        <p:spPr>
          <a:xfrm>
            <a:off x="3975140" y="5245063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341BBAF9-2234-1543-D861-F8886EC291CD}"/>
              </a:ext>
            </a:extLst>
          </p:cNvPr>
          <p:cNvSpPr/>
          <p:nvPr/>
        </p:nvSpPr>
        <p:spPr>
          <a:xfrm>
            <a:off x="2907246" y="5245064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EA3434F4-D5EB-7CF6-7812-C3424BBB1C0A}"/>
              </a:ext>
            </a:extLst>
          </p:cNvPr>
          <p:cNvSpPr/>
          <p:nvPr/>
        </p:nvSpPr>
        <p:spPr>
          <a:xfrm>
            <a:off x="6212611" y="7269788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D253AC77-C6B4-0795-A9CD-20F3CF293374}"/>
              </a:ext>
            </a:extLst>
          </p:cNvPr>
          <p:cNvSpPr/>
          <p:nvPr/>
        </p:nvSpPr>
        <p:spPr>
          <a:xfrm>
            <a:off x="7225817" y="726832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3348701D-B8A3-955A-407D-C6D48E480479}"/>
              </a:ext>
            </a:extLst>
          </p:cNvPr>
          <p:cNvSpPr/>
          <p:nvPr/>
        </p:nvSpPr>
        <p:spPr>
          <a:xfrm>
            <a:off x="5155685" y="523850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32BC41-7135-EFE5-5BD3-EB1050234166}"/>
              </a:ext>
            </a:extLst>
          </p:cNvPr>
          <p:cNvSpPr txBox="1"/>
          <p:nvPr/>
        </p:nvSpPr>
        <p:spPr>
          <a:xfrm>
            <a:off x="5337636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900E59-D71F-FDAE-0F6B-04703186243D}"/>
              </a:ext>
            </a:extLst>
          </p:cNvPr>
          <p:cNvSpPr txBox="1"/>
          <p:nvPr/>
        </p:nvSpPr>
        <p:spPr>
          <a:xfrm>
            <a:off x="3079598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86678-718E-9CF5-7C03-F5089DAC95A9}"/>
              </a:ext>
            </a:extLst>
          </p:cNvPr>
          <p:cNvSpPr txBox="1"/>
          <p:nvPr/>
        </p:nvSpPr>
        <p:spPr>
          <a:xfrm>
            <a:off x="4147492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2BE04D-9D2D-3651-2450-A1C515679E5F}"/>
              </a:ext>
            </a:extLst>
          </p:cNvPr>
          <p:cNvSpPr txBox="1"/>
          <p:nvPr/>
        </p:nvSpPr>
        <p:spPr>
          <a:xfrm>
            <a:off x="6384963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E21B6A-2541-0F7F-64FD-4DD041530AF6}"/>
              </a:ext>
            </a:extLst>
          </p:cNvPr>
          <p:cNvSpPr txBox="1"/>
          <p:nvPr/>
        </p:nvSpPr>
        <p:spPr>
          <a:xfrm>
            <a:off x="7398169" y="793303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D0A344-419B-663E-BA5A-0183728CC043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2654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60F4FA-B17F-B72B-D267-041ED9124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008454B-2C4A-E492-FF24-5269E0600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A1E414F-270C-8617-8455-04C98002A346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3C4087B1-6DEA-9F28-5DFE-92AD0D9EF481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071F9E-3AFA-205A-DDF1-DF8AE329CF9A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1BDB9C4-83E5-DFF6-7816-5121B77B923D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04931C55-D98E-B091-AB30-D4B720C51E6B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268ABB5F-06EA-8255-C58E-38ACD164EAF1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A89520A4-9E2E-DE4A-1D12-9D8820770890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78E22B4D-34CF-5DD5-94D4-5FD2B8EF96DE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27FAADD-E7B2-887F-FDD4-3EE30A2B1134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306E909-C248-63CB-E08C-CA575D8EFFA5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A8F62C15-D972-14E2-3AC7-9297C12BD68E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449333-3DCD-FE3A-BDF2-07FD96045F80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132229B7-951B-4A4E-23E1-7147E39254CD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68E784-B6EA-4D19-5377-94381148F6A0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9FCE98D-950F-E118-BFC2-6835F080E4E0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07726156-E6AB-336C-7D99-3FEE015D577E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DF395C52-477F-97D8-9157-C9FB170B851A}"/>
              </a:ext>
            </a:extLst>
          </p:cNvPr>
          <p:cNvSpPr/>
          <p:nvPr/>
        </p:nvSpPr>
        <p:spPr>
          <a:xfrm>
            <a:off x="1850941" y="5240362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212E66-02CE-0262-D94D-AE3B8C99EA16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248661-E8EC-4A08-3463-5D2EC32B81B7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480689-0D2F-9311-93A9-5960FAFF8E30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F15EBF-DA53-EE4E-CD0A-F47234E43FDC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D3AE20-0163-0B7B-BE24-1C4548F4571A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151C53-D842-F0CD-9977-959E1ECF024B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9DD353-13BD-9ECD-3F48-54687E656A86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AF161B-1F2A-3E4A-C650-9764C7C43342}"/>
              </a:ext>
            </a:extLst>
          </p:cNvPr>
          <p:cNvSpPr txBox="1"/>
          <p:nvPr/>
        </p:nvSpPr>
        <p:spPr>
          <a:xfrm>
            <a:off x="2023293" y="59585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05B66146-EE0D-EA2A-B4BC-4A65EEFE6245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70F222E0-198D-9D28-ACD5-7819F85805D6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BAF3CE90-BA02-3C6B-B1B6-496BCB2D7918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5AFD7EFB-7B31-8FE4-35E0-D0CDF6B1B791}"/>
              </a:ext>
            </a:extLst>
          </p:cNvPr>
          <p:cNvSpPr/>
          <p:nvPr/>
        </p:nvSpPr>
        <p:spPr>
          <a:xfrm>
            <a:off x="10562178" y="515869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EC9E592D-416D-ABEA-35EF-6DACF211DB95}"/>
              </a:ext>
            </a:extLst>
          </p:cNvPr>
          <p:cNvSpPr/>
          <p:nvPr/>
        </p:nvSpPr>
        <p:spPr>
          <a:xfrm>
            <a:off x="13374014" y="515869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F4DEEC22-9C0A-97C8-752D-DCCA2E4CC738}"/>
              </a:ext>
            </a:extLst>
          </p:cNvPr>
          <p:cNvSpPr/>
          <p:nvPr/>
        </p:nvSpPr>
        <p:spPr>
          <a:xfrm>
            <a:off x="3975140" y="5245063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CD9DD0DB-EDE2-36CF-CEA6-6BE04F11E1BD}"/>
              </a:ext>
            </a:extLst>
          </p:cNvPr>
          <p:cNvSpPr/>
          <p:nvPr/>
        </p:nvSpPr>
        <p:spPr>
          <a:xfrm>
            <a:off x="2907246" y="5245064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DA4FFAA8-9676-818B-A72F-D02FE5A758BA}"/>
              </a:ext>
            </a:extLst>
          </p:cNvPr>
          <p:cNvSpPr/>
          <p:nvPr/>
        </p:nvSpPr>
        <p:spPr>
          <a:xfrm>
            <a:off x="6212611" y="523811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BC646F82-EA25-8268-285F-3DFE9ED839CB}"/>
              </a:ext>
            </a:extLst>
          </p:cNvPr>
          <p:cNvSpPr/>
          <p:nvPr/>
        </p:nvSpPr>
        <p:spPr>
          <a:xfrm>
            <a:off x="7225817" y="523665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2C95C46B-3C89-699D-E2F3-DD0EEBE75006}"/>
              </a:ext>
            </a:extLst>
          </p:cNvPr>
          <p:cNvSpPr/>
          <p:nvPr/>
        </p:nvSpPr>
        <p:spPr>
          <a:xfrm>
            <a:off x="5155685" y="523850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91F548-A3F4-D984-2811-3ABED66356E3}"/>
              </a:ext>
            </a:extLst>
          </p:cNvPr>
          <p:cNvSpPr txBox="1"/>
          <p:nvPr/>
        </p:nvSpPr>
        <p:spPr>
          <a:xfrm>
            <a:off x="5337636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99EF02-1423-7D25-461E-3E4940FF840B}"/>
              </a:ext>
            </a:extLst>
          </p:cNvPr>
          <p:cNvSpPr txBox="1"/>
          <p:nvPr/>
        </p:nvSpPr>
        <p:spPr>
          <a:xfrm>
            <a:off x="3079598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D6779D-D2C2-A1CF-8B1A-0048C29B5385}"/>
              </a:ext>
            </a:extLst>
          </p:cNvPr>
          <p:cNvSpPr txBox="1"/>
          <p:nvPr/>
        </p:nvSpPr>
        <p:spPr>
          <a:xfrm>
            <a:off x="4147492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C9945E-465F-A045-EE7C-6AEA6D1923B9}"/>
              </a:ext>
            </a:extLst>
          </p:cNvPr>
          <p:cNvSpPr txBox="1"/>
          <p:nvPr/>
        </p:nvSpPr>
        <p:spPr>
          <a:xfrm>
            <a:off x="6384963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CBB586-5200-9BD8-1FB5-6484C20D0C5B}"/>
              </a:ext>
            </a:extLst>
          </p:cNvPr>
          <p:cNvSpPr txBox="1"/>
          <p:nvPr/>
        </p:nvSpPr>
        <p:spPr>
          <a:xfrm>
            <a:off x="7398169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6C5165-40DB-B084-1D47-552C4E621CE3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49859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F038A-958D-92ED-1B00-D561A9522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AF4FAF7-A5AF-AAF9-AA6B-48B6F6564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EB5FFA3-57F1-6034-174C-12E952797232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1D7CC631-0CC7-7FCC-90F2-3F8F2DF7D3B1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60FE593-09C2-80AF-9A98-165E3B76CC0A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7C3828-C73A-E791-CE3F-27A42D2FE283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4237D387-F9B6-91A6-1615-693C08DBA40C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C937C83C-2F46-3BD4-BD95-987EC0FED732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60519F4B-959E-D1F5-AA2E-28B8F5A08543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7818C44D-7BA5-7F03-D47C-14FDB79CE78D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B76469E-13A8-5754-D263-C19510349A26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84C87B7-29FE-6E22-2E3A-822D91E8086B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BF36FD30-8CAF-CE3C-417F-9B971E275C2F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094B107-B716-5885-F993-A1D2D562577A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12065A7F-18B2-2BAC-2B92-3C01C9AF42AC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088658-A0EA-24ED-13DC-B6EDA138A185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9CDDC15-764B-790E-D276-552FB8C1847B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1C909B05-3477-1BCB-9ACB-15DC13857C71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F9F47043-F67E-8A4A-9D2A-CFD8376C253D}"/>
              </a:ext>
            </a:extLst>
          </p:cNvPr>
          <p:cNvSpPr/>
          <p:nvPr/>
        </p:nvSpPr>
        <p:spPr>
          <a:xfrm>
            <a:off x="1850941" y="5240362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FF5D9D-72AD-1D7E-B9FF-326805CD71CD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ADBC3F-A15C-BDCC-759D-D5617CD500AD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542D98-5498-205C-57C1-7749B2978272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C516DA1-ED06-2AB0-CEBD-99D2752F4118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6769CF-A561-0319-18D4-BFA8B5E94EDC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49145B1-CD01-23BE-5796-CDBBD105F38E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487886-7E81-4657-0B31-26D431FF90D2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44B171-B322-07B4-D3FE-FE87CF349CB2}"/>
              </a:ext>
            </a:extLst>
          </p:cNvPr>
          <p:cNvSpPr txBox="1"/>
          <p:nvPr/>
        </p:nvSpPr>
        <p:spPr>
          <a:xfrm>
            <a:off x="2023293" y="59585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61035DA0-2D07-D861-275D-BE3C59584C14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2A402C73-E004-2A75-1076-289AB8DA0877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BEBD1BED-E80B-F8C2-A8A7-EC71B3966FD3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883A5146-09A1-5CD4-5DDC-1B0A25DAA751}"/>
              </a:ext>
            </a:extLst>
          </p:cNvPr>
          <p:cNvSpPr/>
          <p:nvPr/>
        </p:nvSpPr>
        <p:spPr>
          <a:xfrm>
            <a:off x="10562178" y="515869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AEF9EA08-9BC2-8145-4727-9DDF5EB77534}"/>
              </a:ext>
            </a:extLst>
          </p:cNvPr>
          <p:cNvSpPr/>
          <p:nvPr/>
        </p:nvSpPr>
        <p:spPr>
          <a:xfrm>
            <a:off x="13374014" y="515869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9B469BB4-817C-03C9-5AF9-EF9523D5A49D}"/>
              </a:ext>
            </a:extLst>
          </p:cNvPr>
          <p:cNvSpPr/>
          <p:nvPr/>
        </p:nvSpPr>
        <p:spPr>
          <a:xfrm>
            <a:off x="3975140" y="5245063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91A195D2-9C0D-0EA3-2405-7D2E1ACB5B45}"/>
              </a:ext>
            </a:extLst>
          </p:cNvPr>
          <p:cNvSpPr/>
          <p:nvPr/>
        </p:nvSpPr>
        <p:spPr>
          <a:xfrm>
            <a:off x="2907246" y="5245064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39625FCE-3675-F925-5C27-9E5B6E4A2266}"/>
              </a:ext>
            </a:extLst>
          </p:cNvPr>
          <p:cNvSpPr/>
          <p:nvPr/>
        </p:nvSpPr>
        <p:spPr>
          <a:xfrm>
            <a:off x="6212611" y="523811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5DEC0373-E10B-3492-32B6-C021B60B80E2}"/>
              </a:ext>
            </a:extLst>
          </p:cNvPr>
          <p:cNvSpPr/>
          <p:nvPr/>
        </p:nvSpPr>
        <p:spPr>
          <a:xfrm>
            <a:off x="7225817" y="5236652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357B81C9-0508-7325-3D4C-16ACA2AEB253}"/>
              </a:ext>
            </a:extLst>
          </p:cNvPr>
          <p:cNvSpPr/>
          <p:nvPr/>
        </p:nvSpPr>
        <p:spPr>
          <a:xfrm>
            <a:off x="5155685" y="523850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2F7E5C-6B70-15E2-6D2D-78DD3D5E0E45}"/>
              </a:ext>
            </a:extLst>
          </p:cNvPr>
          <p:cNvSpPr txBox="1"/>
          <p:nvPr/>
        </p:nvSpPr>
        <p:spPr>
          <a:xfrm>
            <a:off x="5337636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FDDE3-F765-68AE-A1BF-5B28EBB07237}"/>
              </a:ext>
            </a:extLst>
          </p:cNvPr>
          <p:cNvSpPr txBox="1"/>
          <p:nvPr/>
        </p:nvSpPr>
        <p:spPr>
          <a:xfrm>
            <a:off x="3079598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D83055-E3C2-5D80-12B3-B10FB1913CF5}"/>
              </a:ext>
            </a:extLst>
          </p:cNvPr>
          <p:cNvSpPr txBox="1"/>
          <p:nvPr/>
        </p:nvSpPr>
        <p:spPr>
          <a:xfrm>
            <a:off x="4147492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DA53DB-0E36-5647-76B4-ACE19C3B7BA9}"/>
              </a:ext>
            </a:extLst>
          </p:cNvPr>
          <p:cNvSpPr txBox="1"/>
          <p:nvPr/>
        </p:nvSpPr>
        <p:spPr>
          <a:xfrm>
            <a:off x="6384963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7C9B08-7899-6DBD-753E-3B03AE504344}"/>
              </a:ext>
            </a:extLst>
          </p:cNvPr>
          <p:cNvSpPr txBox="1"/>
          <p:nvPr/>
        </p:nvSpPr>
        <p:spPr>
          <a:xfrm>
            <a:off x="7398169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0FC848-C84F-7EBB-1171-6BDA4B2C189F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86277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B94B4-61A3-B60C-A3E6-30FFCE610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606B82-623F-BB76-32C7-86863F4E1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35FF298-628A-ECFC-2631-08A8C163CDA1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E2696F8E-1541-6B0F-DDA4-E19DA798D59C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376E88-ECB3-806B-7BC8-B71B05257BD8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FD4B892-7E67-A608-4346-87811082A266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4A06E989-8DCD-35DC-B8EF-BDA8121C926E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EE997780-B185-A708-51F5-60DA2B791096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64F27982-4A46-30B4-8967-1CA8403A6B59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5552BFFB-7AE9-2431-BB00-1B06A3FF76E0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71CED6-6189-4AA0-F93C-E3B237152298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2B0AF28-FBC3-767B-1BEE-5B382148C8D6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9ECC2431-0227-0E43-E088-F254E2AD9613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28CBCF2-6B9A-3508-B130-65E6DA157E85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EB632382-42FF-58A0-0A6C-401E0F9EB8FB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FD8185-3508-25DC-7599-F0C0EA3E3D37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FE544A9-D23C-1838-56EA-EE26EE419F6F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99A8C038-9F45-7C80-0223-BA6BD795834B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EBFDE523-9994-BC8D-DFC1-E2FBE47A5998}"/>
              </a:ext>
            </a:extLst>
          </p:cNvPr>
          <p:cNvSpPr/>
          <p:nvPr/>
        </p:nvSpPr>
        <p:spPr>
          <a:xfrm>
            <a:off x="1850941" y="5240362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302EEA-51FC-8B73-2690-A75D0F80C773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6C25B7-79EC-0D57-3CBD-CA23119C2E91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566075-FA0D-14A8-BE9F-70D622E9D476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54F173-7C95-ED2A-3A0D-9C64B0F8C2F9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A7C5D0A-6B5F-50BA-6438-8F502C2AD3C8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5C4CAA1-A533-9038-D0D8-1788692A14B9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74A5C88-4F85-A574-9058-48948C8E756E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5A3F1C2-5604-0E15-1EB7-1A730653D0B3}"/>
              </a:ext>
            </a:extLst>
          </p:cNvPr>
          <p:cNvSpPr txBox="1"/>
          <p:nvPr/>
        </p:nvSpPr>
        <p:spPr>
          <a:xfrm>
            <a:off x="2023293" y="59585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B133EFB8-5508-A1F0-DA86-D2E3AD1F5775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1264D34-2598-8424-5BBC-8D53A01E54BE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32AA4C9E-B736-00CA-8BC5-F01C38F63B35}"/>
              </a:ext>
            </a:extLst>
          </p:cNvPr>
          <p:cNvSpPr/>
          <p:nvPr/>
        </p:nvSpPr>
        <p:spPr>
          <a:xfrm>
            <a:off x="10562178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A70AB0F3-35F4-4DDD-F937-87F81C2C4818}"/>
              </a:ext>
            </a:extLst>
          </p:cNvPr>
          <p:cNvSpPr/>
          <p:nvPr/>
        </p:nvSpPr>
        <p:spPr>
          <a:xfrm>
            <a:off x="12412569" y="515869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932F5229-1518-0236-1535-6749FA004D17}"/>
              </a:ext>
            </a:extLst>
          </p:cNvPr>
          <p:cNvSpPr/>
          <p:nvPr/>
        </p:nvSpPr>
        <p:spPr>
          <a:xfrm>
            <a:off x="13374014" y="515869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2E535284-D5DB-9565-FDA2-4C5C7D26067E}"/>
              </a:ext>
            </a:extLst>
          </p:cNvPr>
          <p:cNvSpPr/>
          <p:nvPr/>
        </p:nvSpPr>
        <p:spPr>
          <a:xfrm>
            <a:off x="3975140" y="5245063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D5E84203-E885-7AF1-4E7A-A6E61451AA76}"/>
              </a:ext>
            </a:extLst>
          </p:cNvPr>
          <p:cNvSpPr/>
          <p:nvPr/>
        </p:nvSpPr>
        <p:spPr>
          <a:xfrm>
            <a:off x="2907246" y="5245064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7F32C63D-9B7D-D790-315F-8212D9136C1E}"/>
              </a:ext>
            </a:extLst>
          </p:cNvPr>
          <p:cNvSpPr/>
          <p:nvPr/>
        </p:nvSpPr>
        <p:spPr>
          <a:xfrm>
            <a:off x="6212611" y="523811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73B464A9-E93F-FFF6-BD36-A2BFA968B315}"/>
              </a:ext>
            </a:extLst>
          </p:cNvPr>
          <p:cNvSpPr/>
          <p:nvPr/>
        </p:nvSpPr>
        <p:spPr>
          <a:xfrm>
            <a:off x="7225817" y="5236652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57F7065E-2696-5BD5-9312-69D02F169C06}"/>
              </a:ext>
            </a:extLst>
          </p:cNvPr>
          <p:cNvSpPr/>
          <p:nvPr/>
        </p:nvSpPr>
        <p:spPr>
          <a:xfrm>
            <a:off x="5155685" y="523850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593B7-4B19-18E9-AC2F-8ED797907FAC}"/>
              </a:ext>
            </a:extLst>
          </p:cNvPr>
          <p:cNvSpPr txBox="1"/>
          <p:nvPr/>
        </p:nvSpPr>
        <p:spPr>
          <a:xfrm>
            <a:off x="5337636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DBD7F5-88A3-799B-AD91-01A2152FA451}"/>
              </a:ext>
            </a:extLst>
          </p:cNvPr>
          <p:cNvSpPr txBox="1"/>
          <p:nvPr/>
        </p:nvSpPr>
        <p:spPr>
          <a:xfrm>
            <a:off x="3079598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DD5DE7-E45C-DD5A-CC22-43D3410AB390}"/>
              </a:ext>
            </a:extLst>
          </p:cNvPr>
          <p:cNvSpPr txBox="1"/>
          <p:nvPr/>
        </p:nvSpPr>
        <p:spPr>
          <a:xfrm>
            <a:off x="4147492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8FE578-E1C7-8B59-B686-B08A4815F601}"/>
              </a:ext>
            </a:extLst>
          </p:cNvPr>
          <p:cNvSpPr txBox="1"/>
          <p:nvPr/>
        </p:nvSpPr>
        <p:spPr>
          <a:xfrm>
            <a:off x="6384963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832BCD-AAAA-61A2-0A7B-DEAD8FE7127B}"/>
              </a:ext>
            </a:extLst>
          </p:cNvPr>
          <p:cNvSpPr txBox="1"/>
          <p:nvPr/>
        </p:nvSpPr>
        <p:spPr>
          <a:xfrm>
            <a:off x="7398169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A6D997-3B80-A805-EEE0-1A5BFC6221A4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69120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7B7F0-66BE-7309-5C40-996F070D9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6DF620-AAF4-FAB1-9A15-3963F5C8C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172404A-DF11-6540-A8A0-C451F4FB14DD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C3C86EBC-E8C8-F136-DE91-A7DC5395EF12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D523652-D290-B3C0-A612-EEED64DF8272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38F6514-9D91-F7A8-12B6-742D4AF98089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85C4F689-B792-BD12-7388-898E7F8A8937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DDDDCA90-0233-8597-F380-838E163AAF7E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7C1D0879-7970-1859-5976-E97B35E5A6AE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2EB9258A-0647-6B5B-C696-F818F3BF4C1A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8A92019-F110-32BF-EBF0-1C3BAF8FEE42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1B96C54-9E0B-C67F-AF5B-8D7BBF03C0CF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79411916-5CA1-E9E1-D80A-7B2B6B8E9C5A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26F810-ACDD-34BD-E16A-9C21881FCA5F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4CE8A5C0-1634-8138-C4AA-715469B3B51B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5F6F15-A7BD-67F7-1F7E-F36CB6A4F7EA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3E9D6F3-B97D-1A75-8F01-1787865F9807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7766DDB4-4079-A08D-FE44-FB0B6AFA8F52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84479F86-4E90-D370-678F-77AFE136B099}"/>
              </a:ext>
            </a:extLst>
          </p:cNvPr>
          <p:cNvSpPr/>
          <p:nvPr/>
        </p:nvSpPr>
        <p:spPr>
          <a:xfrm>
            <a:off x="1850941" y="5240362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22D7D4-5715-3612-C392-308665FE03B7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80BF841-D9FF-0C99-4C9F-7A6505680D67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680DE8-65B6-44C8-CF8E-884EE12333A9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9F2FC5-26E3-7DB6-66C0-E94D2F7527E3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B50083-CFE4-5F61-0A75-6375D7BE2B37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2785D09-4DC5-5971-F770-F2CF838EC5F3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6D5B97-20A0-D655-B03F-7167ADF2DA03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2DFE3B7-266A-4B49-2BEB-0CE6512389C8}"/>
              </a:ext>
            </a:extLst>
          </p:cNvPr>
          <p:cNvSpPr txBox="1"/>
          <p:nvPr/>
        </p:nvSpPr>
        <p:spPr>
          <a:xfrm>
            <a:off x="2023293" y="59585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EC2B870F-7CAF-E003-180F-052D439F3489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BFC8E4B9-1FB2-EF41-A501-2B2309F8450B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39984011-A1A7-14CE-B3A7-94C18647162D}"/>
              </a:ext>
            </a:extLst>
          </p:cNvPr>
          <p:cNvSpPr/>
          <p:nvPr/>
        </p:nvSpPr>
        <p:spPr>
          <a:xfrm>
            <a:off x="12412569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88C8D46C-C487-6221-2584-08F285EC314E}"/>
              </a:ext>
            </a:extLst>
          </p:cNvPr>
          <p:cNvSpPr/>
          <p:nvPr/>
        </p:nvSpPr>
        <p:spPr>
          <a:xfrm>
            <a:off x="12412569" y="515869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20D46D00-32FF-4171-79F1-3F82B3160843}"/>
              </a:ext>
            </a:extLst>
          </p:cNvPr>
          <p:cNvSpPr/>
          <p:nvPr/>
        </p:nvSpPr>
        <p:spPr>
          <a:xfrm>
            <a:off x="13374014" y="515869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19C91505-761C-D25B-6782-9E323610D6AA}"/>
              </a:ext>
            </a:extLst>
          </p:cNvPr>
          <p:cNvSpPr/>
          <p:nvPr/>
        </p:nvSpPr>
        <p:spPr>
          <a:xfrm>
            <a:off x="3975140" y="5245063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EC4FD215-B427-D2B9-AB20-7ABD9A435C5E}"/>
              </a:ext>
            </a:extLst>
          </p:cNvPr>
          <p:cNvSpPr/>
          <p:nvPr/>
        </p:nvSpPr>
        <p:spPr>
          <a:xfrm>
            <a:off x="2907246" y="5245064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0B949562-757B-5AB1-3460-858C193717A2}"/>
              </a:ext>
            </a:extLst>
          </p:cNvPr>
          <p:cNvSpPr/>
          <p:nvPr/>
        </p:nvSpPr>
        <p:spPr>
          <a:xfrm>
            <a:off x="6212611" y="523811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A7C2BE09-DEF6-973A-216C-4456F7C884D4}"/>
              </a:ext>
            </a:extLst>
          </p:cNvPr>
          <p:cNvSpPr/>
          <p:nvPr/>
        </p:nvSpPr>
        <p:spPr>
          <a:xfrm>
            <a:off x="7225817" y="5236652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5255C191-593F-5A63-DC03-E3A7D57C1B95}"/>
              </a:ext>
            </a:extLst>
          </p:cNvPr>
          <p:cNvSpPr/>
          <p:nvPr/>
        </p:nvSpPr>
        <p:spPr>
          <a:xfrm>
            <a:off x="5155685" y="523850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02F4B7-A543-FCBB-9AD8-24437A02BAE5}"/>
              </a:ext>
            </a:extLst>
          </p:cNvPr>
          <p:cNvSpPr txBox="1"/>
          <p:nvPr/>
        </p:nvSpPr>
        <p:spPr>
          <a:xfrm>
            <a:off x="5337636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666151-86D8-B2BA-FD6B-A8E5ECE060B6}"/>
              </a:ext>
            </a:extLst>
          </p:cNvPr>
          <p:cNvSpPr txBox="1"/>
          <p:nvPr/>
        </p:nvSpPr>
        <p:spPr>
          <a:xfrm>
            <a:off x="3079598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832F8D-0C87-6129-005D-72802F17A194}"/>
              </a:ext>
            </a:extLst>
          </p:cNvPr>
          <p:cNvSpPr txBox="1"/>
          <p:nvPr/>
        </p:nvSpPr>
        <p:spPr>
          <a:xfrm>
            <a:off x="4147492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8D03F8-BA6E-DB89-4819-BE27B01D9A08}"/>
              </a:ext>
            </a:extLst>
          </p:cNvPr>
          <p:cNvSpPr txBox="1"/>
          <p:nvPr/>
        </p:nvSpPr>
        <p:spPr>
          <a:xfrm>
            <a:off x="6384963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223DFE-3163-08E8-77BB-E7CD661ECB3C}"/>
              </a:ext>
            </a:extLst>
          </p:cNvPr>
          <p:cNvSpPr txBox="1"/>
          <p:nvPr/>
        </p:nvSpPr>
        <p:spPr>
          <a:xfrm>
            <a:off x="7398169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4A36B4-2F4C-4C35-E1F1-027627D299A8}"/>
              </a:ext>
            </a:extLst>
          </p:cNvPr>
          <p:cNvSpPr/>
          <p:nvPr/>
        </p:nvSpPr>
        <p:spPr>
          <a:xfrm>
            <a:off x="519867" y="7027090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22267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601AA-87B8-6BB8-6FC1-5A20A09D3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8C24EC0-02BE-4414-A76B-342AFAC40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4ADBECF-72FD-478B-80A2-7A6281BF5A0E}"/>
              </a:ext>
            </a:extLst>
          </p:cNvPr>
          <p:cNvSpPr txBox="1">
            <a:spLocks/>
          </p:cNvSpPr>
          <p:nvPr/>
        </p:nvSpPr>
        <p:spPr>
          <a:xfrm>
            <a:off x="1549931" y="2635500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AB8C25CC-14CB-5E62-863F-A0C6FCB0D128}"/>
              </a:ext>
            </a:extLst>
          </p:cNvPr>
          <p:cNvSpPr/>
          <p:nvPr/>
        </p:nvSpPr>
        <p:spPr>
          <a:xfrm>
            <a:off x="4576304" y="2448081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98D43DB-054D-85E1-421A-5FB618E3985F}"/>
              </a:ext>
            </a:extLst>
          </p:cNvPr>
          <p:cNvCxnSpPr>
            <a:cxnSpLocks/>
            <a:stCxn id="19" idx="3"/>
            <a:endCxn id="31" idx="7"/>
          </p:cNvCxnSpPr>
          <p:nvPr/>
        </p:nvCxnSpPr>
        <p:spPr>
          <a:xfrm flipH="1">
            <a:off x="4401305" y="3062639"/>
            <a:ext cx="280441" cy="54145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ADCF46-0128-41A8-B500-86F7D83FCFF2}"/>
              </a:ext>
            </a:extLst>
          </p:cNvPr>
          <p:cNvCxnSpPr>
            <a:cxnSpLocks/>
            <a:stCxn id="19" idx="1"/>
            <a:endCxn id="34" idx="5"/>
          </p:cNvCxnSpPr>
          <p:nvPr/>
        </p:nvCxnSpPr>
        <p:spPr>
          <a:xfrm flipH="1" flipV="1">
            <a:off x="3638259" y="2043919"/>
            <a:ext cx="1043487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9A62D78B-C7A5-8D8A-DC0E-DE6017212BA7}"/>
              </a:ext>
            </a:extLst>
          </p:cNvPr>
          <p:cNvSpPr/>
          <p:nvPr/>
        </p:nvSpPr>
        <p:spPr>
          <a:xfrm>
            <a:off x="2591101" y="3532348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0E17A69F-6F19-77CC-2975-9A3763BD0F5B}"/>
              </a:ext>
            </a:extLst>
          </p:cNvPr>
          <p:cNvSpPr/>
          <p:nvPr/>
        </p:nvSpPr>
        <p:spPr>
          <a:xfrm>
            <a:off x="3786747" y="3498656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3" name="Oval 32" descr="Man with facial hair">
            <a:extLst>
              <a:ext uri="{FF2B5EF4-FFF2-40B4-BE49-F238E27FC236}">
                <a16:creationId xmlns:a16="http://schemas.microsoft.com/office/drawing/2014/main" id="{4130EEA9-E788-F95F-06E7-56C6DBA4885A}"/>
              </a:ext>
            </a:extLst>
          </p:cNvPr>
          <p:cNvSpPr/>
          <p:nvPr/>
        </p:nvSpPr>
        <p:spPr>
          <a:xfrm>
            <a:off x="1761300" y="244808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9B9EC5A8-0823-551E-3CE9-24AA88970D3E}"/>
              </a:ext>
            </a:extLst>
          </p:cNvPr>
          <p:cNvSpPr/>
          <p:nvPr/>
        </p:nvSpPr>
        <p:spPr>
          <a:xfrm>
            <a:off x="3023701" y="1429361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C5BD270-B2C0-D94C-E913-0648323F43A1}"/>
              </a:ext>
            </a:extLst>
          </p:cNvPr>
          <p:cNvCxnSpPr>
            <a:cxnSpLocks/>
            <a:stCxn id="33" idx="7"/>
            <a:endCxn id="34" idx="3"/>
          </p:cNvCxnSpPr>
          <p:nvPr/>
        </p:nvCxnSpPr>
        <p:spPr>
          <a:xfrm flipV="1">
            <a:off x="2375858" y="2043919"/>
            <a:ext cx="753285" cy="509604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04CC85F-6670-FC12-99B2-197CCDEBFC6E}"/>
              </a:ext>
            </a:extLst>
          </p:cNvPr>
          <p:cNvCxnSpPr>
            <a:cxnSpLocks/>
            <a:stCxn id="30" idx="1"/>
            <a:endCxn id="33" idx="5"/>
          </p:cNvCxnSpPr>
          <p:nvPr/>
        </p:nvCxnSpPr>
        <p:spPr>
          <a:xfrm flipH="1" flipV="1">
            <a:off x="2375858" y="3062639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5F1BC7DD-B205-B263-69A9-FC3EE8B0706B}"/>
              </a:ext>
            </a:extLst>
          </p:cNvPr>
          <p:cNvSpPr/>
          <p:nvPr/>
        </p:nvSpPr>
        <p:spPr>
          <a:xfrm>
            <a:off x="977186" y="346118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7CE0C49-960A-A0FD-D509-B66D8CECAC32}"/>
              </a:ext>
            </a:extLst>
          </p:cNvPr>
          <p:cNvCxnSpPr>
            <a:cxnSpLocks/>
            <a:stCxn id="33" idx="3"/>
            <a:endCxn id="38" idx="7"/>
          </p:cNvCxnSpPr>
          <p:nvPr/>
        </p:nvCxnSpPr>
        <p:spPr>
          <a:xfrm flipH="1">
            <a:off x="1591744" y="3062639"/>
            <a:ext cx="274998" cy="50398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E9B5EE8B-A792-C7EA-FA17-53A47C1B98C5}"/>
              </a:ext>
            </a:extLst>
          </p:cNvPr>
          <p:cNvSpPr/>
          <p:nvPr/>
        </p:nvSpPr>
        <p:spPr>
          <a:xfrm>
            <a:off x="5576343" y="349427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30F127-AE44-EA67-83DC-B89E327D9FDD}"/>
              </a:ext>
            </a:extLst>
          </p:cNvPr>
          <p:cNvSpPr txBox="1"/>
          <p:nvPr/>
        </p:nvSpPr>
        <p:spPr>
          <a:xfrm>
            <a:off x="1146210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003E6BA-3BC3-46EB-38CD-015C19D2DE4A}"/>
              </a:ext>
            </a:extLst>
          </p:cNvPr>
          <p:cNvCxnSpPr>
            <a:cxnSpLocks/>
            <a:stCxn id="41" idx="1"/>
            <a:endCxn id="19" idx="5"/>
          </p:cNvCxnSpPr>
          <p:nvPr/>
        </p:nvCxnSpPr>
        <p:spPr>
          <a:xfrm flipH="1" flipV="1">
            <a:off x="5190862" y="3062639"/>
            <a:ext cx="490923" cy="53707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val 53" descr="Man with facial hair">
            <a:extLst>
              <a:ext uri="{FF2B5EF4-FFF2-40B4-BE49-F238E27FC236}">
                <a16:creationId xmlns:a16="http://schemas.microsoft.com/office/drawing/2014/main" id="{EE5FE2F6-2357-A647-EEDD-CFE27367E843}"/>
              </a:ext>
            </a:extLst>
          </p:cNvPr>
          <p:cNvSpPr/>
          <p:nvPr/>
        </p:nvSpPr>
        <p:spPr>
          <a:xfrm>
            <a:off x="800543" y="5245064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5" name="Oval 54" descr="Man with facial hair">
            <a:extLst>
              <a:ext uri="{FF2B5EF4-FFF2-40B4-BE49-F238E27FC236}">
                <a16:creationId xmlns:a16="http://schemas.microsoft.com/office/drawing/2014/main" id="{480DEC41-394F-6D48-7FE4-377C263E9D8A}"/>
              </a:ext>
            </a:extLst>
          </p:cNvPr>
          <p:cNvSpPr/>
          <p:nvPr/>
        </p:nvSpPr>
        <p:spPr>
          <a:xfrm>
            <a:off x="1850941" y="5240362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F90DB0-DF87-A62F-8F8E-3A34E50483DB}"/>
              </a:ext>
            </a:extLst>
          </p:cNvPr>
          <p:cNvSpPr txBox="1"/>
          <p:nvPr/>
        </p:nvSpPr>
        <p:spPr>
          <a:xfrm>
            <a:off x="3196053" y="21124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DD9679-269C-A4D3-088B-057297F42B0D}"/>
              </a:ext>
            </a:extLst>
          </p:cNvPr>
          <p:cNvSpPr txBox="1"/>
          <p:nvPr/>
        </p:nvSpPr>
        <p:spPr>
          <a:xfrm>
            <a:off x="2763453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9AF986-C85B-810B-7524-C42FAE660363}"/>
              </a:ext>
            </a:extLst>
          </p:cNvPr>
          <p:cNvSpPr txBox="1"/>
          <p:nvPr/>
        </p:nvSpPr>
        <p:spPr>
          <a:xfrm>
            <a:off x="1923874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449EEEE-4A2D-2AC3-8F3D-18CC742C9976}"/>
              </a:ext>
            </a:extLst>
          </p:cNvPr>
          <p:cNvSpPr txBox="1"/>
          <p:nvPr/>
        </p:nvSpPr>
        <p:spPr>
          <a:xfrm>
            <a:off x="4746010" y="31116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053C7F-7860-EE82-6D2A-6C4F55912192}"/>
              </a:ext>
            </a:extLst>
          </p:cNvPr>
          <p:cNvSpPr txBox="1"/>
          <p:nvPr/>
        </p:nvSpPr>
        <p:spPr>
          <a:xfrm>
            <a:off x="3959099" y="415567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D7359B-C0C3-9011-8961-4BB0A547D3A5}"/>
              </a:ext>
            </a:extLst>
          </p:cNvPr>
          <p:cNvSpPr txBox="1"/>
          <p:nvPr/>
        </p:nvSpPr>
        <p:spPr>
          <a:xfrm>
            <a:off x="5748695" y="418118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06833C-0E77-6FA3-E25A-52824EF278CC}"/>
              </a:ext>
            </a:extLst>
          </p:cNvPr>
          <p:cNvSpPr txBox="1"/>
          <p:nvPr/>
        </p:nvSpPr>
        <p:spPr>
          <a:xfrm>
            <a:off x="972895" y="596320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6D4C4F-05ED-8BE2-3BCB-735947839CFC}"/>
              </a:ext>
            </a:extLst>
          </p:cNvPr>
          <p:cNvSpPr txBox="1"/>
          <p:nvPr/>
        </p:nvSpPr>
        <p:spPr>
          <a:xfrm>
            <a:off x="2023293" y="59585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BFEBB40D-4A54-A2FA-3F61-42AE14166812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CA7C927E-76AA-E6CD-6089-AF35F1CFDF71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4F6667B7-460D-F947-19C6-05A2252887C5}"/>
              </a:ext>
            </a:extLst>
          </p:cNvPr>
          <p:cNvSpPr/>
          <p:nvPr/>
        </p:nvSpPr>
        <p:spPr>
          <a:xfrm>
            <a:off x="12412569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BCE5A916-1DF5-FB5A-4E13-B1850CB9F493}"/>
              </a:ext>
            </a:extLst>
          </p:cNvPr>
          <p:cNvSpPr/>
          <p:nvPr/>
        </p:nvSpPr>
        <p:spPr>
          <a:xfrm>
            <a:off x="12412569" y="515869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F2983DE6-B6FD-8661-6F04-F5CFD2059ED6}"/>
              </a:ext>
            </a:extLst>
          </p:cNvPr>
          <p:cNvSpPr/>
          <p:nvPr/>
        </p:nvSpPr>
        <p:spPr>
          <a:xfrm>
            <a:off x="13374014" y="5158698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26C30058-4A4A-80A7-F6C7-B6F7FCC2D3D3}"/>
              </a:ext>
            </a:extLst>
          </p:cNvPr>
          <p:cNvSpPr/>
          <p:nvPr/>
        </p:nvSpPr>
        <p:spPr>
          <a:xfrm>
            <a:off x="3975140" y="5245063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FE26794E-C389-6271-00B9-8BC0532C29A9}"/>
              </a:ext>
            </a:extLst>
          </p:cNvPr>
          <p:cNvSpPr/>
          <p:nvPr/>
        </p:nvSpPr>
        <p:spPr>
          <a:xfrm>
            <a:off x="2907246" y="5245064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44F0D427-5A71-221E-69B4-C61CEE4E1F92}"/>
              </a:ext>
            </a:extLst>
          </p:cNvPr>
          <p:cNvSpPr/>
          <p:nvPr/>
        </p:nvSpPr>
        <p:spPr>
          <a:xfrm>
            <a:off x="6212611" y="523811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E4BBC2FB-23FD-8611-E7CD-D43A2ECBE045}"/>
              </a:ext>
            </a:extLst>
          </p:cNvPr>
          <p:cNvSpPr/>
          <p:nvPr/>
        </p:nvSpPr>
        <p:spPr>
          <a:xfrm>
            <a:off x="7225817" y="523665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EC3FB86F-4A4F-DBBC-B699-40B9D545C42E}"/>
              </a:ext>
            </a:extLst>
          </p:cNvPr>
          <p:cNvSpPr/>
          <p:nvPr/>
        </p:nvSpPr>
        <p:spPr>
          <a:xfrm>
            <a:off x="5155685" y="523850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06316-66D2-8A20-D009-DC9372F5C2FD}"/>
              </a:ext>
            </a:extLst>
          </p:cNvPr>
          <p:cNvSpPr txBox="1"/>
          <p:nvPr/>
        </p:nvSpPr>
        <p:spPr>
          <a:xfrm>
            <a:off x="5337636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197DD3-B25C-9B04-F83D-D87951A480A3}"/>
              </a:ext>
            </a:extLst>
          </p:cNvPr>
          <p:cNvSpPr txBox="1"/>
          <p:nvPr/>
        </p:nvSpPr>
        <p:spPr>
          <a:xfrm>
            <a:off x="3079598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C10A20-2A34-1CD3-D17F-B4F8D21AF98B}"/>
              </a:ext>
            </a:extLst>
          </p:cNvPr>
          <p:cNvSpPr txBox="1"/>
          <p:nvPr/>
        </p:nvSpPr>
        <p:spPr>
          <a:xfrm>
            <a:off x="4147492" y="590976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4B4B98-52CF-880A-1FC3-5FA725D5B2E4}"/>
              </a:ext>
            </a:extLst>
          </p:cNvPr>
          <p:cNvSpPr txBox="1"/>
          <p:nvPr/>
        </p:nvSpPr>
        <p:spPr>
          <a:xfrm>
            <a:off x="6384963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C217F5-C67A-5E0B-4BE0-A643CB6087B9}"/>
              </a:ext>
            </a:extLst>
          </p:cNvPr>
          <p:cNvSpPr txBox="1"/>
          <p:nvPr/>
        </p:nvSpPr>
        <p:spPr>
          <a:xfrm>
            <a:off x="7398169" y="590135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6F72B-B270-D257-795F-87F032D011D5}"/>
              </a:ext>
            </a:extLst>
          </p:cNvPr>
          <p:cNvSpPr/>
          <p:nvPr/>
        </p:nvSpPr>
        <p:spPr>
          <a:xfrm>
            <a:off x="519867" y="5059523"/>
            <a:ext cx="7762875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5154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50BE7-0023-3C72-87AF-1CB6F645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187A138-6F96-8712-2D19-F641798D4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E5C7A-4874-16B7-9917-724EAF96F825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9360F295-1FDC-C8CC-5B1F-871BFCFB836D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714E21-B336-9041-9678-2015C187CDE8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A93B107D-F267-CA6A-7D9B-D180C638ED28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EED4BFB4-02ED-A456-B453-15F64E873965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2132DE1B-A911-E97C-8048-F9DAF4051FCA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6EFB6BCF-A3CF-1213-F18F-3DA8E2392594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3C48B7B-8152-6FB4-CD76-74DF605880BF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55A85D-7EB9-055C-9B1B-6BB0EA149060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A3740EBD-EF83-E0CE-797C-11B6EE634752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931289-447D-05EB-B4D2-5BED444FC7B1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7B032B8A-9626-A5AB-F36C-4A11EA6E0ADE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73BAFA-2B19-07DD-DCB9-6EC6976B9E40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D1F7C58-4EE6-A45A-C650-0347D739DCE5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E6B499E6-7E18-5C4B-2E91-8F6CDE0CA8A5}"/>
              </a:ext>
            </a:extLst>
          </p:cNvPr>
          <p:cNvSpPr/>
          <p:nvPr/>
        </p:nvSpPr>
        <p:spPr>
          <a:xfrm>
            <a:off x="3973682" y="7357437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4D019EEA-CE4E-DDD3-5289-70DFF7C0CBA5}"/>
              </a:ext>
            </a:extLst>
          </p:cNvPr>
          <p:cNvSpPr/>
          <p:nvPr/>
        </p:nvSpPr>
        <p:spPr>
          <a:xfrm>
            <a:off x="4754399" y="734227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A982B713-DEB7-B532-C7AA-33D0BE8F71E2}"/>
              </a:ext>
            </a:extLst>
          </p:cNvPr>
          <p:cNvSpPr/>
          <p:nvPr/>
        </p:nvSpPr>
        <p:spPr>
          <a:xfrm>
            <a:off x="6342987" y="7365062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6BE41299-376F-B90A-310F-D6AE07D7357A}"/>
              </a:ext>
            </a:extLst>
          </p:cNvPr>
          <p:cNvSpPr/>
          <p:nvPr/>
        </p:nvSpPr>
        <p:spPr>
          <a:xfrm>
            <a:off x="8767914" y="737518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23DDE727-7CE4-3122-DAA3-DC3683308DB7}"/>
              </a:ext>
            </a:extLst>
          </p:cNvPr>
          <p:cNvSpPr/>
          <p:nvPr/>
        </p:nvSpPr>
        <p:spPr>
          <a:xfrm>
            <a:off x="9547321" y="736506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C57E139D-78AF-374F-7568-6040E5182C20}"/>
              </a:ext>
            </a:extLst>
          </p:cNvPr>
          <p:cNvSpPr/>
          <p:nvPr/>
        </p:nvSpPr>
        <p:spPr>
          <a:xfrm>
            <a:off x="7958733" y="737518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69F6D6B9-3BAC-E566-0C85-B89513422959}"/>
              </a:ext>
            </a:extLst>
          </p:cNvPr>
          <p:cNvSpPr/>
          <p:nvPr/>
        </p:nvSpPr>
        <p:spPr>
          <a:xfrm>
            <a:off x="5535114" y="735743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65249355-FE80-4F46-0514-4A0051674715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069BF0FB-875F-D953-34E5-AA53BD7426B9}"/>
              </a:ext>
            </a:extLst>
          </p:cNvPr>
          <p:cNvSpPr/>
          <p:nvPr/>
        </p:nvSpPr>
        <p:spPr>
          <a:xfrm>
            <a:off x="7150860" y="7357437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3995C02-2056-0519-D4D3-25B4E406F9E9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2E914F1-22D5-922D-C148-57CF7E577A2B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6A122A7-3E89-3B60-EB5A-2F21FCFE9AC3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59156198-8C72-8B5C-B7DD-B6D840019716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9385ABD8-E98C-E8FC-48D4-4D4CCF258249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4B77A38-C521-127E-764E-715138A273C6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A5D8DB2-940C-C711-FAF7-0DD7209BA6D3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15325D5-CFF8-3367-8A44-9E0AC9F6AF0E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EB60E56-9072-5B16-4948-CC7AD0886619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66455E1-49E8-8EF4-C71B-941B3E048691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53654F4F-B90B-C35B-E20D-C282267D9A5D}"/>
              </a:ext>
            </a:extLst>
          </p:cNvPr>
          <p:cNvSpPr/>
          <p:nvPr/>
        </p:nvSpPr>
        <p:spPr>
          <a:xfrm>
            <a:off x="10361393" y="735743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D6FD3D3A-80BF-AC99-02CC-F792CE0DD4E3}"/>
              </a:ext>
            </a:extLst>
          </p:cNvPr>
          <p:cNvSpPr/>
          <p:nvPr/>
        </p:nvSpPr>
        <p:spPr>
          <a:xfrm>
            <a:off x="11175465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27AC9C9-2DBC-85C0-9B08-CBB10D62F7D2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F166F1D-E788-7EEA-8470-4A899F7C373F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B04FA76-6950-0B67-84D9-BC3DD068D9E8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65AA1A2-60A6-2F0F-8F1C-F2840EB83E86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AE0AAAA-6126-383A-77DF-7E22C4ADD872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3ADDC14-AB48-303F-0263-67636EC0F1D9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EDF9BAA-4D7A-8642-FF05-D8A48E8EDD45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76BBF46-7C01-2855-B4C2-5BB272CB67D3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D7B9641-CFBC-1B28-F35B-46BF15C9FC51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912CFEE-A50B-E275-480E-B893A9E8D466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5F3BEE4-33E2-E7F2-957D-6B3C57ED42BA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6E67F3E-3799-63AF-32B4-133EE9976007}"/>
              </a:ext>
            </a:extLst>
          </p:cNvPr>
          <p:cNvSpPr txBox="1"/>
          <p:nvPr/>
        </p:nvSpPr>
        <p:spPr>
          <a:xfrm>
            <a:off x="4153517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1A84C48-21D7-A385-64F1-00F510855F21}"/>
              </a:ext>
            </a:extLst>
          </p:cNvPr>
          <p:cNvSpPr txBox="1"/>
          <p:nvPr/>
        </p:nvSpPr>
        <p:spPr>
          <a:xfrm>
            <a:off x="4944295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D0ED4F7-1C3A-2F72-D256-41EF4117E9DF}"/>
              </a:ext>
            </a:extLst>
          </p:cNvPr>
          <p:cNvSpPr txBox="1"/>
          <p:nvPr/>
        </p:nvSpPr>
        <p:spPr>
          <a:xfrm>
            <a:off x="5707466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ED9EB0D-027F-EE09-20FB-08CE8EE49D22}"/>
              </a:ext>
            </a:extLst>
          </p:cNvPr>
          <p:cNvSpPr txBox="1"/>
          <p:nvPr/>
        </p:nvSpPr>
        <p:spPr>
          <a:xfrm>
            <a:off x="8938958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594F80E-8867-D566-D574-D66D47510D27}"/>
              </a:ext>
            </a:extLst>
          </p:cNvPr>
          <p:cNvSpPr txBox="1"/>
          <p:nvPr/>
        </p:nvSpPr>
        <p:spPr>
          <a:xfrm>
            <a:off x="6515339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3597C2F-BB5E-E8E3-9192-18952B145289}"/>
              </a:ext>
            </a:extLst>
          </p:cNvPr>
          <p:cNvSpPr txBox="1"/>
          <p:nvPr/>
        </p:nvSpPr>
        <p:spPr>
          <a:xfrm>
            <a:off x="9719673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9F0B699-E723-AFCA-368F-3B7CC70FAC9F}"/>
              </a:ext>
            </a:extLst>
          </p:cNvPr>
          <p:cNvSpPr txBox="1"/>
          <p:nvPr/>
        </p:nvSpPr>
        <p:spPr>
          <a:xfrm>
            <a:off x="8131085" y="808506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0607A77-93DB-06FC-A064-ED8B1E6C7695}"/>
              </a:ext>
            </a:extLst>
          </p:cNvPr>
          <p:cNvSpPr txBox="1"/>
          <p:nvPr/>
        </p:nvSpPr>
        <p:spPr>
          <a:xfrm>
            <a:off x="7323212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FD88C59-7BC4-5480-ECE8-4472F90CF5B4}"/>
              </a:ext>
            </a:extLst>
          </p:cNvPr>
          <p:cNvSpPr txBox="1"/>
          <p:nvPr/>
        </p:nvSpPr>
        <p:spPr>
          <a:xfrm>
            <a:off x="10529180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302DEFA-E710-2C83-9600-CD763379D18F}"/>
              </a:ext>
            </a:extLst>
          </p:cNvPr>
          <p:cNvSpPr txBox="1"/>
          <p:nvPr/>
        </p:nvSpPr>
        <p:spPr>
          <a:xfrm>
            <a:off x="11347817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780152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43C78-2E84-E519-62BA-CD0E7EA49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68F6789-05CF-7317-31B0-3EFEBF288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5E5B26-1D39-871A-82CD-AEB68AA39939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444D259B-B190-B866-CE49-06C34D6F0C6C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04F79B-ACD8-4F25-FFCB-390AA6FB8539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60767363-4879-5BEC-E311-D86AD6AE23B0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E8816F5B-5806-FC46-568E-42C7A40670AE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453F02E9-DA9A-661D-980E-A292E502EE17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E24A5887-2B4E-9811-A78A-676A067A57B6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90C109A-B04F-13F0-99A9-51D49CD847E5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57E55F1-3A64-4381-0CF4-3CBC73E1C5A8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93E3C7B9-37D9-C92B-E7BC-D7EBEE317C3B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018131-B11A-4893-15DF-C0D16BF03451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E8ED4C23-F44E-8B28-FEDE-96B01A14AEB2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BFF1F7-25E7-5441-610F-9F44E2FB9DB3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AB3C3B8-2DC7-3564-BF07-C6EAF4880BEF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247E033A-5A5C-2779-CFC3-6939263560E6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A722DE54-6AB7-CDCB-A8E7-A09482E483EE}"/>
              </a:ext>
            </a:extLst>
          </p:cNvPr>
          <p:cNvSpPr/>
          <p:nvPr/>
        </p:nvSpPr>
        <p:spPr>
          <a:xfrm>
            <a:off x="4754399" y="734227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8E8C37A5-1EF8-FC14-97C3-A9C5C419D36C}"/>
              </a:ext>
            </a:extLst>
          </p:cNvPr>
          <p:cNvSpPr/>
          <p:nvPr/>
        </p:nvSpPr>
        <p:spPr>
          <a:xfrm>
            <a:off x="6342987" y="7365062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5251A5D6-B796-AEFE-E978-B9FAD3212ED0}"/>
              </a:ext>
            </a:extLst>
          </p:cNvPr>
          <p:cNvSpPr/>
          <p:nvPr/>
        </p:nvSpPr>
        <p:spPr>
          <a:xfrm>
            <a:off x="8767914" y="737518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9229DF0B-781D-6AB1-4748-24A0D1E71187}"/>
              </a:ext>
            </a:extLst>
          </p:cNvPr>
          <p:cNvSpPr/>
          <p:nvPr/>
        </p:nvSpPr>
        <p:spPr>
          <a:xfrm>
            <a:off x="9547321" y="736506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5E88965D-BC8D-AC03-0FAE-62F3E6DF50BF}"/>
              </a:ext>
            </a:extLst>
          </p:cNvPr>
          <p:cNvSpPr/>
          <p:nvPr/>
        </p:nvSpPr>
        <p:spPr>
          <a:xfrm>
            <a:off x="7958733" y="737518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CFBFB7DB-4D2A-68E7-4B0B-CB1EE9FF72EE}"/>
              </a:ext>
            </a:extLst>
          </p:cNvPr>
          <p:cNvSpPr/>
          <p:nvPr/>
        </p:nvSpPr>
        <p:spPr>
          <a:xfrm>
            <a:off x="5535114" y="735743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7B70455D-9185-7BE6-04D4-0B3650D2A947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1D58405B-2DAF-39FA-192D-4CC290B5DAC2}"/>
              </a:ext>
            </a:extLst>
          </p:cNvPr>
          <p:cNvSpPr/>
          <p:nvPr/>
        </p:nvSpPr>
        <p:spPr>
          <a:xfrm>
            <a:off x="7150860" y="7357437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EB0A69B-9DA1-93EE-F3E3-1E5D55BB782A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E1AB0E0-CB31-E68D-4BE0-BDFC558F301C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8891D87-A40E-A57A-1269-C7F0427302D3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2DCB5088-E35D-263E-F836-E8FBD00FB81F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7461236C-4DF4-86A6-5790-D119B9AEDE39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F017E82-5157-96CE-A167-E961A318B3F5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BE0742F-4FB3-19C0-3DCA-467D69F945A3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8B00137-B094-CDA6-2523-A55EA8EF9F73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3AE073D-78C5-1693-6E08-B6E61AED97CA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16D5FB3-BFFC-B847-CC42-42AB8FFD14A8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944D3F12-E033-CA24-C653-56CBB77089CC}"/>
              </a:ext>
            </a:extLst>
          </p:cNvPr>
          <p:cNvSpPr/>
          <p:nvPr/>
        </p:nvSpPr>
        <p:spPr>
          <a:xfrm>
            <a:off x="10361393" y="735743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00DA0F81-F364-386B-4F42-7F89ED018FA2}"/>
              </a:ext>
            </a:extLst>
          </p:cNvPr>
          <p:cNvSpPr/>
          <p:nvPr/>
        </p:nvSpPr>
        <p:spPr>
          <a:xfrm>
            <a:off x="11175465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2784736-F1BC-BF63-FB52-9BBD4240E74E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958D6E3-59EA-31D8-AA7E-0E90ABE0C589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62E93A2-D55E-F45F-D31B-063DBAFBA4FE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321444F-930A-F4AF-7D52-19B4B0E3A8AA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7AC9ED5-8099-3D4B-197F-9F46FC3C799E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1481421-E834-8655-F7D8-41CF241AE2D0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2408A34-C780-9B06-A464-0DDECC594D08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5198A4F-85DB-9346-57E7-FBE8A75F47F0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5C356BD-A659-2557-2760-6406B1FEA9CD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20A81E3-ADC9-4951-13DC-B62C7BC9925C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636D0AA-3869-0E49-C696-F331040A67F4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8F1A20D-DA99-3B7D-2F4B-618399B67DA0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25E6AEC-E728-9300-230A-7673C7835513}"/>
              </a:ext>
            </a:extLst>
          </p:cNvPr>
          <p:cNvSpPr txBox="1"/>
          <p:nvPr/>
        </p:nvSpPr>
        <p:spPr>
          <a:xfrm>
            <a:off x="4944295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5F1F26B-2A96-4BB6-AD7F-4D756167EF89}"/>
              </a:ext>
            </a:extLst>
          </p:cNvPr>
          <p:cNvSpPr txBox="1"/>
          <p:nvPr/>
        </p:nvSpPr>
        <p:spPr>
          <a:xfrm>
            <a:off x="5707466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3CC2B8B-ADDD-D997-A7DE-4DF77AB680D2}"/>
              </a:ext>
            </a:extLst>
          </p:cNvPr>
          <p:cNvSpPr txBox="1"/>
          <p:nvPr/>
        </p:nvSpPr>
        <p:spPr>
          <a:xfrm>
            <a:off x="8938958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FFB4072-9CA5-B43B-2241-C4D4124B7B3E}"/>
              </a:ext>
            </a:extLst>
          </p:cNvPr>
          <p:cNvSpPr txBox="1"/>
          <p:nvPr/>
        </p:nvSpPr>
        <p:spPr>
          <a:xfrm>
            <a:off x="6515339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CD638A-3958-CEAF-6ED3-FBED993C63B2}"/>
              </a:ext>
            </a:extLst>
          </p:cNvPr>
          <p:cNvSpPr txBox="1"/>
          <p:nvPr/>
        </p:nvSpPr>
        <p:spPr>
          <a:xfrm>
            <a:off x="9719673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FE7E1B0-3F57-95E0-49F1-356696980BD9}"/>
              </a:ext>
            </a:extLst>
          </p:cNvPr>
          <p:cNvSpPr txBox="1"/>
          <p:nvPr/>
        </p:nvSpPr>
        <p:spPr>
          <a:xfrm>
            <a:off x="8131085" y="808506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5F831EE-CD76-80A9-79E3-881F056481BA}"/>
              </a:ext>
            </a:extLst>
          </p:cNvPr>
          <p:cNvSpPr txBox="1"/>
          <p:nvPr/>
        </p:nvSpPr>
        <p:spPr>
          <a:xfrm>
            <a:off x="7323212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8D2264A-17FF-8FB1-A7F7-21178434B863}"/>
              </a:ext>
            </a:extLst>
          </p:cNvPr>
          <p:cNvSpPr txBox="1"/>
          <p:nvPr/>
        </p:nvSpPr>
        <p:spPr>
          <a:xfrm>
            <a:off x="10529180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B871D48-44DD-9170-487E-11EF95903071}"/>
              </a:ext>
            </a:extLst>
          </p:cNvPr>
          <p:cNvSpPr txBox="1"/>
          <p:nvPr/>
        </p:nvSpPr>
        <p:spPr>
          <a:xfrm>
            <a:off x="11347817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035611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B9F04-24E9-531B-D41D-623DF67B7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EC1C292-35EB-99F6-FD3B-CC7D5CD6C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ECFDBF-159C-25DA-4E78-0CC9335307EB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2DA4A2DD-4FD5-8A42-7188-FC68B546089E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938F6A-61B8-A1CE-0C9A-629DCE1368D5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557B68AE-314B-E74D-91D6-B59F36BC9641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2D955485-EDA9-1349-83DB-C67EF4261442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FBF07ABD-8581-4916-4D3C-F1A3D4105908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E245239B-2E76-5DDC-8CDC-40EAEDF4B027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DCBB09-16D3-E469-FA79-832D6CE4A0D8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4C45B89-D073-0100-3732-4479139035CB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F33F5BC7-C4AD-C105-64A1-7D1F528D7232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0E3B5EF-2ECD-90EF-249F-072527306672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5C8BA400-088E-786D-A09A-319228996ED2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B45480-95B5-228C-94CB-340733C8331C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211D130-8C13-AE54-0D0D-B4EB87C3E04A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21CE2B14-81D2-0E62-C62E-255B23C58D1A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D7C38DBE-D451-346A-98FC-EED3A62D9D7F}"/>
              </a:ext>
            </a:extLst>
          </p:cNvPr>
          <p:cNvSpPr/>
          <p:nvPr/>
        </p:nvSpPr>
        <p:spPr>
          <a:xfrm>
            <a:off x="4754399" y="734227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A10D79E5-4575-692E-9BF7-53D7DDA903F5}"/>
              </a:ext>
            </a:extLst>
          </p:cNvPr>
          <p:cNvSpPr/>
          <p:nvPr/>
        </p:nvSpPr>
        <p:spPr>
          <a:xfrm>
            <a:off x="6342987" y="7365062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1A7A585C-624E-B99A-F5B9-6672A26572B2}"/>
              </a:ext>
            </a:extLst>
          </p:cNvPr>
          <p:cNvSpPr/>
          <p:nvPr/>
        </p:nvSpPr>
        <p:spPr>
          <a:xfrm>
            <a:off x="8767914" y="737518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1CC8B1DD-AE3D-F36A-DC14-A0F25DAC7C11}"/>
              </a:ext>
            </a:extLst>
          </p:cNvPr>
          <p:cNvSpPr/>
          <p:nvPr/>
        </p:nvSpPr>
        <p:spPr>
          <a:xfrm>
            <a:off x="9547321" y="736506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E5DFDBE3-3C74-8B6B-0923-3C8AE5A77562}"/>
              </a:ext>
            </a:extLst>
          </p:cNvPr>
          <p:cNvSpPr/>
          <p:nvPr/>
        </p:nvSpPr>
        <p:spPr>
          <a:xfrm>
            <a:off x="7958733" y="737518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78F4CF8A-BC7E-AE85-29CE-CA0347BB7620}"/>
              </a:ext>
            </a:extLst>
          </p:cNvPr>
          <p:cNvSpPr/>
          <p:nvPr/>
        </p:nvSpPr>
        <p:spPr>
          <a:xfrm>
            <a:off x="5535114" y="735743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7C7C9AAA-E5AC-CE89-EFFB-A33F47B7306D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6B4ECCC1-8B08-9F94-612B-60A3E889C17F}"/>
              </a:ext>
            </a:extLst>
          </p:cNvPr>
          <p:cNvSpPr/>
          <p:nvPr/>
        </p:nvSpPr>
        <p:spPr>
          <a:xfrm>
            <a:off x="7150860" y="7357437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15FA39B-94D4-6714-8327-AB99FCC123A8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BDE023B-27C8-86CD-B581-DEABC91D3232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1B9A2C3-FBD9-83D4-4443-11C4052B2EEE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095FDDB3-C007-8907-840C-E7D22D9BCAA5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99A253E9-FA5C-8865-01AA-D4593F6E89F2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F434B22-14AB-41C5-3F2D-CB502D64455A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8564A22-456A-44A6-E4DF-59EFBEDFFBA1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608290B-02D3-4C87-DDB3-E122A73A8DCC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2EB6844-77AA-A444-A779-1FCA3313A2DA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8E6B7DF-C1B0-0B42-8DE8-512DC91D932D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833045B0-A68F-A4C9-9630-880CE251CFCA}"/>
              </a:ext>
            </a:extLst>
          </p:cNvPr>
          <p:cNvSpPr/>
          <p:nvPr/>
        </p:nvSpPr>
        <p:spPr>
          <a:xfrm>
            <a:off x="10361393" y="735743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E6793168-AE77-BBCB-887F-4A30DF7AB899}"/>
              </a:ext>
            </a:extLst>
          </p:cNvPr>
          <p:cNvSpPr/>
          <p:nvPr/>
        </p:nvSpPr>
        <p:spPr>
          <a:xfrm>
            <a:off x="11175465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361B8E2-B3FB-6030-56B5-6248A9E49366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3D96908-E59C-F645-3458-8B525E4F6E3E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3CB1636-9EC4-BF17-C6C3-B26E8063A357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6201ECE-3FD2-4CE3-EEC1-1A8DF256E810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D2F0A28-AB1B-5BD6-A9E6-4E8708E7040B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A56426D-156C-3747-8028-2F5BAAA6CD15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3CFFD24-4F93-EBB4-4C47-FFD3F41FB568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1E3AF05-3863-4A31-0771-9610C1DCA9D0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211E19F-E294-ECBD-6493-C76AF6E49F98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381DE92-E1EF-5C1B-B124-9AD742166160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04310D8-640A-690D-8650-6051345C3DE6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5E85F3D-3480-DEC9-2123-F1560B1D3FEE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45639B7-C057-5D4E-1DD6-E416A3A6F8AC}"/>
              </a:ext>
            </a:extLst>
          </p:cNvPr>
          <p:cNvSpPr txBox="1"/>
          <p:nvPr/>
        </p:nvSpPr>
        <p:spPr>
          <a:xfrm>
            <a:off x="4944295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0DA272-B0A0-23FF-A74D-63258F95CE88}"/>
              </a:ext>
            </a:extLst>
          </p:cNvPr>
          <p:cNvSpPr txBox="1"/>
          <p:nvPr/>
        </p:nvSpPr>
        <p:spPr>
          <a:xfrm>
            <a:off x="5707466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65CDF22-CA8A-1EC2-025B-396DB2A60192}"/>
              </a:ext>
            </a:extLst>
          </p:cNvPr>
          <p:cNvSpPr txBox="1"/>
          <p:nvPr/>
        </p:nvSpPr>
        <p:spPr>
          <a:xfrm>
            <a:off x="8938958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A8AC8FC-A7BD-DAEB-80E1-A4286259562D}"/>
              </a:ext>
            </a:extLst>
          </p:cNvPr>
          <p:cNvSpPr txBox="1"/>
          <p:nvPr/>
        </p:nvSpPr>
        <p:spPr>
          <a:xfrm>
            <a:off x="6515339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559CEA6-CD8A-0370-7164-CC98AD268A2B}"/>
              </a:ext>
            </a:extLst>
          </p:cNvPr>
          <p:cNvSpPr txBox="1"/>
          <p:nvPr/>
        </p:nvSpPr>
        <p:spPr>
          <a:xfrm>
            <a:off x="9719673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3A9C6EF-CBCC-A0E7-38A9-6970EA3EE417}"/>
              </a:ext>
            </a:extLst>
          </p:cNvPr>
          <p:cNvSpPr txBox="1"/>
          <p:nvPr/>
        </p:nvSpPr>
        <p:spPr>
          <a:xfrm>
            <a:off x="8131085" y="808506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A4194E2-DCDF-97DA-99D4-0A692B5B896F}"/>
              </a:ext>
            </a:extLst>
          </p:cNvPr>
          <p:cNvSpPr txBox="1"/>
          <p:nvPr/>
        </p:nvSpPr>
        <p:spPr>
          <a:xfrm>
            <a:off x="7323212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97A91DF-9692-FB00-2096-E12477826E90}"/>
              </a:ext>
            </a:extLst>
          </p:cNvPr>
          <p:cNvSpPr txBox="1"/>
          <p:nvPr/>
        </p:nvSpPr>
        <p:spPr>
          <a:xfrm>
            <a:off x="10529180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A530D2F-81B5-C9D4-D452-BE5D0D96EF95}"/>
              </a:ext>
            </a:extLst>
          </p:cNvPr>
          <p:cNvSpPr txBox="1"/>
          <p:nvPr/>
        </p:nvSpPr>
        <p:spPr>
          <a:xfrm>
            <a:off x="11347817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ED0BD765-9068-9948-A698-42AEBAD64957}"/>
              </a:ext>
            </a:extLst>
          </p:cNvPr>
          <p:cNvSpPr/>
          <p:nvPr/>
        </p:nvSpPr>
        <p:spPr>
          <a:xfrm>
            <a:off x="4175840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E1953-80C9-1E47-2818-9FE0EA72E7AE}"/>
              </a:ext>
            </a:extLst>
          </p:cNvPr>
          <p:cNvSpPr txBox="1"/>
          <p:nvPr/>
        </p:nvSpPr>
        <p:spPr>
          <a:xfrm>
            <a:off x="3905717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17945082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936616-7F80-04F3-0336-95A5BBDC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EDC7B04-200B-FEE6-A2CA-559D21DFA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2C5309-C395-0909-B9AF-956E03AD63CB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EEE5F185-1D1A-CD18-CDA8-ABDF0A6E8A64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70043C-3648-BF95-138A-3D9E42D3F772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8B3DEB83-AE21-422F-4641-FB57886A31CE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A40BC05E-5131-7136-C0A1-0850D22B14A2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D60B5547-1B4B-0021-B28E-CAC918CE4155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5729CA1A-B292-5DD8-7C13-0C515E4641DB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3A80CFD-95F1-C0F9-5569-A447DF7BF2BC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8AA1D57-6FA4-12E9-9168-918E5CD6622E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3F70610F-EADA-2A79-9D2F-D10B5DFED1AB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D50A2E5-DF6E-FCA1-16C9-966A18A29339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3AD29AB6-EBB1-FBD8-975E-C966837A391C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22D50E-69D4-D324-0AFB-4700AE636689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DF630C6-06F8-2C9A-DCAC-0D3C0C58E7A6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67988A3F-915B-AB1F-C5E4-E113D883A780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4D39E31E-DE6D-8420-8016-91BAFDBCD11D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5FC1F970-646C-61BD-21A1-A71B4C03A6E7}"/>
              </a:ext>
            </a:extLst>
          </p:cNvPr>
          <p:cNvSpPr/>
          <p:nvPr/>
        </p:nvSpPr>
        <p:spPr>
          <a:xfrm>
            <a:off x="6342987" y="7365062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34D7111D-1CA4-C5AF-FBBA-78D7FCC3C90F}"/>
              </a:ext>
            </a:extLst>
          </p:cNvPr>
          <p:cNvSpPr/>
          <p:nvPr/>
        </p:nvSpPr>
        <p:spPr>
          <a:xfrm>
            <a:off x="8767914" y="737518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45A92F70-34F9-28BD-9062-6C92E4BFDCA4}"/>
              </a:ext>
            </a:extLst>
          </p:cNvPr>
          <p:cNvSpPr/>
          <p:nvPr/>
        </p:nvSpPr>
        <p:spPr>
          <a:xfrm>
            <a:off x="9547321" y="736506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7A6E6EE7-5E37-FD0F-05D7-9C5A3C0C130E}"/>
              </a:ext>
            </a:extLst>
          </p:cNvPr>
          <p:cNvSpPr/>
          <p:nvPr/>
        </p:nvSpPr>
        <p:spPr>
          <a:xfrm>
            <a:off x="7958733" y="737518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DC1A753C-868E-525A-201E-8BFD99401BA1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AD0F587D-0C29-70C8-7503-88A7C77093A6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24EEACCB-B67A-DCFC-823F-1815F71B5E54}"/>
              </a:ext>
            </a:extLst>
          </p:cNvPr>
          <p:cNvSpPr/>
          <p:nvPr/>
        </p:nvSpPr>
        <p:spPr>
          <a:xfrm>
            <a:off x="7150860" y="7357437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FFF23CA-9BB2-3518-42C1-FAF025A074C1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B67AAF6-033A-FD1A-5CDC-7023B43F714F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430B9E9-36E8-2D0D-1F99-822BAE45D59B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950518B4-50C8-5940-489C-7911F30D669E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2F26E6AF-6577-D60E-6045-C38283887DDC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8E09805-04A3-3A69-51B2-749A0E2702ED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2FCBBD7-E1A8-BF52-E42C-382EF591292C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6AE7CB1-FA21-0E28-FF70-51087D487EBB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54447A6-7E9A-3DEF-C74C-193C382DE90A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5192789-B73D-9191-2251-558A24337243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5C082E9A-E9E2-8268-3E7D-515B3F8B7C01}"/>
              </a:ext>
            </a:extLst>
          </p:cNvPr>
          <p:cNvSpPr/>
          <p:nvPr/>
        </p:nvSpPr>
        <p:spPr>
          <a:xfrm>
            <a:off x="10361393" y="735743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26556641-85DA-333D-A4AE-50964D517009}"/>
              </a:ext>
            </a:extLst>
          </p:cNvPr>
          <p:cNvSpPr/>
          <p:nvPr/>
        </p:nvSpPr>
        <p:spPr>
          <a:xfrm>
            <a:off x="11175465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DE7515-603B-4EC1-6ABD-E93FCE680054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DFB0E7-B184-D0E0-A486-5E85BFEE6A0F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6413F66-736B-47FC-3B81-0BB33E37CCEF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AE64262-3BED-600E-0585-62C92DD52904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792A9D6-0A3E-979F-6E2C-7E06C30DCFA8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162E79E-A702-6BBF-3DD2-3F8FB9176F8C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6F2BEE3-A3A6-6ACD-BD7A-0557AD76F46F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C1DF59D-DAB2-43DA-14E9-FEF27022F753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72C5A69-3CD7-A396-FC82-88080E78A8B1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05DF41D-F8A6-4E6E-E8DE-0CF8F97B7830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2012B03-D6DE-E576-BF13-488D3817B514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1670482-7BF0-58C4-0E8E-4FD98B318F6A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3EECF30-0F47-7FAF-800A-E6BFFBA5DA82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B9EFF02-F4CD-0F56-87E1-D8990CE14D84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59C4A3F-94A0-E7FF-82A2-AF12542ED9D7}"/>
              </a:ext>
            </a:extLst>
          </p:cNvPr>
          <p:cNvSpPr txBox="1"/>
          <p:nvPr/>
        </p:nvSpPr>
        <p:spPr>
          <a:xfrm>
            <a:off x="8938958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FB2815A-AF24-87CC-8685-15636B5BCE7C}"/>
              </a:ext>
            </a:extLst>
          </p:cNvPr>
          <p:cNvSpPr txBox="1"/>
          <p:nvPr/>
        </p:nvSpPr>
        <p:spPr>
          <a:xfrm>
            <a:off x="6515339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3599599-9DAB-A69A-8D7A-FD712096D0A8}"/>
              </a:ext>
            </a:extLst>
          </p:cNvPr>
          <p:cNvSpPr txBox="1"/>
          <p:nvPr/>
        </p:nvSpPr>
        <p:spPr>
          <a:xfrm>
            <a:off x="9719673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F0460D4-B007-F426-D542-52897812298E}"/>
              </a:ext>
            </a:extLst>
          </p:cNvPr>
          <p:cNvSpPr txBox="1"/>
          <p:nvPr/>
        </p:nvSpPr>
        <p:spPr>
          <a:xfrm>
            <a:off x="8131085" y="808506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DBC9736-8EC5-F653-91AF-6A430DBC6BE4}"/>
              </a:ext>
            </a:extLst>
          </p:cNvPr>
          <p:cNvSpPr txBox="1"/>
          <p:nvPr/>
        </p:nvSpPr>
        <p:spPr>
          <a:xfrm>
            <a:off x="7323212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8574BF2-01CE-A118-F918-25104E361847}"/>
              </a:ext>
            </a:extLst>
          </p:cNvPr>
          <p:cNvSpPr txBox="1"/>
          <p:nvPr/>
        </p:nvSpPr>
        <p:spPr>
          <a:xfrm>
            <a:off x="10529180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DD6725F-8790-B975-D987-BF425D82FB24}"/>
              </a:ext>
            </a:extLst>
          </p:cNvPr>
          <p:cNvSpPr txBox="1"/>
          <p:nvPr/>
        </p:nvSpPr>
        <p:spPr>
          <a:xfrm>
            <a:off x="11347817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F3E7CDD-B34B-5272-1E68-7CD9879F8D10}"/>
              </a:ext>
            </a:extLst>
          </p:cNvPr>
          <p:cNvSpPr/>
          <p:nvPr/>
        </p:nvSpPr>
        <p:spPr>
          <a:xfrm>
            <a:off x="4175840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C650E9-8453-140F-764B-480D07E07F74}"/>
              </a:ext>
            </a:extLst>
          </p:cNvPr>
          <p:cNvSpPr txBox="1"/>
          <p:nvPr/>
        </p:nvSpPr>
        <p:spPr>
          <a:xfrm>
            <a:off x="3905717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223246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5DE29-7DD1-9768-4346-2F0B344F9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9FE89B0-A0FC-28BC-A54D-2864B7387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6A785-D24D-0B5F-E7AA-1D9619AD8C46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3CE13F24-54B5-61FD-AF42-9488DBFA20A7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F41E72-0B53-0C10-9BCB-06462DC8F65A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94D5E3D1-7BE0-0611-E0CB-70168290C063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4593C621-9F7F-66D0-790A-252CBE176AB6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97513521-DA5E-8832-8B98-783106904469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D3107DC2-2CCB-1C16-7281-D3DE0A781157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5BEB90-B035-653D-F230-3CBC15825434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9A573A2-E0D1-3F73-1266-FFD3E79F2B35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D00EAFB0-35BC-6D97-72C1-51DFBA04F1CA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F6AC4FC-84CA-D5A2-35CF-12C8AFB9E789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FC9BA024-EC4F-1E4E-9973-D1F27C4077DE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27DF63-40EC-2DFE-1E3A-63A5EAE30DD6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FAA440C-0560-3EEB-52F3-9A3B50827ED3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5AC63400-C959-F8CD-8686-E97CF26171BF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C2CCD571-8216-0F65-29A6-23B5CAB8B4A1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154C3DBF-3304-2C61-C139-73BC3D6E1647}"/>
              </a:ext>
            </a:extLst>
          </p:cNvPr>
          <p:cNvSpPr/>
          <p:nvPr/>
        </p:nvSpPr>
        <p:spPr>
          <a:xfrm>
            <a:off x="6342987" y="7365062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9ECDA552-78F9-E4DA-223E-707262767B23}"/>
              </a:ext>
            </a:extLst>
          </p:cNvPr>
          <p:cNvSpPr/>
          <p:nvPr/>
        </p:nvSpPr>
        <p:spPr>
          <a:xfrm>
            <a:off x="8767914" y="737518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01E1ADDF-27C1-0373-84A1-D8A9B3375BE3}"/>
              </a:ext>
            </a:extLst>
          </p:cNvPr>
          <p:cNvSpPr/>
          <p:nvPr/>
        </p:nvSpPr>
        <p:spPr>
          <a:xfrm>
            <a:off x="9547321" y="736506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064D776F-DF8C-2362-89B8-8F5A5D789369}"/>
              </a:ext>
            </a:extLst>
          </p:cNvPr>
          <p:cNvSpPr/>
          <p:nvPr/>
        </p:nvSpPr>
        <p:spPr>
          <a:xfrm>
            <a:off x="7958733" y="737518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ED674249-953C-21FD-6FF6-91F1573F42F8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ED423277-AA2F-D7D6-0C40-9CB5B9B36D6E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AE9CFFA9-782B-1C9E-C1F6-6933B2EB1906}"/>
              </a:ext>
            </a:extLst>
          </p:cNvPr>
          <p:cNvSpPr/>
          <p:nvPr/>
        </p:nvSpPr>
        <p:spPr>
          <a:xfrm>
            <a:off x="7150860" y="7357437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3C9BFBD-E487-B7DB-A3E1-E6F636671A50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A22F65E-7164-7263-06F5-08A1D7884764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CFA2295-DCC9-C5D7-734C-88F63702E803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F35861EE-44BB-8EF6-CCCD-B3540F59BEEE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03E3B2E8-CEFB-FA9B-BC40-BBC08E643FB1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651538A-4C09-4E06-3ADF-194226F966D9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742D26B-8EE0-275F-990B-81E37B03A99C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42B97E2-9B3A-0234-AA5A-DA3E77DF597E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ACAFD0D-8E7C-47AC-FD35-5D9218414A38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E8EA9AC-8EA6-BA1F-D9E9-7DED46FBA36C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2A34A20D-365A-495A-A625-0E8FFC4DF408}"/>
              </a:ext>
            </a:extLst>
          </p:cNvPr>
          <p:cNvSpPr/>
          <p:nvPr/>
        </p:nvSpPr>
        <p:spPr>
          <a:xfrm>
            <a:off x="10361393" y="735743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5B125CCC-B6F1-D5A9-F78F-619F3B60D715}"/>
              </a:ext>
            </a:extLst>
          </p:cNvPr>
          <p:cNvSpPr/>
          <p:nvPr/>
        </p:nvSpPr>
        <p:spPr>
          <a:xfrm>
            <a:off x="11175465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E497956-BEA9-21F2-98EA-FE7D9065401C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5709658-2D2F-6AFB-1F5E-837A59BDD52B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11008C0-2AF1-9EA5-5772-2DD4E891D22C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B942209-531F-803C-3E18-FD33AFAEC2B8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F7AC9C5-DD18-06B4-E2BA-102577AC5069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CC38814-BBAA-83A6-C965-CA44EFFB1955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3E2601D-6904-A848-13D9-059EEFFCC254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7C0811A-5AE7-1741-B057-1EBB87B80A13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7BD845F-3A9C-89B9-34E2-16702B5E7193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EDAFCD3-F67A-1E36-E42F-2C6A80437B82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FF1B14-0AC1-55E7-6375-3FC711E9A26B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3B4B3AE-5588-E663-893E-50E8AD4826BE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B4E7E8C-73C0-0FF2-0402-89D9F0062607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A8287F4-9F69-261D-21F3-70F6B3ED6187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36308E6-1F4F-B282-3646-173A66755BA2}"/>
              </a:ext>
            </a:extLst>
          </p:cNvPr>
          <p:cNvSpPr txBox="1"/>
          <p:nvPr/>
        </p:nvSpPr>
        <p:spPr>
          <a:xfrm>
            <a:off x="8938958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91E3CE-D2E1-1836-8A29-179AF5C0D8E1}"/>
              </a:ext>
            </a:extLst>
          </p:cNvPr>
          <p:cNvSpPr txBox="1"/>
          <p:nvPr/>
        </p:nvSpPr>
        <p:spPr>
          <a:xfrm>
            <a:off x="6515339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4B05B82-F8D9-9F67-E298-6CBB7797D412}"/>
              </a:ext>
            </a:extLst>
          </p:cNvPr>
          <p:cNvSpPr txBox="1"/>
          <p:nvPr/>
        </p:nvSpPr>
        <p:spPr>
          <a:xfrm>
            <a:off x="9719673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C6D51E9-6C7F-80B2-33AE-FA9609478B3B}"/>
              </a:ext>
            </a:extLst>
          </p:cNvPr>
          <p:cNvSpPr txBox="1"/>
          <p:nvPr/>
        </p:nvSpPr>
        <p:spPr>
          <a:xfrm>
            <a:off x="8131085" y="808506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BFDD047-1F82-10C0-EE3A-16C94B0528CB}"/>
              </a:ext>
            </a:extLst>
          </p:cNvPr>
          <p:cNvSpPr txBox="1"/>
          <p:nvPr/>
        </p:nvSpPr>
        <p:spPr>
          <a:xfrm>
            <a:off x="7323212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0022B02-C5EE-2452-05C9-B43FA50B01E3}"/>
              </a:ext>
            </a:extLst>
          </p:cNvPr>
          <p:cNvSpPr txBox="1"/>
          <p:nvPr/>
        </p:nvSpPr>
        <p:spPr>
          <a:xfrm>
            <a:off x="10529180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8E28B8-58A0-5EF3-79DE-B64AB0A3DD57}"/>
              </a:ext>
            </a:extLst>
          </p:cNvPr>
          <p:cNvSpPr txBox="1"/>
          <p:nvPr/>
        </p:nvSpPr>
        <p:spPr>
          <a:xfrm>
            <a:off x="11347817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26883053-9261-709B-E2E0-A413495C5E6A}"/>
              </a:ext>
            </a:extLst>
          </p:cNvPr>
          <p:cNvSpPr/>
          <p:nvPr/>
        </p:nvSpPr>
        <p:spPr>
          <a:xfrm>
            <a:off x="4175840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A2AFB9-0DD3-59A4-0D5B-1938EE7AB4F2}"/>
              </a:ext>
            </a:extLst>
          </p:cNvPr>
          <p:cNvSpPr txBox="1"/>
          <p:nvPr/>
        </p:nvSpPr>
        <p:spPr>
          <a:xfrm>
            <a:off x="3905717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8800695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0B8B1E-BA63-0623-B4A4-370465A02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15440F-E830-723E-7A84-CF604C61A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8C270-B52E-D36A-F403-02E617C72F38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9B062AF9-F281-D87B-0CA8-D8F7118EB70D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E6DB38-91A1-445E-58A1-4809DF5814D8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C1E3913B-E402-2F2E-793D-F1AD5BC9AB1A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950463A6-442A-AAD2-0C7A-574591C858B0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CD69D0A3-CD3E-7DAA-6CE7-28F5D464A100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7BFAAFD1-7903-F25B-7252-72F6C3D4550E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C6BDB6-D7E5-B04B-B84D-32FD1169485B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0918277-A8DE-CAC6-6A9A-BB53FBA230E3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3052A710-855C-D005-11CD-578A84A04564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BAB662B-69A3-D4B8-2E13-BA6D0F25A8B8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050DC3D7-1151-0C27-E674-372018EE90AE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61B2E8-E8ED-FCAB-2B1C-4391EBF4048D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953824F-79C8-B1A9-619B-C5427CD1F3A6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289C0664-A837-3F85-A6C6-AEC7CCA9D0F7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4C68AD3F-698A-606A-44EB-62A4D27B9335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092A61A4-AD6C-FE1A-3C6D-6555EC4F5CC5}"/>
              </a:ext>
            </a:extLst>
          </p:cNvPr>
          <p:cNvSpPr/>
          <p:nvPr/>
        </p:nvSpPr>
        <p:spPr>
          <a:xfrm>
            <a:off x="6342987" y="7365062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93D90EA3-9EE4-A30E-ABAB-4575C5B1CC87}"/>
              </a:ext>
            </a:extLst>
          </p:cNvPr>
          <p:cNvSpPr/>
          <p:nvPr/>
        </p:nvSpPr>
        <p:spPr>
          <a:xfrm>
            <a:off x="8767914" y="737518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738306BE-5C0E-36FA-CEEF-4D77A8205CDA}"/>
              </a:ext>
            </a:extLst>
          </p:cNvPr>
          <p:cNvSpPr/>
          <p:nvPr/>
        </p:nvSpPr>
        <p:spPr>
          <a:xfrm>
            <a:off x="9547321" y="736506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EEB7D8A5-062B-C450-FCD4-6EA8FEF7741A}"/>
              </a:ext>
            </a:extLst>
          </p:cNvPr>
          <p:cNvSpPr/>
          <p:nvPr/>
        </p:nvSpPr>
        <p:spPr>
          <a:xfrm>
            <a:off x="7958733" y="737518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502CA0BE-512E-3D2D-8792-7D80D7EE2E74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1542E7EB-D951-B36E-FE5F-1C603928C376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1E41B195-016F-35BF-BFE3-9D5C875C19F0}"/>
              </a:ext>
            </a:extLst>
          </p:cNvPr>
          <p:cNvSpPr/>
          <p:nvPr/>
        </p:nvSpPr>
        <p:spPr>
          <a:xfrm>
            <a:off x="7150860" y="7357437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7848213-8302-8197-2FFD-74F6C7C1F476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507C852-61ED-3094-E79F-85C93D70741B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0E77139-25EA-1E11-8A9E-2E1A16E7D215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F981BDB3-2F81-EDB5-E6C1-ECEC92476556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82B69C38-DA33-DD08-9CDB-0925B07BB78E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052CC52-5094-9BDA-680E-B36CCD05B8E7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9F7E1F8-3E9D-B742-736E-15264C5D26DD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4A562AF-2C6E-B745-577C-5294DF964CE1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34330F2-15A8-7DF2-FB80-05DFA5ABF300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352D7AC-4CA6-88A2-C84C-6603D67743CF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D0ED16F6-76F3-8D00-B9F8-6AB7D14CE6DF}"/>
              </a:ext>
            </a:extLst>
          </p:cNvPr>
          <p:cNvSpPr/>
          <p:nvPr/>
        </p:nvSpPr>
        <p:spPr>
          <a:xfrm>
            <a:off x="10361393" y="735743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D7C8453C-EFBB-3A4F-7145-5EF89198694E}"/>
              </a:ext>
            </a:extLst>
          </p:cNvPr>
          <p:cNvSpPr/>
          <p:nvPr/>
        </p:nvSpPr>
        <p:spPr>
          <a:xfrm>
            <a:off x="11175465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F7FED90-28D3-9F5B-F851-DACCF0C2D5EA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0F0595-AD03-9F10-6302-A44D44DDB825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C40AF06-14A7-D5C6-4F25-C2A2D7EB9FD7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E9E9C6E-1059-95A7-81DC-EC4239DF3F7A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ECB587A-D7DC-F318-D758-7E1C6E9B0792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5C75FFA-6C73-DAEC-9F5D-CD36692E6825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201355B-52BD-B261-44E7-2090909D976C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EC20108-BE10-23B9-53B3-8508F959A2A9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9CAF015-8E92-260C-355C-A1BB07E2F29B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B96C5E0-4A59-1458-7842-2F30282263BA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8CBDEA6-409D-4B11-5841-F0B99203475A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5BEDCBD-5D66-3D5F-31E2-80223771751B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D40F165-AA91-4B6A-0174-B2D94D867EA4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CEABB63-0374-B8CF-B4CE-9AF3151074A9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E57F262-347F-15EE-A742-142D4A86EC22}"/>
              </a:ext>
            </a:extLst>
          </p:cNvPr>
          <p:cNvSpPr txBox="1"/>
          <p:nvPr/>
        </p:nvSpPr>
        <p:spPr>
          <a:xfrm>
            <a:off x="8938958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CADF18D-4F9B-7C3D-F751-FBD97DD165C0}"/>
              </a:ext>
            </a:extLst>
          </p:cNvPr>
          <p:cNvSpPr txBox="1"/>
          <p:nvPr/>
        </p:nvSpPr>
        <p:spPr>
          <a:xfrm>
            <a:off x="6515339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E5B744C-30AC-026B-766F-C40482499C33}"/>
              </a:ext>
            </a:extLst>
          </p:cNvPr>
          <p:cNvSpPr txBox="1"/>
          <p:nvPr/>
        </p:nvSpPr>
        <p:spPr>
          <a:xfrm>
            <a:off x="9719673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C113F69-5865-92AE-0153-E8A0E6F22521}"/>
              </a:ext>
            </a:extLst>
          </p:cNvPr>
          <p:cNvSpPr txBox="1"/>
          <p:nvPr/>
        </p:nvSpPr>
        <p:spPr>
          <a:xfrm>
            <a:off x="8131085" y="808506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1F24262-D32E-B862-7C09-272B1CE72A5F}"/>
              </a:ext>
            </a:extLst>
          </p:cNvPr>
          <p:cNvSpPr txBox="1"/>
          <p:nvPr/>
        </p:nvSpPr>
        <p:spPr>
          <a:xfrm>
            <a:off x="7323212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965A1DE-B0BE-E22F-C10F-926D10DA44A8}"/>
              </a:ext>
            </a:extLst>
          </p:cNvPr>
          <p:cNvSpPr txBox="1"/>
          <p:nvPr/>
        </p:nvSpPr>
        <p:spPr>
          <a:xfrm>
            <a:off x="10529180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3B50B0C-4387-9573-AB8A-6B71F4360A91}"/>
              </a:ext>
            </a:extLst>
          </p:cNvPr>
          <p:cNvSpPr txBox="1"/>
          <p:nvPr/>
        </p:nvSpPr>
        <p:spPr>
          <a:xfrm>
            <a:off x="11347817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CEB84F92-341D-8C5E-ED76-8C0EEE490CC6}"/>
              </a:ext>
            </a:extLst>
          </p:cNvPr>
          <p:cNvSpPr/>
          <p:nvPr/>
        </p:nvSpPr>
        <p:spPr>
          <a:xfrm>
            <a:off x="4942232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7E553-A551-863A-D442-83ABF15390CF}"/>
              </a:ext>
            </a:extLst>
          </p:cNvPr>
          <p:cNvSpPr txBox="1"/>
          <p:nvPr/>
        </p:nvSpPr>
        <p:spPr>
          <a:xfrm>
            <a:off x="4672109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34582385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FC61D-CA56-F705-6197-42F4A2A6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789833A-2898-1FFE-277D-1FA979EC3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8DBC8B-AC22-1C8C-C3A9-6596A5D8916D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049542F9-010A-B9A0-2076-1D2D5A8F8D77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E37797-14FD-C640-E5E5-931DF95D6112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A774FF94-E6D1-0ECE-6901-03BCE7ACD9E2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EBD2B668-DF90-4CA4-D4E2-3D7323899D04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0EDDCF28-BF64-925E-698E-B83492F9A0F6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8220AC96-A0DA-E8DE-8A90-7D8AC167211D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AA4FA9D-E7D4-FCB6-8928-DD589AD6F08E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FBDC472-4657-CCF7-D9A9-8B47156C1F7E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ED164448-F4E8-4BA1-D4C4-E84137DD50AF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533368D-2ADB-89F2-7BF4-373DC1934EAA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DA2DA50B-E35C-E313-75DD-5D577250BEC5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53BF0E-1850-2C4F-47C6-4A266E6CDA79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4FAF159-81AD-94B3-8204-3483C1095F2E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B2A49151-2E53-8E5F-7A89-03DF001158FA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A9B7023E-7329-9BE8-F655-062A2722CD49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9C01BA2E-FA42-DFF7-6CF3-9EB838E067CD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069D79F8-03F2-9B55-C5AA-274080D59D2D}"/>
              </a:ext>
            </a:extLst>
          </p:cNvPr>
          <p:cNvSpPr/>
          <p:nvPr/>
        </p:nvSpPr>
        <p:spPr>
          <a:xfrm>
            <a:off x="8767914" y="737518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AA0D9A56-D6F4-69D2-563E-3DAFBC02E5E2}"/>
              </a:ext>
            </a:extLst>
          </p:cNvPr>
          <p:cNvSpPr/>
          <p:nvPr/>
        </p:nvSpPr>
        <p:spPr>
          <a:xfrm>
            <a:off x="9547321" y="736506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3863E6CE-0B51-AFB7-0B10-7FEC4F0A0AE1}"/>
              </a:ext>
            </a:extLst>
          </p:cNvPr>
          <p:cNvSpPr/>
          <p:nvPr/>
        </p:nvSpPr>
        <p:spPr>
          <a:xfrm>
            <a:off x="7958733" y="737518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630BF87C-025C-9DDC-3802-4991365B70C9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6056E8A9-D348-35C0-7588-F87303C8CB30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763EB7EB-F2E6-68A8-B5EA-79F1783CB5EF}"/>
              </a:ext>
            </a:extLst>
          </p:cNvPr>
          <p:cNvSpPr/>
          <p:nvPr/>
        </p:nvSpPr>
        <p:spPr>
          <a:xfrm>
            <a:off x="7150860" y="7357437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CD0138A-A407-03FF-A284-936DAC412317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AB08821-FB76-B6F5-B2C3-88FCA17AEA39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2CD200-F3E2-19E1-3FA0-778E44C5BF02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9CB3ED38-61ED-8DE8-F6DC-BE5433531740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9B1E8590-DE42-1DBC-B184-A69306B60DD1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69E1954-1CEE-9811-9249-BB6E03D8FB89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F93FFE4-8786-24D9-6BF1-5C364CC8AAE3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AE67F62-40D8-857C-CA28-C2B49F863990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21AC92C-09A2-EF3C-D7A0-E7EEC35C7D36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3608C42-384A-4A19-461C-16774FA2913F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5DA14F28-0926-96E5-C24A-527783144C25}"/>
              </a:ext>
            </a:extLst>
          </p:cNvPr>
          <p:cNvSpPr/>
          <p:nvPr/>
        </p:nvSpPr>
        <p:spPr>
          <a:xfrm>
            <a:off x="10361393" y="735743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8A243630-14F0-72EB-1E4F-71CD2349B0FB}"/>
              </a:ext>
            </a:extLst>
          </p:cNvPr>
          <p:cNvSpPr/>
          <p:nvPr/>
        </p:nvSpPr>
        <p:spPr>
          <a:xfrm>
            <a:off x="11175465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69498A8-82BA-2D51-AC44-5D5153F7C70C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1DB6C5D-784A-B703-9E83-48D9FFA73B15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E918B17-19AB-7A63-A0D4-3570BAA98D01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8720F79-958F-D24A-33AD-AF29277334FD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46E78A5-CB38-D5F4-C33E-B0EEE360EE44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5EC351D-236C-0B4A-A40C-B421494D9006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2E58F6B-919F-FB79-4D1E-6F47AF7DF11F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8DC4A93-1CF6-89C7-5A60-AC3A061F9DE8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8AB5A44-7ED4-99DC-90B6-F5D58E71E4C9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17CB4E2-7120-FA6F-F041-26C92B7D92BB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462425B-0E05-BC09-5297-139CC1092142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9554F53-B307-6A11-6A0D-6652875173BD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257D9ED-E563-5A59-0AFC-B95B0BE8A3E0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769726F-AACF-461A-BEE7-F2CF1FC4ABFE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72D1CD0-DBE6-01CA-C1FE-3065CB2F65EB}"/>
              </a:ext>
            </a:extLst>
          </p:cNvPr>
          <p:cNvSpPr txBox="1"/>
          <p:nvPr/>
        </p:nvSpPr>
        <p:spPr>
          <a:xfrm>
            <a:off x="8938958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CABB73C-0518-AB6D-0D45-DE54200F7412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3B90E7E-17B6-BB85-09B0-79E129E99C76}"/>
              </a:ext>
            </a:extLst>
          </p:cNvPr>
          <p:cNvSpPr txBox="1"/>
          <p:nvPr/>
        </p:nvSpPr>
        <p:spPr>
          <a:xfrm>
            <a:off x="9719673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FE05546-8F9A-72FE-41FF-0DEC2F917A59}"/>
              </a:ext>
            </a:extLst>
          </p:cNvPr>
          <p:cNvSpPr txBox="1"/>
          <p:nvPr/>
        </p:nvSpPr>
        <p:spPr>
          <a:xfrm>
            <a:off x="8131085" y="808506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B3F122C-3A22-7BF5-F265-18E369ECDED9}"/>
              </a:ext>
            </a:extLst>
          </p:cNvPr>
          <p:cNvSpPr txBox="1"/>
          <p:nvPr/>
        </p:nvSpPr>
        <p:spPr>
          <a:xfrm>
            <a:off x="7323212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EAF7210-8315-3F6D-2658-26DD86FD8657}"/>
              </a:ext>
            </a:extLst>
          </p:cNvPr>
          <p:cNvSpPr txBox="1"/>
          <p:nvPr/>
        </p:nvSpPr>
        <p:spPr>
          <a:xfrm>
            <a:off x="10529180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D9A615A-5EC0-42C1-61C2-FBAAEB15B6DB}"/>
              </a:ext>
            </a:extLst>
          </p:cNvPr>
          <p:cNvSpPr txBox="1"/>
          <p:nvPr/>
        </p:nvSpPr>
        <p:spPr>
          <a:xfrm>
            <a:off x="11347817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D1C3B51B-125A-5518-31A8-D818304584F1}"/>
              </a:ext>
            </a:extLst>
          </p:cNvPr>
          <p:cNvSpPr/>
          <p:nvPr/>
        </p:nvSpPr>
        <p:spPr>
          <a:xfrm>
            <a:off x="4942232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3EFCEE-590B-585F-E8D4-18AB54E4B560}"/>
              </a:ext>
            </a:extLst>
          </p:cNvPr>
          <p:cNvSpPr txBox="1"/>
          <p:nvPr/>
        </p:nvSpPr>
        <p:spPr>
          <a:xfrm>
            <a:off x="4672109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8951648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A4E2E-FC5B-95B3-1143-D5FDDF73A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0A143A7-F60D-D8EE-BD0A-FC01B9D68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6BFAA-87A9-94D0-3B97-8D3FA15CAAF9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326DC3A3-3236-9749-AF1E-72EE08EA1EA5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52A30A-5899-327A-FDB5-C8522F6849D4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6D6EF642-583E-9537-7AE9-58C598DEB34A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CB74EE00-35D5-E8D2-522A-411C3ABA368F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C398742F-053B-4B22-2CD2-A03E8EB082C9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ED70B346-1917-F661-C6CC-A6B915E3CD7A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2EEB452-0F1F-39EA-D933-75EE98D58DD4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05A3A1E-4AF6-5AE3-0FDF-E948BEB062A7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76323354-9C2E-9DFF-0AD1-C3B48039F275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E8FD68E-3F98-64C8-89F7-5E0CFF12465D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2A22B6C7-61AB-0483-EC57-5AB99D22E846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CDDA4C-5818-FE57-2E99-5AE01339A0EB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580E3F6-2965-A62A-FE25-3D96373D4FE7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F5B33C37-7B33-6826-7FFA-469B1DC6D518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BEB078A7-A11C-EE84-A540-76E8F29C3B3C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C6232235-3288-AB11-2618-12162F126DE3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E0198913-50C4-35B5-99CE-4C88ED007DB8}"/>
              </a:ext>
            </a:extLst>
          </p:cNvPr>
          <p:cNvSpPr/>
          <p:nvPr/>
        </p:nvSpPr>
        <p:spPr>
          <a:xfrm>
            <a:off x="8767914" y="737518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0DF6E87B-BC89-AD2C-4140-FE9B5F5B5729}"/>
              </a:ext>
            </a:extLst>
          </p:cNvPr>
          <p:cNvSpPr/>
          <p:nvPr/>
        </p:nvSpPr>
        <p:spPr>
          <a:xfrm>
            <a:off x="9547321" y="736506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6887AC54-F8B9-78EF-F6B1-B14AA247DD88}"/>
              </a:ext>
            </a:extLst>
          </p:cNvPr>
          <p:cNvSpPr/>
          <p:nvPr/>
        </p:nvSpPr>
        <p:spPr>
          <a:xfrm>
            <a:off x="7958733" y="737518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F5157D33-2FEE-9267-3BF0-276D55B4B3CF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A6112F0B-BC5B-0AD5-2844-605D68BF7F87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E3E1FF54-84A8-0511-1369-493BBE8050A6}"/>
              </a:ext>
            </a:extLst>
          </p:cNvPr>
          <p:cNvSpPr/>
          <p:nvPr/>
        </p:nvSpPr>
        <p:spPr>
          <a:xfrm>
            <a:off x="7150860" y="7357437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D8A1B77-D641-10E4-109C-A4A4B49DB3E0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723ECE9-CB57-D085-960F-CBFD2E22F5A9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5E5D6A6-BC9A-5EB6-31AF-527E25D9371A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0556AC67-A4B6-0B47-897D-C358C30AF786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6768936F-D224-5E0E-005F-1A764A5B22AA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7FA0EE1-F8A6-B989-283F-81736570BCC2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115094F-4414-6BCB-9847-7E6FCEF437B2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178742B-FAB2-86B3-FCBE-C724D1F8F64C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582AD8D-D1DA-3DCE-5C4F-B2DF848EDF98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C145675-AD06-5A5D-BEC5-FF94A58FAE4B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12B7BEE1-F3B1-8CF9-6C6B-C369E9FA6F99}"/>
              </a:ext>
            </a:extLst>
          </p:cNvPr>
          <p:cNvSpPr/>
          <p:nvPr/>
        </p:nvSpPr>
        <p:spPr>
          <a:xfrm>
            <a:off x="10361393" y="735743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5264A793-1285-C431-9D03-41CE2FB0A814}"/>
              </a:ext>
            </a:extLst>
          </p:cNvPr>
          <p:cNvSpPr/>
          <p:nvPr/>
        </p:nvSpPr>
        <p:spPr>
          <a:xfrm>
            <a:off x="11175465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B282FB3-1612-AD37-878A-D21E445B1390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1B54197-22C9-A594-7F59-2060C7ADB2A6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4E87300-E8E7-3F95-FB24-F494522B021C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E118C7C-50B3-68BF-1047-294B1525B595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FF7F8C0-CFFC-787A-D545-EEC8520E608E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A237E86-4672-C2EB-F3B4-123061391B1A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0AA7FA3-DD60-1A0E-B038-07CF5AB5A8A1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394264F-5181-563E-699B-9B00D937E7CE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F430503-C3F3-EC5A-8DD1-D1942EC7798E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78D078-2590-2D5C-674E-2278BC02CEEE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2671F58-D36F-0247-637B-03A7F81E6EBF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F4A4B02-3211-6EC5-7AF7-53D1FF015389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EB17772-6951-3B06-D4F7-E3E8A61AD717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787F104-3CC6-DFB3-03A3-D51369B30A88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13F9C98-CB6F-CD26-6CFD-EB8ACABE732B}"/>
              </a:ext>
            </a:extLst>
          </p:cNvPr>
          <p:cNvSpPr txBox="1"/>
          <p:nvPr/>
        </p:nvSpPr>
        <p:spPr>
          <a:xfrm>
            <a:off x="8938958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19A2BAD-2C45-EEA7-7AC2-A65DC75D1D78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1EA2ECD-CB3A-C7C7-EBD3-7E811D18896E}"/>
              </a:ext>
            </a:extLst>
          </p:cNvPr>
          <p:cNvSpPr txBox="1"/>
          <p:nvPr/>
        </p:nvSpPr>
        <p:spPr>
          <a:xfrm>
            <a:off x="9719673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9B31859-5236-E117-4EF7-9741261F3B1E}"/>
              </a:ext>
            </a:extLst>
          </p:cNvPr>
          <p:cNvSpPr txBox="1"/>
          <p:nvPr/>
        </p:nvSpPr>
        <p:spPr>
          <a:xfrm>
            <a:off x="8131085" y="808506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282EE8-0904-D4BA-F623-D43B622E1356}"/>
              </a:ext>
            </a:extLst>
          </p:cNvPr>
          <p:cNvSpPr txBox="1"/>
          <p:nvPr/>
        </p:nvSpPr>
        <p:spPr>
          <a:xfrm>
            <a:off x="7323212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2BACA7B-8259-AECB-6A25-D81A51D28B2B}"/>
              </a:ext>
            </a:extLst>
          </p:cNvPr>
          <p:cNvSpPr txBox="1"/>
          <p:nvPr/>
        </p:nvSpPr>
        <p:spPr>
          <a:xfrm>
            <a:off x="10529180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92E91AB-D360-7E48-A839-97A37E2D51E8}"/>
              </a:ext>
            </a:extLst>
          </p:cNvPr>
          <p:cNvSpPr txBox="1"/>
          <p:nvPr/>
        </p:nvSpPr>
        <p:spPr>
          <a:xfrm>
            <a:off x="11347817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B9EC166-00F1-F3FA-E4AA-A7156D089CA4}"/>
              </a:ext>
            </a:extLst>
          </p:cNvPr>
          <p:cNvSpPr/>
          <p:nvPr/>
        </p:nvSpPr>
        <p:spPr>
          <a:xfrm>
            <a:off x="4942232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E7E62-6353-45D4-037F-E14AABAD28ED}"/>
              </a:ext>
            </a:extLst>
          </p:cNvPr>
          <p:cNvSpPr txBox="1"/>
          <p:nvPr/>
        </p:nvSpPr>
        <p:spPr>
          <a:xfrm>
            <a:off x="4672109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2270572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C1F37-E1AA-E8F4-2DC6-F7E607EA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941649-A5E6-0CB4-6AFC-37C5C41E9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7F087-688C-5FA8-22B7-E616080EDD42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851424F1-ACC1-5447-10AE-29D9DF6517BA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DD7497-763E-F1A9-2E05-FEF4DBD52CF1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E6C9C758-BF97-FDBC-5BEA-ED8488BC95D1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72C80545-F76C-EC9F-B188-62A34ECFB1D1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C3D57C46-4ACA-9A4B-8C3E-128D39059929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B29420ED-4FA5-C7E9-51C4-4ABB2FF513ED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5ED032-4E1E-841B-8E52-B766E78DCB98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A91C842-3F4D-5708-C4F6-2BCFDE86FEB5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4F853A61-8D5C-7A7B-B9F9-C3CEC7B7BE20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C270918-18EC-F188-50AB-2F127544B7EA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89A6DE13-2983-DFFF-14FA-DB3071923A2E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DCE70A-527E-5E60-6AA8-EC2EC9CD5478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D0537A8-CCD5-7101-209B-AE3002F928B3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A661B5DA-0F46-3159-DA59-FC8C663081DC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9DBEE4BE-6DB1-287F-43A5-511F740A719E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A00CEA28-7693-354C-246E-282203AC35BF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745B84CB-FC35-DFA8-57A1-BB7E5AF08F37}"/>
              </a:ext>
            </a:extLst>
          </p:cNvPr>
          <p:cNvSpPr/>
          <p:nvPr/>
        </p:nvSpPr>
        <p:spPr>
          <a:xfrm>
            <a:off x="7958733" y="7375188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DC52B997-7C03-D9A0-B46C-D72798ED19FB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1EDB62BC-4069-CEB4-FD5E-109CF6C1D0CC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BD9E184B-DF87-656F-CFCD-C49C5E947CDD}"/>
              </a:ext>
            </a:extLst>
          </p:cNvPr>
          <p:cNvSpPr/>
          <p:nvPr/>
        </p:nvSpPr>
        <p:spPr>
          <a:xfrm>
            <a:off x="7150860" y="7357437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1BA0A01-5EAE-F274-11DB-6D868ABEABF5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3099291-B027-7E45-6141-4B188F96CDAF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0369106-F27F-C4FC-EB51-F2C05F435707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99F29663-56C6-6F08-37ED-6D9EFE7FA649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AB7EBB72-FBDD-9E38-67D5-161BE4A92699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F832FD3-BB83-520B-08F2-EB38308901F6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FA98EC5-207B-5B23-69C4-AAC64CB71571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A3FD94D-E597-EAA9-DF4E-7E4B3A5FECB7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26CF361-5435-AFDD-373E-5272854F748F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6E6E8EF-30D2-3B94-506B-29CA3192495A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66AD9FCB-0B71-D1A8-DA30-1D06E03E53A6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B396AC9-9D14-8F29-604A-780C9F8A6CD8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DB8A745-D806-BD97-FD4E-754393BC147E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50C0DDD-A0BD-3155-CA0F-1EB0C6C8CBBC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05661A1-6396-EF0D-91AD-3944582024BC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D5C5E38-45D0-2997-205F-672408C1E0AC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FA7A17-1F63-C1C9-4779-7D0A72843BDA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AC5A3FA-4AD9-63E1-A90B-8BC9439C38F3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23DA0CC-2E4C-C847-E294-2EB9D1755F4D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B37C827-D2C5-6FD0-8E1F-34A7F1115B5F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06F8BAD-B134-7FB8-939A-EDECCF8F7449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523278A-3CA3-78E4-2B20-CF6921B1DD08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96D10CA-CA10-AE36-DA0E-8C63B650CC04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DD0AF75-6BE3-F62F-1E4A-4050A9C68451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EC1677D-6844-740E-21A2-7EFF08C93AD2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16A43C7-303D-5791-7DC0-6FF0E5F1389D}"/>
              </a:ext>
            </a:extLst>
          </p:cNvPr>
          <p:cNvSpPr txBox="1"/>
          <p:nvPr/>
        </p:nvSpPr>
        <p:spPr>
          <a:xfrm>
            <a:off x="8131085" y="808506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6B04E33-EBEC-0027-12E4-1E55159B2096}"/>
              </a:ext>
            </a:extLst>
          </p:cNvPr>
          <p:cNvSpPr txBox="1"/>
          <p:nvPr/>
        </p:nvSpPr>
        <p:spPr>
          <a:xfrm>
            <a:off x="7323212" y="809518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D719732-D520-CC35-E3E2-E17FFD26500E}"/>
              </a:ext>
            </a:extLst>
          </p:cNvPr>
          <p:cNvSpPr/>
          <p:nvPr/>
        </p:nvSpPr>
        <p:spPr>
          <a:xfrm>
            <a:off x="5740324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5ECA28-4F72-030E-34B6-68D992A43561}"/>
              </a:ext>
            </a:extLst>
          </p:cNvPr>
          <p:cNvSpPr txBox="1"/>
          <p:nvPr/>
        </p:nvSpPr>
        <p:spPr>
          <a:xfrm>
            <a:off x="5470201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2230AA19-3C89-E935-CB5C-FC7CB317A8A0}"/>
              </a:ext>
            </a:extLst>
          </p:cNvPr>
          <p:cNvSpPr/>
          <p:nvPr/>
        </p:nvSpPr>
        <p:spPr>
          <a:xfrm>
            <a:off x="9677400" y="737518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B315EEB3-23B6-6E4F-0DDA-ACB8C4C2D4BA}"/>
              </a:ext>
            </a:extLst>
          </p:cNvPr>
          <p:cNvSpPr/>
          <p:nvPr/>
        </p:nvSpPr>
        <p:spPr>
          <a:xfrm>
            <a:off x="10456807" y="736506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4" name="Oval 13" descr="Man with facial hair">
            <a:extLst>
              <a:ext uri="{FF2B5EF4-FFF2-40B4-BE49-F238E27FC236}">
                <a16:creationId xmlns:a16="http://schemas.microsoft.com/office/drawing/2014/main" id="{B28FB781-9C32-C619-221B-1EA2716C8A5A}"/>
              </a:ext>
            </a:extLst>
          </p:cNvPr>
          <p:cNvSpPr/>
          <p:nvPr/>
        </p:nvSpPr>
        <p:spPr>
          <a:xfrm>
            <a:off x="8870579" y="735743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5" name="Oval 14" descr="Man with facial hair">
            <a:extLst>
              <a:ext uri="{FF2B5EF4-FFF2-40B4-BE49-F238E27FC236}">
                <a16:creationId xmlns:a16="http://schemas.microsoft.com/office/drawing/2014/main" id="{E1F0DCCC-8F07-645A-8F61-30EA6E0CE45B}"/>
              </a:ext>
            </a:extLst>
          </p:cNvPr>
          <p:cNvSpPr/>
          <p:nvPr/>
        </p:nvSpPr>
        <p:spPr>
          <a:xfrm>
            <a:off x="11349159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3FBCC6-FAE6-ED88-8D93-A5D56DF50317}"/>
              </a:ext>
            </a:extLst>
          </p:cNvPr>
          <p:cNvSpPr txBox="1"/>
          <p:nvPr/>
        </p:nvSpPr>
        <p:spPr>
          <a:xfrm>
            <a:off x="9848444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9D5DD2-9815-614D-93DE-E6F9ABE7A3F9}"/>
              </a:ext>
            </a:extLst>
          </p:cNvPr>
          <p:cNvSpPr txBox="1"/>
          <p:nvPr/>
        </p:nvSpPr>
        <p:spPr>
          <a:xfrm>
            <a:off x="10629159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04909C-B269-8476-F8CA-4927979F2273}"/>
              </a:ext>
            </a:extLst>
          </p:cNvPr>
          <p:cNvSpPr txBox="1"/>
          <p:nvPr/>
        </p:nvSpPr>
        <p:spPr>
          <a:xfrm>
            <a:off x="9038366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1FE465-EFEF-7BAD-4FDE-89D0E9119ABB}"/>
              </a:ext>
            </a:extLst>
          </p:cNvPr>
          <p:cNvSpPr txBox="1"/>
          <p:nvPr/>
        </p:nvSpPr>
        <p:spPr>
          <a:xfrm>
            <a:off x="11521511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142331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F7660-3445-0F9D-DC0C-4007D16F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366F4EE-69AE-B890-D0B6-7C94348DA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40EC4-0BC9-B43D-7681-579E893D7901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2BAD7CFD-5A38-33AC-AEBF-0912F0B8FBCE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0B4DEC-7D38-6086-1AAF-C7848D927588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03F66D98-6E6F-5210-5052-6B326EFD3697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474809C6-BDCD-EF78-8FE8-9166176BCA26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D5D058D6-C945-4E2D-A846-764BB2CC5AFC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3C0BBBC9-9417-1B3E-6195-7FA6B0BD6FC7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43C3FC7-044F-B15E-3840-A2F1A2CC1352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2DD74B-CEBB-1014-1F09-2A4DA0729206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A1EE44EB-EDE9-C91D-872C-377D3998C944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06C1832-C309-F73D-4B9B-DB868D012DF8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3261ADF5-27F6-A369-5658-21A9355E2E3B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EA98C6-5C95-D696-3C7A-62E3CB7957ED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F4321BA-F459-2F9E-0BA6-910242D618DB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F1774229-6C6D-886F-92CD-6E5F11090F29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1FA0FE20-C7BB-DCDF-746A-AA17C1F24220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BE994244-F5FD-D37D-FD6B-31D4739133C3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644E2E85-A94F-98F0-444C-4AF1BC19AEC2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92B083F4-A09C-9F81-4C62-54F4CDE8110F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0AFE7B26-62DE-7696-6708-0EB30ADCF421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BF9EFFCB-C32E-4B0F-4DEC-5193EE02FA77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86D462C-F699-2EA5-D5B3-0ED4AAD19C37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34322B8-15B1-E83C-CB0E-2D64C3B89E91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05DB54E-335F-A171-F848-1735332FB234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18E271A9-E5AF-6D0A-72D0-4EAA247099D4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0756E9DE-D412-C190-03BB-4E8F4DDDE83C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FDC5CBC-6B17-26FB-8200-430FDD845C07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A03D991-A0F7-6AC0-4424-9D5E90C75712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C8425AE-A433-FD26-81CC-35529EFD3DB9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54DFD99-D5ED-C62E-0D6D-B87BDC8A69C9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301B81E-D91D-2B99-8E97-2DA871612734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F718E84F-2F16-3317-FD30-3554084ADD89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C20AF01-F3A8-42BD-4734-21C27C2ED12A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E9B4CBD-3E8D-8879-D799-F0B9F99B00FD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244E286-A3DF-974E-3EBA-114CFEAF8D00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8314C47-F2BD-3404-308F-E21EDE48DB29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9667BC5-57DC-0F27-1E45-D07FDC407B05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5CBAA9A-A6CD-BBE0-2C1A-EE42117BA88B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A4A183D-7397-B88C-A5EB-9F533A37F2D4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F776C35-5C77-5F4F-82CC-BF308656AF59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4458ACF-178D-9F49-F83E-F607229D4B0B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2877A60-CB41-FFE2-53E0-840F75220417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2A257CA-CC61-5C9C-9B07-C226E6B50EFB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BE3080C-4CEB-D93A-491E-9C47276B54BB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BEBF821-B9FD-1B42-D170-2C770ED05C08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8F1CAEF-2998-6612-8259-2E097AEF8657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891768D-7BF3-4A6A-1F52-1995201D5543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6DF8CBE-818C-260F-E17D-BBE0550A2CC7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772AB7F3-E927-4B5D-35C0-F31203DFA63A}"/>
              </a:ext>
            </a:extLst>
          </p:cNvPr>
          <p:cNvSpPr/>
          <p:nvPr/>
        </p:nvSpPr>
        <p:spPr>
          <a:xfrm>
            <a:off x="5740324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71C87C-3766-86D6-9C19-E94955FDEF37}"/>
              </a:ext>
            </a:extLst>
          </p:cNvPr>
          <p:cNvSpPr txBox="1"/>
          <p:nvPr/>
        </p:nvSpPr>
        <p:spPr>
          <a:xfrm>
            <a:off x="5470201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0F86ED98-5BF8-DC1F-0EEC-5A647187CDF4}"/>
              </a:ext>
            </a:extLst>
          </p:cNvPr>
          <p:cNvSpPr/>
          <p:nvPr/>
        </p:nvSpPr>
        <p:spPr>
          <a:xfrm>
            <a:off x="9677400" y="737518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56C33E25-2D83-B60E-3BA3-E21C2B76246A}"/>
              </a:ext>
            </a:extLst>
          </p:cNvPr>
          <p:cNvSpPr/>
          <p:nvPr/>
        </p:nvSpPr>
        <p:spPr>
          <a:xfrm>
            <a:off x="10456807" y="736506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928C72DB-D80F-F5E7-D055-091D11463C1E}"/>
              </a:ext>
            </a:extLst>
          </p:cNvPr>
          <p:cNvSpPr/>
          <p:nvPr/>
        </p:nvSpPr>
        <p:spPr>
          <a:xfrm>
            <a:off x="8870579" y="5483390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C2063110-F5ED-A89F-DE81-4ADDDB97792E}"/>
              </a:ext>
            </a:extLst>
          </p:cNvPr>
          <p:cNvSpPr/>
          <p:nvPr/>
        </p:nvSpPr>
        <p:spPr>
          <a:xfrm>
            <a:off x="11349159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3B6C6F-B261-D19C-B6AD-5F8471CC305E}"/>
              </a:ext>
            </a:extLst>
          </p:cNvPr>
          <p:cNvSpPr txBox="1"/>
          <p:nvPr/>
        </p:nvSpPr>
        <p:spPr>
          <a:xfrm>
            <a:off x="9848444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92B9E-8BCC-B1AF-72D5-48D2A90B526E}"/>
              </a:ext>
            </a:extLst>
          </p:cNvPr>
          <p:cNvSpPr txBox="1"/>
          <p:nvPr/>
        </p:nvSpPr>
        <p:spPr>
          <a:xfrm>
            <a:off x="10629159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C0EC8C-3204-74B2-3936-21B94CDABF16}"/>
              </a:ext>
            </a:extLst>
          </p:cNvPr>
          <p:cNvSpPr txBox="1"/>
          <p:nvPr/>
        </p:nvSpPr>
        <p:spPr>
          <a:xfrm>
            <a:off x="9038366" y="618363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0734AD-396A-862E-F4CA-2811A60CC5E6}"/>
              </a:ext>
            </a:extLst>
          </p:cNvPr>
          <p:cNvSpPr txBox="1"/>
          <p:nvPr/>
        </p:nvSpPr>
        <p:spPr>
          <a:xfrm>
            <a:off x="11521511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1140589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C793D-B439-D60E-D723-846EA69BE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CF835A2-E859-5378-76B8-FB8F3CF61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D82B7-FD20-40BE-C5A2-D57435B37F9F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F387C4F9-DF26-8D08-FF57-85CDF161BB40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8DAECB-3D47-1192-675D-3FC979D16D2D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8822047C-E023-BE06-DDA3-3EB32D482398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509051B5-5F92-DDFD-3E59-4B6BCFE2D863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71F3066C-03B3-9301-F520-A73B6B897A7A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9AC9A291-BB9C-4B82-1E02-7F72D6632D90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FFCE525-9733-5D3C-D3E4-6235327D0D9F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2A6621-596E-C2D3-32AB-B107CDA84A6A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60E2A3E2-1475-E4AF-E1FF-A67FCB96CDD0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823051-8B08-D00E-1F6C-5D62D4EEF9B5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8F11A9F8-49C8-C521-757F-8B3BAD752BDA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F321A3-B8D2-2CD1-517C-BDC3F49B018F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1FC4E6D-ECCE-F719-707D-4CF2162EC4A4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52DCDAAE-24BD-9FB7-FDA6-04256C07ACC3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A075F1F3-3EAC-402D-2AB3-3A77964FA33A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2E0DB9E6-1764-5421-451D-0D4DD76A36C6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C5A0AD90-CF11-E6B1-59E1-66085D176264}"/>
              </a:ext>
            </a:extLst>
          </p:cNvPr>
          <p:cNvSpPr/>
          <p:nvPr/>
        </p:nvSpPr>
        <p:spPr>
          <a:xfrm>
            <a:off x="9677400" y="737518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17F38967-224E-1B3A-8D8A-409DA4999CE5}"/>
              </a:ext>
            </a:extLst>
          </p:cNvPr>
          <p:cNvSpPr/>
          <p:nvPr/>
        </p:nvSpPr>
        <p:spPr>
          <a:xfrm>
            <a:off x="10456807" y="736506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977F6D3F-0E6A-A576-32FF-DC4F77A8DC82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97916072-5DB6-1F28-2AC4-85DCBF849C30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B8FA467A-89E4-F51D-8598-4B23904985D4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157CF3BD-1FB3-8CA8-1D1D-9FFBF1B6A12C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C35544F-4CF2-55CB-F782-A95D151FFB78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167F736-B826-13B0-4C1B-5E2FBFF742F2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09EE428-1D46-3656-C365-D941732DA8D1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B615A275-7F78-6E91-4EC7-A30A0FE3F3F2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6DA75CE1-082A-A2A3-2289-BA52F218D71D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9374C45-C62F-F620-0AF9-1702D695D769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006AB17-F884-EB01-2EAF-4261ABFA54FC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AD3A1AD-1D5A-7A87-C296-4EE46444F8C9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F8F1881-EF4C-AC60-6052-FE4917CED8B1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BBAE67A-CF63-169C-60CD-B86251C526D4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98064A62-E460-45D6-D760-FF11790A84D3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E43B729E-EC22-9F99-BA09-0E89C6EDAD44}"/>
              </a:ext>
            </a:extLst>
          </p:cNvPr>
          <p:cNvSpPr/>
          <p:nvPr/>
        </p:nvSpPr>
        <p:spPr>
          <a:xfrm>
            <a:off x="11349159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C94F226-5757-2D16-B076-016E3E60A1C2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A6979D-C55E-B70D-29C4-A9FA101FBAF2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1309C7C-162F-700F-E303-365606A651BA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41FBC84-A33B-094C-B476-76D77EF5BAF4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60A6622-4567-D8B5-E8D4-2E1F1B3AD5BC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1DE74B1-C5D3-0C61-AB39-C1BEA16BE81C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F305C10-5BF7-396E-1782-6017C2BC6DF9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235EC31-2310-2A28-43BA-13BCA9C09CCD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3FC273F-5C75-7327-6AE0-D5639AAF0B6A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7128414-95EC-9635-8924-A0B3896286D1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F77AF9E-6BAD-94F0-BF37-5491F2F773DD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C2BD364-77E5-CECA-3412-24E3D1AEC067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37B5D1A-40AA-FFB3-B374-081F146F3220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AE4EE0F-02EE-B877-1495-D9D3D52422B7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B69CC2E-B0FF-598D-55F7-378403B1D445}"/>
              </a:ext>
            </a:extLst>
          </p:cNvPr>
          <p:cNvSpPr txBox="1"/>
          <p:nvPr/>
        </p:nvSpPr>
        <p:spPr>
          <a:xfrm>
            <a:off x="9848444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32DD9B0-BA99-5965-887D-7C4826402843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211771F-D183-C65E-7013-D0611C7298C9}"/>
              </a:ext>
            </a:extLst>
          </p:cNvPr>
          <p:cNvSpPr txBox="1"/>
          <p:nvPr/>
        </p:nvSpPr>
        <p:spPr>
          <a:xfrm>
            <a:off x="10629159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778322D-CF4E-0BA5-2592-21AE73AB1A23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CACAB50-A180-7D58-7115-8F26FFE8F47C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7BDF3FC-BED3-50DE-C433-41B9BCBAFD2C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E1E0977-AC96-803F-6539-69325C829D0A}"/>
              </a:ext>
            </a:extLst>
          </p:cNvPr>
          <p:cNvSpPr txBox="1"/>
          <p:nvPr/>
        </p:nvSpPr>
        <p:spPr>
          <a:xfrm>
            <a:off x="11521511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DD135FD-5F87-B219-83F9-27F02A271EBF}"/>
              </a:ext>
            </a:extLst>
          </p:cNvPr>
          <p:cNvSpPr/>
          <p:nvPr/>
        </p:nvSpPr>
        <p:spPr>
          <a:xfrm>
            <a:off x="5740324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A12E89-C92B-1D03-E2D6-DC5E95B5660C}"/>
              </a:ext>
            </a:extLst>
          </p:cNvPr>
          <p:cNvSpPr txBox="1"/>
          <p:nvPr/>
        </p:nvSpPr>
        <p:spPr>
          <a:xfrm>
            <a:off x="5470201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</p:spTree>
    <p:extLst>
      <p:ext uri="{BB962C8B-B14F-4D97-AF65-F5344CB8AC3E}">
        <p14:creationId xmlns:p14="http://schemas.microsoft.com/office/powerpoint/2010/main" val="1562733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940E6-FAEE-BAF3-8FE0-8DC4B6CCC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D5E9EA2-29F0-9129-2F9E-5CE767B19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1D66D-076A-FC8F-86CB-6E2D3902715C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CEB6F3E9-2893-456B-67C3-9AD00EF7BCB2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A46D5C-FC13-AC15-3961-A6674117A9C1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812A024B-1877-A3AC-C607-28AA34E52B00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58EA8581-9123-AC35-38A6-06DCCEEC635B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49E1B896-7DD7-AC60-020F-123C0219B5BD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DC2B1B01-58A2-A35C-34B2-F93335619B1A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C5311EF-828D-610C-FF5B-6676D2745DA1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4B2294-4524-2B03-3740-45E0784BEF82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49812776-2C6A-ABA1-79A8-47E618463D8B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02C903B-EE82-823A-595D-277E21A225A9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1979B412-D839-45DD-EC33-0E6F891EC9F9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FC12AD-1D74-6591-3EE8-7E4A88E4FE58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D5AC79B-9428-C235-B9DC-29832138AFE6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B6834167-75CD-CD4D-1FCD-221F85E2DA9B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FCD1B34C-D6A8-FC1D-72D0-6430343AC203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3BFBC016-71E0-44E3-A0F1-306B7036592E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0EF98F6D-708B-AE21-4B11-F8FBB65DB44F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ACA9C510-E3C4-88A6-F79A-D54906D3B0EA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62A55809-C26C-8F55-EB22-45CA34B17E1B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07AF17B2-8E43-0AE1-A482-1DA6A11E8113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D079BD0-7BEC-5851-C114-095A314B3932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0756D52-91DB-F577-8E6B-52E23F74BD94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A5339FA-9A9C-F688-01F4-D66C8E06F625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93F85A0A-01DF-CA69-A222-7D036C55C093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3E6BDBFF-254F-2253-50C8-9D96B6FC8D04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41C3FBC-F9BE-EDE4-23C9-867DA043B918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AB7C0A7-7C96-8743-5843-0614CB9CE517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9EB2584-A717-B2E6-4E04-5555D66AB71A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6477D45-335A-4282-38EF-8D4055AD44FE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F38B678-0D8B-1859-F5AC-84B46CBA57B2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896BD66-29D2-E13F-648C-2A1A975B6D01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387A079-5345-65F6-75BD-30EEA502AC10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EBEEA43-BE19-A227-913A-B5F79D812674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A653223-C43E-1B89-C52C-F99AE3AF136C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2A342FB-C88A-DEC2-60A1-EFCA67AD5D7D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05A6DAA-96B7-2E47-0326-1C7B12927D36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AD542C7-6D19-927F-5509-6190C6168D49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1492FA-4CA1-19DD-7BDC-D484993E59CC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5361F8B-9B17-6357-D014-D5FC4544898C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719D53A-B2F2-32E7-4864-04341C1BAB38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064397F-D000-3BA4-48C0-CF9B946DF563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57E5BCA-6439-0BF1-62F6-397F7FBC0D15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64CE101-6E9E-0260-C5EF-2933FA6B4AF4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F18D9E9-421D-FFEF-E6A5-E71EE3B8060A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E9B5CFE-1474-C267-B802-A0EC4F4459C9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9AEC8C1-5D4F-16FF-B0AC-D5E68F4157EE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F978322-3595-048B-1A60-562298AFC440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FDEB3CE5-25D3-39A0-6FB6-384AD41E3FA6}"/>
              </a:ext>
            </a:extLst>
          </p:cNvPr>
          <p:cNvSpPr/>
          <p:nvPr/>
        </p:nvSpPr>
        <p:spPr>
          <a:xfrm>
            <a:off x="6510911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9086AF-8DC2-3319-0D39-74F70C755706}"/>
              </a:ext>
            </a:extLst>
          </p:cNvPr>
          <p:cNvSpPr txBox="1"/>
          <p:nvPr/>
        </p:nvSpPr>
        <p:spPr>
          <a:xfrm>
            <a:off x="6240788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28" name="Oval 27" descr="Man with facial hair">
            <a:extLst>
              <a:ext uri="{FF2B5EF4-FFF2-40B4-BE49-F238E27FC236}">
                <a16:creationId xmlns:a16="http://schemas.microsoft.com/office/drawing/2014/main" id="{B8BE9615-BDF5-D6AC-1651-7DFDD8CE85D7}"/>
              </a:ext>
            </a:extLst>
          </p:cNvPr>
          <p:cNvSpPr/>
          <p:nvPr/>
        </p:nvSpPr>
        <p:spPr>
          <a:xfrm>
            <a:off x="9677400" y="737518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9" name="Oval 28" descr="Man with facial hair">
            <a:extLst>
              <a:ext uri="{FF2B5EF4-FFF2-40B4-BE49-F238E27FC236}">
                <a16:creationId xmlns:a16="http://schemas.microsoft.com/office/drawing/2014/main" id="{6B5017E1-3604-0BE2-1BB7-71DD71C7F8F2}"/>
              </a:ext>
            </a:extLst>
          </p:cNvPr>
          <p:cNvSpPr/>
          <p:nvPr/>
        </p:nvSpPr>
        <p:spPr>
          <a:xfrm>
            <a:off x="10456807" y="736506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0" name="Oval 29" descr="Man with facial hair">
            <a:extLst>
              <a:ext uri="{FF2B5EF4-FFF2-40B4-BE49-F238E27FC236}">
                <a16:creationId xmlns:a16="http://schemas.microsoft.com/office/drawing/2014/main" id="{EC7ADBC9-5462-9531-91D0-6E05D6503ACF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1" name="Oval 30" descr="Man with facial hair">
            <a:extLst>
              <a:ext uri="{FF2B5EF4-FFF2-40B4-BE49-F238E27FC236}">
                <a16:creationId xmlns:a16="http://schemas.microsoft.com/office/drawing/2014/main" id="{CD9F9384-88CB-ADEA-11C6-F5166266276F}"/>
              </a:ext>
            </a:extLst>
          </p:cNvPr>
          <p:cNvSpPr/>
          <p:nvPr/>
        </p:nvSpPr>
        <p:spPr>
          <a:xfrm>
            <a:off x="11349159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FF8EFA-8B97-0AE4-58EC-95FEFD232788}"/>
              </a:ext>
            </a:extLst>
          </p:cNvPr>
          <p:cNvSpPr txBox="1"/>
          <p:nvPr/>
        </p:nvSpPr>
        <p:spPr>
          <a:xfrm>
            <a:off x="9848444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32FA6B-E962-6B1F-1FB4-AA90032DEB21}"/>
              </a:ext>
            </a:extLst>
          </p:cNvPr>
          <p:cNvSpPr txBox="1"/>
          <p:nvPr/>
        </p:nvSpPr>
        <p:spPr>
          <a:xfrm>
            <a:off x="10629159" y="807285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FAA287-FB3F-1862-6393-05D7FBEAA560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35BAD2-5F15-5D05-EC0D-219781B37E5C}"/>
              </a:ext>
            </a:extLst>
          </p:cNvPr>
          <p:cNvSpPr txBox="1"/>
          <p:nvPr/>
        </p:nvSpPr>
        <p:spPr>
          <a:xfrm>
            <a:off x="11521511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4112829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3EFDD-4409-D03A-F18F-B5561DD5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327D5A-5BF6-EC03-90AE-EE4F818DD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A3F81-9B72-39E7-151E-1F71C890F2FE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CC46441E-6CF8-DDA4-D39C-DA73819EE728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7D6D78-7455-A167-FA3A-7F9FC050B119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EA0B8DE9-DF49-5917-FE89-B43CB63BC077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2B72EA68-9ADF-38AE-77AD-AC859AAE6788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07B8F074-C692-E4C7-EBC6-27CD13590228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182C49B6-6E7E-3CCD-16DF-AF4248B8F757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D49885D-FE6E-59BE-5D04-5F1091EFEC8A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CF8884D-0043-5747-D86C-8AD11F9C7A15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705BF07F-163F-6086-1C08-C679606CAB27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2F7A462-6A30-0831-2F59-1DCEF6E0D240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88C23A83-3249-D81C-40C0-54089648C548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C1E21D-2249-E9F5-9021-9ED2BFE76057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C431E97-2FD4-4943-DBB0-D781B5B50826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8417A1ED-6195-A394-4875-7CB1197F76BB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76797576-92AE-74CB-02A9-E48B58B12D08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A282971B-91ED-844D-E98C-9EC55BBE915B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BC36D6A1-3F64-602B-E2A5-AD53EA3F8951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7959B5DA-6362-E618-8A23-8B63C532A666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ED51A851-64CF-6869-2F71-EAAD799212D5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3A5407B5-E43E-5372-FE81-768FE08C02B1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94CB4A9-F844-99F0-BD64-E9ADD5E1AAD9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4A2987F-CCE1-36A0-286D-A89E008F76B9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544E19D-CB39-83C7-9D71-C5834CA06D1E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58CC15D6-A99A-BC6E-2BFE-419DD089CD2E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FF7E17D2-BB26-647A-2D63-E8EF0E3BE102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DE2D394-F703-6EAE-D2F9-D9AFA97F05C7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5D5037D-678A-E655-A117-E8697F7003E9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B266028-B0F3-FD70-72F2-1A3776AFEA52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9852B27-B4EA-E1C5-4375-9C95F8F6FF69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325E55D-1CC2-C167-DB82-CE559370CB76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2BF73DB3-FE7D-10E3-E10A-CDDE5A8A1484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070751F-0998-4C05-255C-229E0C67DD7B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37EC149-FBDA-109C-D2FB-717C847189A0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4E8F23F-92C3-778E-099B-7331439FF201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2390140-735A-FF66-93B5-697355BA7ABF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0A30A80-940E-205F-35F2-02AD7E669BB1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99F122B-2922-819B-7788-B88D2E430F04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1C9A182-20D8-5EDC-EA51-A88DB9677FA1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069D589-4CA1-B2BE-D15F-6B545CB18150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960C14-47E6-109A-B07A-4B2B7619A88A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A9B77CB-322E-ADA7-40B3-F3B47617F3E9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B9BD293-3689-7D1C-D1C9-29AC658EE8A7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5C4D801-E2A9-251A-48D7-2BBDF49A982F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1D8A209-EDE2-3706-99A1-ED7C33000016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A896878-1365-7853-78D7-86D45220D17A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0854930-4250-AC96-F5C7-D8DDD04F80CA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E7533B1-0FD1-D497-6793-8732AE014F94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6977B8E4-0335-C257-AA7E-40E54ABFDC6A}"/>
              </a:ext>
            </a:extLst>
          </p:cNvPr>
          <p:cNvSpPr/>
          <p:nvPr/>
        </p:nvSpPr>
        <p:spPr>
          <a:xfrm>
            <a:off x="6510911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F2747-9CD3-FF44-E5DB-E85C4C0F20CE}"/>
              </a:ext>
            </a:extLst>
          </p:cNvPr>
          <p:cNvSpPr txBox="1"/>
          <p:nvPr/>
        </p:nvSpPr>
        <p:spPr>
          <a:xfrm>
            <a:off x="6240788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FC67AF83-1A79-73ED-0633-38EE4848F33A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CF5EEB0F-32E1-7F75-C958-F6DD597DA5E8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3E38BF3D-4717-7976-72BD-04DA53048EE6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EC07FFB4-94C3-96C7-FBF7-E205C4237B0A}"/>
              </a:ext>
            </a:extLst>
          </p:cNvPr>
          <p:cNvSpPr/>
          <p:nvPr/>
        </p:nvSpPr>
        <p:spPr>
          <a:xfrm>
            <a:off x="11349159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94FC41-1C84-2C07-B335-EAE321AB694B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3D8E26-028E-8215-B1C2-82E881A6262D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5E802F-0130-9180-09A4-272F279C6479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1F3451-5D51-0ED2-4E8D-69A9B3E85364}"/>
              </a:ext>
            </a:extLst>
          </p:cNvPr>
          <p:cNvSpPr txBox="1"/>
          <p:nvPr/>
        </p:nvSpPr>
        <p:spPr>
          <a:xfrm>
            <a:off x="11521511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372715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1FD12B-9806-1011-0214-9EFAB8286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AD51D08-D8F9-6F7A-347E-212C1784E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6A523-75EB-5D7C-5E52-8CC1C8F92015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4CF329A6-BEE2-F7E3-1873-286B110D2A4D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3887BE-FEAE-A57F-FDB1-E608B46EF11B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5A08C558-3145-4037-D55E-6C591534AC63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61E516A8-BC14-D6DD-161A-B98D0C7C318A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866F254E-3779-5E10-494A-160886EC5E99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0FFB9A7E-2234-5984-C5DD-3F3D1363FF8C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0990CE5-905E-7E8F-08D9-F8BEE8795871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8BF359-9FF6-2A9A-35FA-40651D7A6C4F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298E467A-4CB3-CE83-0260-2BF69F2C4116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CF7AB7A-8386-BEDB-35E0-9F13B766DE16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8EBEB5EE-C165-78DE-A6E3-482B74286A5D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8A0389-5430-71D6-DA55-56D0FF00D691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97245B0-CD5A-0B31-4434-53BD18D94CB9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0DFDD53E-6D69-7CF4-26E3-FF72A178EAB7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C5DD6696-FE7F-D12D-DCB8-D456571613FB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0F02CE27-1C39-0441-C4DF-5D81F5DA3D4E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F2000623-5A44-1B4F-0E02-D931DCC88155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752AA7C7-0D83-54BE-21AC-8FC59B7C5CC8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62DC2C60-384B-E966-1C17-CA0EF9CD7318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C8220A00-4776-250B-61BD-87C35B4309CC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13AB393-10C2-CE6D-9FCD-8A6BE360AE74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2136132-8E20-5417-F196-68DBDEA36687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29E8FA2-ECEC-4E54-0B7A-CD5BC0E689EB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AE7FCF14-C8DF-E922-50B0-6F358C2DF6F3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05CC5A3B-240C-7891-BB09-F810C2613FBA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2C21A78-8FCA-B0D7-2345-3905E7A52485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4DEA563-4568-90BE-9680-847B737FD592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B6D444F-00E7-18EB-496A-E243EF067FBC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4CB00A4-59EC-FA6B-A8F4-AF282FE7B7D1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B94E404-65D2-7E1F-9801-F5C852176748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66E38BA9-F577-0D85-C87C-FE0C63AEF850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9CDB07F-E180-DEC7-E796-62E3DBD00998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6C15C12-2E5D-6FD7-20EC-EC4EBE8C66F1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A97D650-6876-BB1D-7B98-68F3F9ACADA7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94438B-0FFB-1427-1B58-1366F7A8A15E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09616FD-D1CB-5FCB-9E92-50D7BE873715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9E6F6A6-89F8-75B3-05F4-D8763FEBFBFF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80B6105-8EE2-26D8-EF77-DDE86267C23D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3F2DD06-FDC6-A40D-DE14-FCE878F6786E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D750E72-79E2-182F-1270-A80F56D403A4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62505C8-B122-34F9-E8C1-73897D1EE1AC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9F092AC-BA82-B9D6-113A-979D1445C7EF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0D754B6-AAB1-6C22-87D1-2C3E105FE31C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2E5391B-85F9-43C1-D8EC-DE3CBBCC632F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25C04E5-AB7B-65D4-C0EF-4009B15FF58B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B73B6D0-0E1B-F571-D8D7-01BBE46439D0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25A46D8-937A-789C-5045-6E3F9A5F2BAD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980151C8-374B-41C5-23F3-1CA7461D36AA}"/>
              </a:ext>
            </a:extLst>
          </p:cNvPr>
          <p:cNvSpPr/>
          <p:nvPr/>
        </p:nvSpPr>
        <p:spPr>
          <a:xfrm>
            <a:off x="6542169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8CF05-70BE-91E7-9201-24787C8E3342}"/>
              </a:ext>
            </a:extLst>
          </p:cNvPr>
          <p:cNvSpPr txBox="1"/>
          <p:nvPr/>
        </p:nvSpPr>
        <p:spPr>
          <a:xfrm>
            <a:off x="6272046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B70971C8-6EDA-50C9-1199-FBA0AE02F908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2FE63463-3ADD-A3BC-C2DA-74212F677CEE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4A82F7F8-42EC-8E96-0959-C99AF217CC00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A82C616A-A94F-88C8-EDFB-994044BF80D1}"/>
              </a:ext>
            </a:extLst>
          </p:cNvPr>
          <p:cNvSpPr/>
          <p:nvPr/>
        </p:nvSpPr>
        <p:spPr>
          <a:xfrm>
            <a:off x="11349159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F18789-4C1E-908A-EFDC-6714C77B8617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46E151-09AF-5831-0FC5-DCA0949023BA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BF3434-5971-14FF-F9AD-DB60D04FA0F9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D459B2-58AF-3060-9457-ECF9D1E2A15A}"/>
              </a:ext>
            </a:extLst>
          </p:cNvPr>
          <p:cNvSpPr txBox="1"/>
          <p:nvPr/>
        </p:nvSpPr>
        <p:spPr>
          <a:xfrm>
            <a:off x="11521511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640825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2557D-B783-2705-64D9-36582417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040831D-9F71-69E9-0228-5499D248E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0AF6E-DA19-3DBB-362E-FC7BE6931F8F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7DDEEC2D-8BBB-7601-4423-01C586775546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23F790-0344-C96E-C2DC-C843F656C021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5C115701-7A15-A8A8-2546-4312864C7CA6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C4E54D47-DCD0-D3D4-9916-8FAE3D8FFC9B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74ABDC85-B73F-05F3-6CC9-AA74CF0C70EF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9A6FDC39-5021-04E6-264A-11E46B52BC83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9E383B5-E35F-8B02-B156-84DB25EA6CB4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E59170D-ECEF-DA4F-093F-D390FF043A63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4F69D5F4-21A4-3551-AD72-ED01F281D6E5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7C26295-9387-8B62-23A6-5251858A5364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CA251FCC-6F86-27EA-4A2F-D7010DED3D2F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14D480-52D3-E0EF-EA33-88FC2E9C0EAC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BF5C617-7E15-2398-C5C2-97B8D206F2BA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AA1C10D1-563D-A2C0-8CD2-C03876F0B666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99AD909A-84FB-620F-731D-199916A68C56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565979CF-9C4A-A466-9004-CE54B68D47BC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490BA402-66D4-BAA5-2750-5ADA28DA87F9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3CCEA0C1-5AA4-2DD2-6949-C92B4BFC5BEE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0BFEC36C-7A2F-359F-162F-013499230591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E853A263-583B-0457-F983-25BBCD7F56E4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53EFCB0-BBE3-A98F-3D53-9C372DEC59AA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9E4BBB-6AC8-9DEE-3385-CB15F5DC1AE4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1AAD9A-5B15-E5E2-BC5E-86D4E64CF317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CB727A38-92DF-3C40-82A9-D341D466FA13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838DDA25-2163-F276-595C-15B822A92373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BDB4939-74A0-A0EE-4AE2-AE259BE68EE7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2A3A4D1-75DE-33BF-620A-63C93C15D853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E563A85-7B44-670D-A04F-BAC96A4B2F24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0611A00-DE97-A9BA-2B12-305533A600C5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6A48ADF-7C60-2B70-8BE0-B4B103DE62EC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744D7D3-EDBC-EB9B-99EE-A1B9CB71A8B8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F056A6D-43DC-E1DF-EB5C-0EF1450A6F7B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14DCD20-586C-BB69-1156-3CED2116A438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20001CE-7F7F-A523-C5C0-C163F01AF4AA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966698E-B52D-5F78-EE85-BDABB17AC60C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D96CE47-D157-A5B5-B544-72D32CA7EB7C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BB922F2-7C8A-8F56-D3AA-371B9C64B111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EB9A403-CC26-1265-C45F-2A6F79E5B1F0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2B11D8E-0B75-969E-3313-502D8C29E363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E55F091-A812-A347-3061-CBC32DD4124A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7E76C0A-9E8C-DABF-0634-AE39FC3A74C3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BE022AD-208D-3FD9-C46B-3FE34EAC21B6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0C93C02-91D4-D58C-C708-90617BF84403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519954F-B208-1E5C-CD65-3A141F1F9D9B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A58DFC-E652-C7DD-F2C7-561DE84B46FE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793B0BD-4582-ACFA-353E-61687CAD510D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0277E8A-1835-564A-7753-990DBCD92BB6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EFE42CC8-F543-254A-A007-2E0233ADE046}"/>
              </a:ext>
            </a:extLst>
          </p:cNvPr>
          <p:cNvSpPr/>
          <p:nvPr/>
        </p:nvSpPr>
        <p:spPr>
          <a:xfrm>
            <a:off x="7338507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2E64DC-088B-83ED-C49C-AC653CFBAA4E}"/>
              </a:ext>
            </a:extLst>
          </p:cNvPr>
          <p:cNvSpPr txBox="1"/>
          <p:nvPr/>
        </p:nvSpPr>
        <p:spPr>
          <a:xfrm>
            <a:off x="7068384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2FDF5E5F-AC51-2457-FC71-D8A5A2330467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6E13E7EF-40E2-67DD-CEAE-586D937E0281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82A7C8AB-5B12-BF62-80B0-338F00F91B38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5E77383C-7471-8ECD-A149-903AB3CA58F8}"/>
              </a:ext>
            </a:extLst>
          </p:cNvPr>
          <p:cNvSpPr/>
          <p:nvPr/>
        </p:nvSpPr>
        <p:spPr>
          <a:xfrm>
            <a:off x="11349159" y="7352851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6C28F-1DAD-912E-53BF-8732E741BCCE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B4089-087F-774D-6A85-3803AA5AD40A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F499F8-D2AB-2AA4-E276-5F5207B75925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2DA2DA-97A4-98EE-CB8F-449165095B63}"/>
              </a:ext>
            </a:extLst>
          </p:cNvPr>
          <p:cNvSpPr txBox="1"/>
          <p:nvPr/>
        </p:nvSpPr>
        <p:spPr>
          <a:xfrm>
            <a:off x="11521511" y="80576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41313963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1EF09-19B6-8F9F-BC57-CA1FDBEE3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4F1D2E9-1F5A-DB09-4220-E0E597BC8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AA1DF-7585-15B0-6AC2-1AF8A79804B5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7F67106B-ACF8-7E5B-819C-0652AA8EB11C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4266D3-0B9A-6B85-A813-20A0BBFECE41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9350AC82-2CD2-8857-D732-2F5439E8E539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6FE0AFCE-683D-7546-386B-1F8DE4B76261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CD256A0B-BF82-B76E-56A1-7A485FDD4ACA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D818245B-8C67-72F1-6AE7-9E8FE30EB6C4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8F25537-F77E-D277-BCF5-8EAD01149D2D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780690-A4EB-7B2A-69C6-B12541C784BB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3A8EE803-012D-B252-BDAA-0BDEE4B2732D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66EC377-C82E-1044-0874-B0706D576000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438F69E7-D540-9026-F2FC-AAA39E663C3F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B127A1-B09E-3A83-8CDF-FBB1FCB573FA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887C83E-9224-7D2F-EE1A-9CB0EBCE6D0E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97799F0B-741F-F323-9E3C-3F168AF01DE2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9239AB60-277A-2B90-4953-0F0EAFA51345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30EE6899-8EBD-AD78-FD87-8C8F6E7999A8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FD28712A-35A1-64A2-CBE4-2FEE8C42027D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5A759265-977E-5AE7-91CE-19088B0DDD8D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D4B8E38F-B8F5-2332-8CC7-DA6432E60392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5700B7CF-6286-C624-2A52-57F0070D10F2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C4AB61B-F85B-202D-9240-C8EFB0E88D97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659DF8B-735E-44F1-BC91-52265F67FCCA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6432190-E1D8-D3C0-4C81-F0C4F11D7ADE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9BB29AD8-68E4-C0DB-ECE5-7957E49EF5B6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EFBB4C51-E8D0-388C-B1E2-7BD006E1F69A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F643AC1-5DE0-7578-EE61-166B2C6A8C63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A6AD697-3B80-ECB2-DDD4-8D44A749C62F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1C634D5-C1CB-A1A4-5001-0718965F9AAE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96575FB-E8EE-E13C-B6C0-9E10FD669A21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9C22FEE-CA52-D980-DA74-C0567D3D20B5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3FA872C9-BD9A-CF5D-AE86-CCDF017DDFE2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51F251B-B445-EC6D-D488-93800A4D2F14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5C26D9D-07A5-AF79-D87C-0E4ECD04A955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D7E5485-3B51-1951-423E-E109C0359A86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31A76ED-B33B-18D0-2674-75111CFEC85B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F261B05-44AA-0669-24EF-05B3DF3B7D44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17098F5-6796-4636-239D-BD172D5154D7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D40EB0E-4C64-6230-2718-BDAA923B5809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9434C0C-348E-EC9F-C301-A9CBD6896D33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DD6C986-39B2-3B7A-3D03-C1B680A73F51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515B62C-65F4-03AB-8FD4-771619B2A7DB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D35A0C2-9A6B-E90D-98B0-EFFD470F1E5C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34F1C4D-823F-0BBB-D45A-36CB3C396831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872CEFE-DBBF-904E-3682-2C925431961D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14802C7-8D07-6F22-F958-7D104D03A21E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83AEB2B-9B22-9E7A-FED5-8E709AEF239C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8EBDC5E-E9DC-E862-CFC8-8427369E22C5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3ABE65EA-1D06-517C-79EE-49EE316D7836}"/>
              </a:ext>
            </a:extLst>
          </p:cNvPr>
          <p:cNvSpPr/>
          <p:nvPr/>
        </p:nvSpPr>
        <p:spPr>
          <a:xfrm>
            <a:off x="7338507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C68C01-F677-40B1-792F-E43C9732C454}"/>
              </a:ext>
            </a:extLst>
          </p:cNvPr>
          <p:cNvSpPr txBox="1"/>
          <p:nvPr/>
        </p:nvSpPr>
        <p:spPr>
          <a:xfrm>
            <a:off x="7068384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9A09CE7B-8A43-29B2-02DD-90CB36452021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6918B65A-81BE-A241-EE3B-ADE79326BBB2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786F33DD-4B16-9D12-FE51-B522CD3F2C9F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8BD0F6F3-BBF2-B2B9-C7DF-CD7560DC541F}"/>
              </a:ext>
            </a:extLst>
          </p:cNvPr>
          <p:cNvSpPr/>
          <p:nvPr/>
        </p:nvSpPr>
        <p:spPr>
          <a:xfrm>
            <a:off x="11349159" y="5465676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1BE887-C2C7-6CFD-0EFA-1CB0C3E0E67C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7984B-502D-8FE6-771F-BD883DDD5593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3A84D1-B1B8-A805-B4F9-EB8CD7F581AE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95EB72-D2CB-05E9-0B23-FB9E00039168}"/>
              </a:ext>
            </a:extLst>
          </p:cNvPr>
          <p:cNvSpPr txBox="1"/>
          <p:nvPr/>
        </p:nvSpPr>
        <p:spPr>
          <a:xfrm>
            <a:off x="11521511" y="617050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1988208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20C9F-1589-24C1-EA8A-28A4FF2D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616E2D8-488B-8F4E-290E-E44418D5D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D9CA83-FAFB-E798-194A-47B673A6328D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7D883E13-3BBF-8CB8-A0CC-571613E1605E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EA649C-8158-C1B2-7C7A-D564618C5436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29DC473E-4399-2E8C-75F5-0A60A10C5702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B349D1AF-3FB1-B052-AD3F-779448D70F03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E8AB98E5-9529-C924-7C73-5D8247CC1C8E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48D6CAE3-D3CE-8C04-17CB-B8053858535B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53787D-14F4-F83F-4438-221F0907C624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D40A14A-7844-F423-AFC8-20065D52084B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D5B4B4A2-B0CD-4195-35DA-0953C11FF4E4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6C55B4F-D65C-5D2E-2069-FF09017A3ADC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88D87368-F363-3B2F-F2BB-2F34FDD1F5CD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DA48D3-89E8-A2E1-BA79-6795323CB113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8076CE2-FC8A-49EF-E7A2-9D5D64F18FC6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EB4AE2C6-E7A4-560E-232C-739651CFBDEA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B4EF971C-B3CC-9D21-C027-453D75380756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E12F07B5-8780-D1F4-55C8-2C04C91BA9E9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A816BC14-167E-FA86-6B7C-F85E77EC11C6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E1922AD9-D216-9B82-E870-70BD4485F662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4BF3585B-C11B-D4B3-E5D5-64AC26951B04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B8A00C3C-8848-B774-D1A7-89A22C1CA89D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ACF9F23-EBD7-C5A7-9A1C-FFCB65270168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FF4F560-C83D-236E-5D9D-0172CF97C0C7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F5857F1-0165-6E66-1EA9-610B21DE3339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5BFB104E-428E-D303-AE22-6FAEBBAFF383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14F56097-4E2D-C79B-4AE0-86A1F0B601F4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54422E-53E5-1874-80EA-80FA22CF672E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0B863AF-5B56-058C-EB9A-2FB0F25E213A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7E7018E-2C02-965B-51C1-26DBE1F23132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0C4A959-2EF0-6624-22A2-515A8091C94B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D5A5EE8-56A3-04AF-E78C-CEDD62C21E57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65C19B3-0453-06B5-2F42-EE3F7CB5583C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64CB2DD-604B-7101-5271-9FE9846347C7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1F5CEFB-C785-3B39-DA38-A85BE291D3A9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F7DCABB-6ED9-D143-8C30-0D9BFF208E14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0326DE-B0D3-17CD-BE2C-5F523E73C4F5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ED2E6DE-62C9-C29A-5869-6350CB0E093B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B6AE425-B072-FAC0-4168-5AD00AD7CAE7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85E1D0F-C204-921D-1029-F6326ACD3457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A3B5128-3AD8-E93E-1CFB-3C8E7CACCC9A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9BC216E-8ED2-BF92-1C63-D770358B05EB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B951636-2AD0-3128-49B6-B4222701A567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53BA2D3-FA54-1012-D5AF-E36C5B8ACD42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3764F9B-C388-9CDD-EAA5-34AB032063A2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8305182-F07D-DEF4-62E4-036A30B68372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81CD8B2-CE09-2E02-6215-8A2B6B8AA94F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98C8491-40F1-1A78-6E9B-C1C478E5795B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4D0798A-FB92-BCFE-250C-79339793805D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05FC9E92-6AE9-C91E-3D52-80F76CDBCA5C}"/>
              </a:ext>
            </a:extLst>
          </p:cNvPr>
          <p:cNvSpPr/>
          <p:nvPr/>
        </p:nvSpPr>
        <p:spPr>
          <a:xfrm>
            <a:off x="7338507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61F779-779A-A3F5-093E-367F617B1E86}"/>
              </a:ext>
            </a:extLst>
          </p:cNvPr>
          <p:cNvSpPr txBox="1"/>
          <p:nvPr/>
        </p:nvSpPr>
        <p:spPr>
          <a:xfrm>
            <a:off x="7068384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DD09D771-0EC4-FC3E-B4D0-7AC08EE7A4EA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6407E6BE-4B4C-6D6C-0AB6-6DAF14B7CF18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E5EA6376-E1F2-7A57-0F25-7B622889F886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8AE50B55-A9CA-6FC7-454D-AEE4A28BC17B}"/>
              </a:ext>
            </a:extLst>
          </p:cNvPr>
          <p:cNvSpPr/>
          <p:nvPr/>
        </p:nvSpPr>
        <p:spPr>
          <a:xfrm>
            <a:off x="11349159" y="5465676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0FCEF4-2908-5346-BC38-FF15FA67066D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1ECC79-185C-A097-22C8-E58CE63DF961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096F19-DDBD-E761-0392-369437619A2F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FDA88D-7BE5-21DA-82BC-93B892972673}"/>
              </a:ext>
            </a:extLst>
          </p:cNvPr>
          <p:cNvSpPr txBox="1"/>
          <p:nvPr/>
        </p:nvSpPr>
        <p:spPr>
          <a:xfrm>
            <a:off x="11521511" y="617050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3019144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2F608-6ADB-3622-7150-7D847769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C8161CB-3CFE-4BC9-F278-8869F4138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EF83E-A27E-64CC-92DC-6EB77E9FB657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4E1F9C68-9D41-FD07-CC9B-2C80D2B9381C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04E70F-E73E-63E9-9C55-F7F0D35E94BD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B63FA72C-4651-D915-036F-983BF6DF4C24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F4B845B5-59A4-D23B-D1C2-7A387261E5E9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FE4943B5-D8A4-391D-D4A2-CD464BD4CF60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77B12098-B326-D978-984A-88E25E113431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AF5C9C-AB2D-87E4-70E9-80901CA62897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316A123-A33F-963F-D19D-20E24D119345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D38C37E1-6C5A-61B5-DB5C-E8AEC47A33FD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CC274AF-29E9-5A47-D02E-BC578428CE5C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E763AFAD-3A3E-F929-EA91-13665F68F5C4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06BC62-0F3B-A196-198D-A70DCD662682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56991EF-BE3C-0F8D-5048-41053C323681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8F8BCB98-70D6-5D89-FB1F-FF6B1D4F1410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22B3CEA4-7C83-8487-D250-7EE8863AFEBC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2C87671F-285C-67E5-EB65-74668AFB6578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069D0EC4-568D-7B5E-3D40-74902FBF5BD0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4FF6F661-6600-44FC-F72E-8134123888A0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5048D327-6986-0799-D0C9-D940F635EDCE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38DB748D-46EA-2429-0A6A-2ACF64D82D9F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5003CCA-1522-A121-AB4C-E38E972DDBCC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1BECE83-C8FE-C774-F2D4-97D48C3A41E8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3059670-11CF-DE7C-4D3A-FD8FCCDF4CBD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F941F13E-BD31-9054-2ACC-9C07FAFC829D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60EFC0D4-FD8A-73AD-1354-164F85CB9153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1C66A5B-B288-F8B8-E2DF-C68938D38428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7632D81-46E2-5A5B-F888-03F02B3046D7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7E1848F-51C4-412E-C975-D51467161875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9BB7E9B-4843-22E4-8569-73FF5DAB7E68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12B836F-6E07-2D20-08F0-3573C80CCC1B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17EBAC6-2E3A-653E-7BE7-E870BCC0EE66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5B224ED-D6FB-C188-C880-34124941539C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1E485E-B2D3-E27A-183E-B1B82E592560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AA35E79-B815-772B-2644-7796D073C071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33D688-B45E-9023-DF27-51D11EB739D6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9F41B5F-EE70-0E2D-5303-A40D039F86FB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527F0E7-E513-8A3F-30CF-21F11E13543D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A860C45-C5EA-B62E-A62E-44549960F87E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7A8B465-ADE2-1A53-1521-5B4B13736665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3906EFB-72C7-598B-522F-E869B661E2EA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1044AF8-55CE-E8EE-0F09-FF201C07B3C2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6F36B36-DB79-C7EA-62E2-E40D6DEACCA8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F42E3E0-96FF-41C4-966C-448D6F3CFB17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5718407-E367-8FE8-7BB0-E73AADA58D9C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55AFF16-41B2-E8E2-04A0-143729D8A6C7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CAADFFB-F3F4-0202-082D-1975198AD384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2403B11-833B-61C0-9169-5CB3A474FC33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CC50EAC2-FF3B-9414-D11D-D935E2DE244F}"/>
              </a:ext>
            </a:extLst>
          </p:cNvPr>
          <p:cNvSpPr/>
          <p:nvPr/>
        </p:nvSpPr>
        <p:spPr>
          <a:xfrm>
            <a:off x="8146380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3F1B6-C13A-8C09-A1A3-186826790A4E}"/>
              </a:ext>
            </a:extLst>
          </p:cNvPr>
          <p:cNvSpPr txBox="1"/>
          <p:nvPr/>
        </p:nvSpPr>
        <p:spPr>
          <a:xfrm>
            <a:off x="7876257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5DA863AA-76F2-816E-C0CD-9FFCE41BF995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6C02C8D5-801A-7546-01A4-2A0BF13DFFF4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17BCCE7B-D368-8661-6C25-9EDA3AFBEBCA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0372B96E-EF2D-46CD-85E9-95BD72EAB6F3}"/>
              </a:ext>
            </a:extLst>
          </p:cNvPr>
          <p:cNvSpPr/>
          <p:nvPr/>
        </p:nvSpPr>
        <p:spPr>
          <a:xfrm>
            <a:off x="11349159" y="5465676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E33299-0B29-8109-35CD-A028754FA1F8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82F919-A1BF-C65F-5C51-FAB5FCAA9F89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5995BC-953F-6F78-9C94-1C7BBECD126B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E2CEBD-1F54-12F8-265C-968117E46661}"/>
              </a:ext>
            </a:extLst>
          </p:cNvPr>
          <p:cNvSpPr txBox="1"/>
          <p:nvPr/>
        </p:nvSpPr>
        <p:spPr>
          <a:xfrm>
            <a:off x="11521511" y="617050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1637941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4E169-3880-C0B9-40C7-9AC17E5F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F43B415-9DCF-B6D9-A31B-A345EEA36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5264A-01B9-5949-3DCB-F8FE7A347CC4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6F018723-1513-E45D-9F2D-113A0A519656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2E7983-EEC0-8A42-D178-1222425E58F4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1172462A-6618-000F-5056-8C4D083EC136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EB596954-A7E7-6B34-3F94-F5440EF61DDA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E02AB97E-444F-8292-7199-5DB1F1035663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DEBCC5DD-4A9F-959F-F929-E867511DB873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8B99999-0BE2-56BC-7516-DD9F17E7DF2C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ADC237C-07BB-B51C-6FA7-3932CCAB1922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BF35E845-82E9-6FD4-B40B-91CDCAE0168E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0F3C6F9-8BDC-4D83-1C5F-B51E8E15739A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FD3DD28A-7124-351C-DBC9-012B6BFA1595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403E95-A888-8D92-0D1D-45AC51ABA83C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EF01952-A81C-453B-2738-4AB233CCA643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3B863016-E68D-7D34-DF50-7D21C71BFD56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44DB9BEB-7573-E4E7-277C-B7D76E07B03F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4168E6EE-D3A9-F808-7EB0-272BBB82BA71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A349A586-FA46-0066-0E9F-004B86864F5C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10A4F30C-DEC2-1D85-6CD9-746E55A8F004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E158DD06-4A61-A6A0-EE67-A36ED5291833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A55D40BF-35BF-CF21-DCC6-D723832095DB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F0EA3BE-4CFC-1A60-2C5A-E1FB297333A6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BD3E392-F3E0-325D-0FF6-5C6E91E47AD2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5EE2846-81BC-0C34-4A62-7CFBA678CA4B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3512A6C6-B921-E081-C1D0-08F9F6E462BD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165E190C-152F-5432-F2A7-7A03CEB6C46D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14E605F-511D-5CA1-9C36-67D5B675A245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E9E20C6-3B24-5D14-0A3B-D96CC923981A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9D8A9D6-5B21-9BD8-6DCD-2F1E6B639BB4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7D735F5-8BFD-6D05-5508-EE1929C154CA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E1C14A2-1C91-3462-935C-DE657DBE9EB2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2B685C79-E73E-8356-1D38-93D96EFE5354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C5BBCD5-F140-3579-E66B-3588B0696B3D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759D0EC-2614-1CDD-5C10-4096CAB195DC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74294A0-C9F6-2388-B3C3-9E261A2721DE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9596B81-3AA9-3620-396D-29C6F0496D13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3388260-F082-81F7-7413-AA70B33693C7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A62A536-AA9A-13FF-4B78-C109378F1A49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E5D9B05-919E-C345-FB65-7CEED1806452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0140970-6159-93C8-89CD-7EA6C779B1D0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0727555-44E7-EF74-4A5A-0A0F5CA108FE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57B51C9-6C08-7613-C93B-E104E3B53EC8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A46CE19-0E10-D6B7-04DF-A0E88BD9FA54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186D117-A824-011F-2FB7-15F9A67C22FA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BFEAA65-9ED9-109B-072E-D054FC742BC1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9E75CC2-C2E2-9ABE-D957-AD6E8A741866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31A5549-1FDC-B9EF-B793-4FEA993A6104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3F98AA-E5D5-9333-1474-6EAC5B281F1A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697E8E3-989E-61D9-1694-0CD1F84F9A3B}"/>
              </a:ext>
            </a:extLst>
          </p:cNvPr>
          <p:cNvSpPr/>
          <p:nvPr/>
        </p:nvSpPr>
        <p:spPr>
          <a:xfrm>
            <a:off x="8146380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12F21-ADE4-89CE-F390-C71BF5621890}"/>
              </a:ext>
            </a:extLst>
          </p:cNvPr>
          <p:cNvSpPr txBox="1"/>
          <p:nvPr/>
        </p:nvSpPr>
        <p:spPr>
          <a:xfrm>
            <a:off x="7876257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896FB56A-3E86-B95C-0996-32F45905887F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497B50CC-0F81-E5C8-D06B-988C543B111A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246D1DDF-7682-3C82-132C-50FE1ADC286A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92718FDB-1898-A03E-48FE-BC32DBD5619E}"/>
              </a:ext>
            </a:extLst>
          </p:cNvPr>
          <p:cNvSpPr/>
          <p:nvPr/>
        </p:nvSpPr>
        <p:spPr>
          <a:xfrm>
            <a:off x="11349159" y="5465676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11AD2B-4F13-CF4F-AA68-640CF7F79CD4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C53D00-FADF-24C0-F5BD-2E584376CCE3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2CFCE6-5CCD-7333-96C1-DD999E14166D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213BC1-E64C-76AB-C834-2D75A6EEA923}"/>
              </a:ext>
            </a:extLst>
          </p:cNvPr>
          <p:cNvSpPr txBox="1"/>
          <p:nvPr/>
        </p:nvSpPr>
        <p:spPr>
          <a:xfrm>
            <a:off x="11521511" y="617050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981685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3A8DB-8F2B-0E2F-F29B-44F614508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FF34B7E-A41F-2E9F-06D5-F3E7CB898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0A4B1-6193-0045-E255-5EBF10B3006A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3C8A45E6-41B2-69C5-8C11-9CCEC38B25EB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F6AF6C-AEDA-A1C3-12C7-2167860C9B51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B03DA41F-D181-C6A2-31E4-733E90149C82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6618C112-E8A7-8D62-29DA-BA2AFB331D2B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4C838D26-730A-7CA5-B25E-970E516A1A5A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39F8EE42-3FBF-10CB-194D-09A20F9AECC7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38AB01E-919B-2C77-5587-4C59D5F65616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FBAE805-A29A-4A54-D6CB-62D47E3B4D28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0245AC8C-10CF-2C98-498F-41786BED91BB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BF88762-F3F1-8002-CDE1-803C8D5648DB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D270E01B-8654-4098-39C2-C360B532D2DA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ACC2FE-899C-BB95-0EDA-65D46DE4A478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4A8A115-AF83-289A-69A0-A369AA080CFE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01CD35D1-7406-2691-5E38-8F1F5FE5E532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77A64A81-97B8-9B77-0CFD-13B16D19B32C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9825A206-55B5-0C1C-DBFB-D973CE5687B2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35D7170A-DBBF-11BE-6903-601D791CDF01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0447D6F6-A351-0651-0129-74D163FD9DAA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5364CFBB-138D-22B1-3A40-314C62258D45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1DC49B59-DAC9-C98F-6F9C-490EDA1D1676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EDF0C10-9820-9412-E20E-17CA47E54242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990A311-3BBC-0E28-43F7-17A2E58F497C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527CF52-EC9F-9045-3D94-A6392D4B85F7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F0AEDBFA-424C-E422-CD92-5934AFE24162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D13F079E-31CF-C676-04FD-A8DF8C8EF4FB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9A167D4-074E-EACC-BF4E-FCD278C2EFF4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4399898-EA66-8856-3BEA-B80964A28A81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768A086-5BFF-C2E0-8DFD-E531CD3709F8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A5F7CEB-ED08-DA88-A99A-4E4D75227471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6AA982C-B7DC-6BC7-BC9A-AAAC2C202811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E0E661C-7893-60DB-9FA3-B0DBDA6BB0FC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6F6A4D0-8A8E-3329-C322-1B71B45B2F84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0F00F44-CB3B-3E65-00E9-41887E4B4577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8488C92-AC98-2A93-44F6-1299EF582997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27FA5BE-17E5-8087-C61B-1A2883A29F54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4BCB7DA-4DA3-DAF1-FB5B-D1829D48B674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7E2CFAF-886C-455D-4FB8-FBA443E49F0B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2E01406-18E7-EFEB-A23E-4A3A3C6CAD80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79EA7AC-19C6-C89B-EDE3-98F4B67B2262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E8FF9DF-118E-870E-0952-9F98A109B6BC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3BE30B4-E637-54C5-A608-8E8125625023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DFCA954-6AC7-F90E-603C-F350C55A29F5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9A80F6F-8D11-CB74-4BD1-CFB7D5862469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4BF9B66-1ED7-0A16-9C6D-EB963F653A41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ABFAD6E-F30C-02A5-1DE4-9A803C056EAA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8C5C7BA-CE3A-5BB7-5FB2-D6C19129F86D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660BDA4-782F-F84C-727B-972BF338FF20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0265E4B1-47B9-E2D4-F6ED-C38C1D2F0F49}"/>
              </a:ext>
            </a:extLst>
          </p:cNvPr>
          <p:cNvSpPr/>
          <p:nvPr/>
        </p:nvSpPr>
        <p:spPr>
          <a:xfrm>
            <a:off x="9054457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65C492-58F1-4E82-2B58-3C7EA15CC173}"/>
              </a:ext>
            </a:extLst>
          </p:cNvPr>
          <p:cNvSpPr txBox="1"/>
          <p:nvPr/>
        </p:nvSpPr>
        <p:spPr>
          <a:xfrm>
            <a:off x="8784334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7" name="Oval 6" descr="Man with facial hair">
            <a:extLst>
              <a:ext uri="{FF2B5EF4-FFF2-40B4-BE49-F238E27FC236}">
                <a16:creationId xmlns:a16="http://schemas.microsoft.com/office/drawing/2014/main" id="{81808676-22D1-53B8-7772-28444BA3B5F0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8" name="Oval 7" descr="Man with facial hair">
            <a:extLst>
              <a:ext uri="{FF2B5EF4-FFF2-40B4-BE49-F238E27FC236}">
                <a16:creationId xmlns:a16="http://schemas.microsoft.com/office/drawing/2014/main" id="{4AAE8814-3E6C-A320-1FBE-7FAC72F5A2E4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8D9D7625-B6B9-9669-A776-9C07CB135E77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E28A67AA-C300-AE26-2BB2-A529CB1F2816}"/>
              </a:ext>
            </a:extLst>
          </p:cNvPr>
          <p:cNvSpPr/>
          <p:nvPr/>
        </p:nvSpPr>
        <p:spPr>
          <a:xfrm>
            <a:off x="11349159" y="5465676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9B7F73-7B12-9C43-785F-5B4572F0C195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6C9331-F879-DAEF-03C8-4123ACF33DD7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ACFC55-7F78-AF02-3755-7443436AFE2E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AF8EE-F29A-75F8-8D61-D692B5B67DD4}"/>
              </a:ext>
            </a:extLst>
          </p:cNvPr>
          <p:cNvSpPr txBox="1"/>
          <p:nvPr/>
        </p:nvSpPr>
        <p:spPr>
          <a:xfrm>
            <a:off x="11521511" y="617050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6430994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FC485-8209-BDC0-5E5E-553BC3E0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A965B4B-9C2A-1BA4-B67B-E0B813AB2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9DF855-C3FB-1C17-417A-48BF1B466D8D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256E1015-475C-1D40-9A6B-D3ECD7C7C6D4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2432A0-38A5-3A2E-0136-6882B02CE9FA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1BA9F580-37B7-6E0E-D9E1-F83F0EAF9B46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009023FC-98AB-B935-4505-7474177F5789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C996ECA1-FE5D-8B47-3FB7-748D59D3796C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CDAC85D3-1E12-77D3-5694-92187DD8E20C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E9735FE-5AF1-FFE3-F3F9-BA32DEE91D7A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8DE4C4-58C2-73A0-B101-CC6F9A1C2410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DE96631C-F097-9AE6-F386-7E69F20BB31F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880FB0C-42B0-D640-437A-B4A9CA43A449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87C0D9A1-A184-17C3-DD57-0B26C2A0BF81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557BD5-63AE-B5CB-3A60-DF31270BA572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933375-CD3C-A311-C209-1826D21A0DB6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D36798A8-798B-BF6A-44F1-B2E28DE810CF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4EF64B0C-9C4D-106A-5DC4-14609DDF234C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D432D7EE-FFF7-AE16-2927-D40D6294E798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ABF55BBD-22AE-6C77-1414-A0ABA09224FD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76BE3F6B-021B-88F0-28B6-094BDAF244A9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F2395464-8006-6542-F02D-36457C258795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CEAF0E21-F5C5-85E9-7E84-88E9D3911CDC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9CDEF9A-D69B-3C0B-9358-640606BD6589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69AB419-943D-7C69-4909-9EEF6995F423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2CB895A-2027-BE8D-E8B4-440262BD4F9B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CDEF1261-201D-6C9D-2C17-0AB07FFBF1D1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B36BEC14-547E-0877-A7C1-CB699DC0DC9D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5B6B13E-35FA-3FF7-CEEC-24DBFD819E42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9B82A8C-49AF-2976-C766-1C6B43E7E6EF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03E136D-956B-1297-516F-57C296B4160E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5690B95-EA6D-9CA9-6E87-BFC399286565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61EBDFE-D250-B5C7-3EBD-DDA328BD41B2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560A2E7-A6C7-087E-B137-F9BD1FCA61E4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6C42671-A5D9-F775-F0C6-10A911E42211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F4A3B3A-2D20-CA01-51DE-32132B96FC27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8193A96-418E-719B-4EC7-5AFBA0F65005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B289F06-F9B9-7FBC-FE0E-1A0C44F426DC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A468E7-67CC-E24A-D1E2-D1E8B12A91BD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A4F14A6-2E56-D666-B186-24E88A5FAA2F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518BF84-4C33-ED1D-0731-6A927DD343FA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4863799-1BCC-0670-68C0-BC93D3258EC3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058B414-AD3C-0606-2B2B-21C543E318C7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2619D20-D7B7-55D9-7F18-8ADCED9113F3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F31A579-F87C-E5ED-EA89-A20A1E04CD40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CBB3FFC-9009-60B6-01B1-CAE0389AE1ED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991C83B-9626-3904-7437-AE60B7CE6BE5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977AA45-5573-B52D-47D9-B9060C3BEF98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1BA2273-A323-36C0-A3FB-AF3D5E9C1B7C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40694C4-E300-8670-8F53-6D4BFEBE5F5B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69A8609-0413-0F97-8E8E-626DE7C463F3}"/>
              </a:ext>
            </a:extLst>
          </p:cNvPr>
          <p:cNvSpPr/>
          <p:nvPr/>
        </p:nvSpPr>
        <p:spPr>
          <a:xfrm>
            <a:off x="9863739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B5E930-F16E-AD5A-749B-1DE1CFE1B26A}"/>
              </a:ext>
            </a:extLst>
          </p:cNvPr>
          <p:cNvSpPr txBox="1"/>
          <p:nvPr/>
        </p:nvSpPr>
        <p:spPr>
          <a:xfrm>
            <a:off x="9593616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79310BEA-5A5D-74A3-C979-83B94CB5C2A9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DCA549C0-2BBB-E220-9267-1DE6DDCCE621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41AFFE89-2D41-D6E3-5F1D-3F45B43CCC87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A34254BC-F4AB-97B8-4833-E9767386AEF1}"/>
              </a:ext>
            </a:extLst>
          </p:cNvPr>
          <p:cNvSpPr/>
          <p:nvPr/>
        </p:nvSpPr>
        <p:spPr>
          <a:xfrm>
            <a:off x="11349159" y="5465676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C0F233-BD22-5A87-A5F6-0839F1377508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3FA833-CDE6-519B-9CF4-A47E185F716D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4B71C8-81F9-50A3-F7C4-531A9797D353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CC3CA-0A58-1EC5-9122-DAA4C377A0CE}"/>
              </a:ext>
            </a:extLst>
          </p:cNvPr>
          <p:cNvSpPr txBox="1"/>
          <p:nvPr/>
        </p:nvSpPr>
        <p:spPr>
          <a:xfrm>
            <a:off x="11521511" y="617050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41459562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EE485-0E9B-542F-84C0-2A3D6CAAC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3FDE6B5-4CA7-AE20-F10F-384DDD1D9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14CFA6-1AB0-4DBC-731C-352302A7860F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9003248B-16F0-0836-F254-2ECF511BC3DA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127E14-8CB4-4532-A629-AA9B6E2EB3DD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9285E174-16C7-4FC1-6086-7AE7AFCBE7EA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01BFBC89-F946-9F45-830A-8969A14AD2EC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E33638FF-454F-9DF5-C570-17F67E4204B3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9B64BDC0-428F-825D-D5EC-9D0870A6673F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199CD06-9D11-725A-CC9D-CAAFA6EF3464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11A8EDF-DD03-BC84-2256-C00D49F937EB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8955A34D-FC51-5A09-BE9B-6063FB0315B3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3713BCB-2702-2D36-BA0E-CE9FDC300744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6D197A25-E7E5-400C-E53C-454D384D2850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8D974C-7B19-1E97-9272-3B22FD2B563F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34BD2F5-5F01-35EA-4685-E06613AA6F53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DE6AAA91-6285-ABE3-A7AB-64093C085404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91AF5CFB-CA67-7C91-482C-9A2C2E1D2861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29F073F4-B249-7201-243F-B4A7965F791C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D1C50A6A-AE6E-F17E-F3F9-9135186BB735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DB5B2425-5ECA-CC2E-2E41-9AAFB9374961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BB09695D-0906-025E-8ED8-A8204679905E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D1C9544E-C9BE-3228-CCA7-09FAE2D975FB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C5D7AE0-29FB-80E6-8558-FE50163B8B14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B918A0A-42B2-2528-4C3C-378EF3DB952F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D071974-8E8D-C9D4-FB0C-FD9D138E518C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DB42F50C-06B0-A9E7-73DF-2B8C05667EE9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A5EE29B7-8C2C-C835-0D42-D38DFE78BCE1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967AA78-B46F-705C-499E-0C849FC71752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8DD4CE3-F3D0-BDDF-3020-A82445B8EE11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F4A6391-A28D-ED1D-281F-D81B8C48B9C1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468D074-8AA9-1821-DB14-0E9DA9FD3732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A2D95A5-F8AC-8EA1-FFE6-CA4E8724B335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52FA7A0-A87B-F3E5-1EAC-A41892929B54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016A1DB-0A84-54DA-D358-7938A8E26837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28372B3-8197-4F24-D5FD-8CBA913C5012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10D22F9-936F-2324-5CA4-F97E0C3A76D2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4DB1B6B-0842-FB74-40FD-2B2B4C5FA9B7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CA76FC8-2640-D7BE-4800-6687D7653E81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6E71452-3C66-24D0-799D-5A99142E20F7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49B416F-5A06-79FE-3C32-5798E9AF49F0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E312F82-2422-2F9F-61A2-067711471958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3908820-5823-5CEC-087E-2D2D64E0241F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D6506B6-6893-DFE3-F180-73663143AD8D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FF2CCEC-3F95-751E-5930-77787266FD30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1BE7DF0-932F-0C80-F691-4C6A9E88075F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0942ABC-6F3B-AB3E-7810-72041B3F6BEF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8626306-20D1-0D08-5920-60DC8596CEF2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F6694C5-2CE6-E32A-6708-3928058D8430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5C0CBC9-A4DE-74E7-B19A-BADE6F3F4565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C4E56B0-013B-9EA5-140E-B5594E316D92}"/>
              </a:ext>
            </a:extLst>
          </p:cNvPr>
          <p:cNvSpPr/>
          <p:nvPr/>
        </p:nvSpPr>
        <p:spPr>
          <a:xfrm>
            <a:off x="10667523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3DEC30-41C1-05A2-36A5-FFFD4792083F}"/>
              </a:ext>
            </a:extLst>
          </p:cNvPr>
          <p:cNvSpPr txBox="1"/>
          <p:nvPr/>
        </p:nvSpPr>
        <p:spPr>
          <a:xfrm>
            <a:off x="10397400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555F233C-6E83-434B-25FD-53CBE5BB4665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A65AD89A-AA41-4CA1-EE6A-BCA142995A82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655294CD-A0BB-54DA-6F7E-393B496B6032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ED1A8C0D-BBC5-44F0-6C19-66ED7D07D869}"/>
              </a:ext>
            </a:extLst>
          </p:cNvPr>
          <p:cNvSpPr/>
          <p:nvPr/>
        </p:nvSpPr>
        <p:spPr>
          <a:xfrm>
            <a:off x="11349159" y="5465676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3DC72F-1F96-569B-3583-69FF2809C42F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CB6C75-21DB-33E0-A51C-38381DD499C3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E7979E-DF2F-F933-596D-172D9A7CAC75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298C4B-8F61-8AB9-22A3-FFC7168B2773}"/>
              </a:ext>
            </a:extLst>
          </p:cNvPr>
          <p:cNvSpPr txBox="1"/>
          <p:nvPr/>
        </p:nvSpPr>
        <p:spPr>
          <a:xfrm>
            <a:off x="11521511" y="617050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89511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05D7F-4198-4AF2-C664-0314FA280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6F0DED1-F723-C6DA-3673-6B8B3544B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9E702-C161-2EC2-2B3C-7A24F151BB04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24F7C07E-A312-51D4-B79B-3184B0798F73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EE630F-53E5-E808-38C6-0FA5823BA237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B68AB6CD-2172-C2B5-DD8A-B6D60C4B7F89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6294A661-DB69-F733-BA6B-33AC4FC4E181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8EAEFB2A-E380-ED45-3CA2-2A5FC4C37B31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58A1A1E6-34A7-97E5-FA13-C95F98BE3C67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56CAF6-3B91-C0BF-43C0-3D72DC840ED3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BD9A7B-2AE4-F048-63E0-119803440532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DA5F9B83-826D-4E93-1272-D484568DD00B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228E716-9168-BA53-0A4B-5A44C8BF63D3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8D08C269-C7DD-1E26-CEDE-1873B349CDAB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ABEE3F-516C-1FAF-C610-63544AEE9674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167C83B-0317-A63F-2467-EB60AF60B9E0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290562C5-2896-E403-4AEC-959111868D85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EFDE11A2-5FAB-FE80-5005-165CF55F5B49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47747A17-8DF3-B835-8DB1-3126AB9BDAFE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01B7B43B-BA19-BAA3-A7ED-F377E810FBFF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93BA3A7A-278C-3780-D275-275C76047DE6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6A2FC7A5-5E9D-03F2-470E-82D497DACDEC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E9B57B0F-E766-0415-39C1-036BF2A4B409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33AD9AB-4820-C653-C96D-7B9D5CEEA380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2593066-FAB9-E97F-B81B-0B3424D2DBA6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981EBEA-0B48-F908-B51D-A6908B75543B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B24509CD-7FAB-8919-AFF4-F79781EFC15A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7B1B6319-4C82-09A3-E1F8-FABF3B04919B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FAC1221-BB13-4C94-0649-338BFE7630DA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A9B33A1-0BB5-6CD9-9026-D1C472FFE023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39C738F-25BD-0000-CA05-1607C3302961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BC44688-E20B-FDB8-665D-DEC60132C1AD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CD0ADF4-0DE3-8613-86A3-38C6D3B74EA2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4102227A-3FF1-F297-E2B9-3335B2069A15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E40A69B-BA49-1D2F-E17A-F0DB263382DA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BD89EE-ED45-AB3D-2545-C5081AEBF3CE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900542C-4C32-5F05-14CD-AFB6346DD69B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3DB4879-A926-3DF2-4E30-842BB21A6DA7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612107C-F08F-496C-A799-BC68FBC88968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185C63E-4268-F19D-41D1-803F05D80B45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55FABA6-B08E-C1D3-2D82-31D26855EAA2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D8FD247-716B-B50E-7E2E-E02B870507E4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7F1E305-5B4E-B2E0-F02D-3A601ED65D4B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CCA308C-E69E-1CC7-7E6A-86AD535BD478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7E9137A-08F2-87DF-51C8-2FBBCE2DFA4C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9F459C7-5FBE-9908-0A66-AEF4670E41D9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7B043F3-1A86-7EF2-6472-A97B6A534B00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338923C-15E1-A2C5-804C-C4760076060C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0EA4DF2-CF24-0F96-95F4-43291B67E64B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8D52E94-F996-9592-F7BE-95EE25A34A16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0BA5720-E855-9638-DBCF-640ACE90985B}"/>
              </a:ext>
            </a:extLst>
          </p:cNvPr>
          <p:cNvSpPr/>
          <p:nvPr/>
        </p:nvSpPr>
        <p:spPr>
          <a:xfrm>
            <a:off x="11521511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A58BEE-F3F7-5102-7D21-0BD9644CF4B2}"/>
              </a:ext>
            </a:extLst>
          </p:cNvPr>
          <p:cNvSpPr txBox="1"/>
          <p:nvPr/>
        </p:nvSpPr>
        <p:spPr>
          <a:xfrm>
            <a:off x="11251388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0A466C38-825B-DC62-58A0-AFADAC2DAC04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5E6241B1-2FEB-1129-2E97-7A93DB049E3F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B2A2F344-1C42-D90B-FD1F-293101D8C797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BDE54A2C-FC93-6F46-EBE5-2C2D98BB9FFD}"/>
              </a:ext>
            </a:extLst>
          </p:cNvPr>
          <p:cNvSpPr/>
          <p:nvPr/>
        </p:nvSpPr>
        <p:spPr>
          <a:xfrm>
            <a:off x="11349159" y="5465676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BC943C-9346-7DEB-A7C3-06F92E7D8488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DEADF6-F97A-6853-EE09-625FF91A94C3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CC78BE-E867-D080-289A-20A829B92E50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17CD58-7662-068A-5904-4D4AB1BBC8C2}"/>
              </a:ext>
            </a:extLst>
          </p:cNvPr>
          <p:cNvSpPr txBox="1"/>
          <p:nvPr/>
        </p:nvSpPr>
        <p:spPr>
          <a:xfrm>
            <a:off x="11521511" y="617050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0617050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40582-88A1-F07D-D468-719FBD95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6B3D3A-D79F-5D8E-AC73-EFBAA0CAC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F727E-B59C-5F81-046F-E08F2D008FDF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5A5034CE-E1C2-E94D-0950-D508B1449C90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B8762C-8169-91EF-C7F1-39F34C0DD6E4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EA55B7C9-4A66-16C0-B61A-4F2DBC95252D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EDB7D02E-BD01-59E7-4CA8-8B4DEE32779B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CC1C11C5-7F68-6EA0-930B-17BCCB9FD648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707F81B7-4ACD-77A0-59D5-8063A604339A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8CBFF78-469D-4CBF-4D8C-0C3766F3FC93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C41213A-7CA1-655E-DF3F-13CDD66AFD27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D091A8C8-3626-569E-B5F2-8C5848940D29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19C5376-442E-694A-3193-E0BC3F06D48F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58008AA8-2CCD-4AA6-5E00-2E0423600C87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46FE66-0E3B-BAA1-B47B-2362F447E971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B600EA0-75CB-E0B3-35DE-DEE87BE5D658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9DD1230A-D6A0-9D7E-064D-4A75E5DD3121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6C4C1C2A-26B1-79A6-E7EB-0F9525549CCC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A91CB05D-E11B-5419-1271-D03C122F9047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1A3D8183-BA99-C172-4A88-7D0BCBA98012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7729DD1F-B453-FBA0-7B49-9D2DFCD557F0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FD2D4E03-F229-EBA0-E9D2-394CECF84603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8167EABC-2160-0E90-FDE5-1CCDD6F13D9B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70256C8-CB01-5107-3AA8-8860EB8E4D78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0503EFC-1111-8319-257D-32728AEBEC57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5E7D40D-5157-611D-C369-F30193DAF9A0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0ED443F2-CF8D-CA70-83C1-26ABD654E282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2E9D477B-9CAA-75A1-DA10-05C44B92B182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843F3C-4B80-9B04-5E25-906737647855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D356E2F-3A2B-6E1E-0317-CFFEE28B2200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E4FE14E-CD29-13E7-CA83-255DD72F4251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B3E35B0-96E6-B232-B8D6-7EE56BB0321A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3A4ECC2-0985-90C4-2AE6-FDB933F79744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3355E6A8-B050-B595-B4B2-4421C75AFEEF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6A8761E-78F2-B253-9427-E10512B11F2E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CE69FE-F380-93FC-9C53-A80CDC7A5270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2DAF41F-CE70-BC4D-AFA2-8D8C5620CD2C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CC4F9CA-3616-9773-9866-80B0B3983723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3679546-B45F-C98E-403F-2B666537621F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35EBCF6-989B-B3AC-B178-BC5E5C61117B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2F54BCB-0F38-B735-E0CE-2A62EB8E5C94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B48DFB3-E729-71D0-CAF7-D5C02BD24AB6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3F20DBC-5FF4-7C4F-AD32-B9F555671DC6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4ED9844-2299-997D-3099-CA6A1FC5F81C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C422638-B686-D953-9062-1060240D8F8E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23BF114-F7E3-4B9E-5E09-9DD779032BEA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A1945CC-50ED-129A-0AC2-69A2F956B8FB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27E2563-D64F-C115-119C-A07CC30C24C9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E0A3F2A-AB52-90C6-B0AE-F7F4FA3401BC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3C058B6-D483-2EAB-B0B7-7F6BA96D5D17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A397279-94A3-9CC6-BAA6-B89B553BCB8D}"/>
              </a:ext>
            </a:extLst>
          </p:cNvPr>
          <p:cNvSpPr/>
          <p:nvPr/>
        </p:nvSpPr>
        <p:spPr>
          <a:xfrm>
            <a:off x="11521511" y="5012292"/>
            <a:ext cx="360000" cy="38387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34837-88A5-60A2-B623-1FFDCE052D6D}"/>
              </a:ext>
            </a:extLst>
          </p:cNvPr>
          <p:cNvSpPr txBox="1"/>
          <p:nvPr/>
        </p:nvSpPr>
        <p:spPr>
          <a:xfrm>
            <a:off x="11251388" y="4650952"/>
            <a:ext cx="900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Explore</a:t>
            </a:r>
          </a:p>
        </p:txBody>
      </p:sp>
      <p:sp>
        <p:nvSpPr>
          <p:cNvPr id="9" name="Oval 8" descr="Man with facial hair">
            <a:extLst>
              <a:ext uri="{FF2B5EF4-FFF2-40B4-BE49-F238E27FC236}">
                <a16:creationId xmlns:a16="http://schemas.microsoft.com/office/drawing/2014/main" id="{33547851-CC2C-C1D0-70EF-3DE6746855D0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B23F9D9D-AEAC-2BEC-431C-1DE680792385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C0F02487-F283-3DBE-A846-815249BD2A3D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E5D79ADC-2600-D53E-00FD-5365F221BC3A}"/>
              </a:ext>
            </a:extLst>
          </p:cNvPr>
          <p:cNvSpPr/>
          <p:nvPr/>
        </p:nvSpPr>
        <p:spPr>
          <a:xfrm>
            <a:off x="11349159" y="5465676"/>
            <a:ext cx="720000" cy="720000"/>
          </a:xfrm>
          <a:prstGeom prst="ellipse">
            <a:avLst/>
          </a:prstGeom>
          <a:blipFill dpi="0" rotWithShape="1">
            <a:blip r:embed="rId12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6F7575-08B6-83AA-5D1F-D20C2CB1168B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0B7927-8373-B07C-9347-0FDCCA9BFA51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551BBB-6D9D-6EA5-2CCF-954F1980A14C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E6D08F-9CB0-EAB6-8819-084F84AD3889}"/>
              </a:ext>
            </a:extLst>
          </p:cNvPr>
          <p:cNvSpPr txBox="1"/>
          <p:nvPr/>
        </p:nvSpPr>
        <p:spPr>
          <a:xfrm>
            <a:off x="11521511" y="617050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533341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45AE5-367C-A3ED-9563-3A6B76E7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25C40A-2B21-7DBA-E29B-5CE827F4F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Breadth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D5E12-BC88-70BF-EFEC-7FCD2D70E229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6FE67BE4-6E9A-A966-61AF-A5CCA0D174C5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FDB4CC-DA07-F8C0-3356-CE6C3A606091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9EADA239-BFF5-8B3C-E3D0-78315D138C0E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3C185514-D214-F208-FB36-136E73F02598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C17D2061-364E-A3E7-B81B-3A5072536F57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EEA85807-D603-D6D5-A98E-E0ED8036731F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E3BDB6-BC3D-64F0-6EB8-5DD13C635AC7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62BA37C-DF06-5004-AAAC-186DAD5A1693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7F52B988-8C15-D748-C49E-9C6234B42FC4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B64438-2454-ED2A-260D-67FDFC3B8051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C89D22A9-85CA-CAB2-BC05-22CCACFF93CE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A7C385-1324-9AD5-1D79-2D3064DCDA98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3CCDC4C-8AF0-117A-7C9F-630C5D8C3FD7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5C0916FA-1162-846F-3D99-2805B558F9BB}"/>
              </a:ext>
            </a:extLst>
          </p:cNvPr>
          <p:cNvSpPr/>
          <p:nvPr/>
        </p:nvSpPr>
        <p:spPr>
          <a:xfrm>
            <a:off x="3973682" y="546567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96C0A786-D0B5-A5DC-A100-2B88D9DFE357}"/>
              </a:ext>
            </a:extLst>
          </p:cNvPr>
          <p:cNvSpPr/>
          <p:nvPr/>
        </p:nvSpPr>
        <p:spPr>
          <a:xfrm>
            <a:off x="4754399" y="5468227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457B271E-E98D-63B1-0595-804F8C6F8B62}"/>
              </a:ext>
            </a:extLst>
          </p:cNvPr>
          <p:cNvSpPr/>
          <p:nvPr/>
        </p:nvSpPr>
        <p:spPr>
          <a:xfrm>
            <a:off x="6342987" y="5465676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6AEE2E07-CDC2-44F3-318B-FC68D2A2A6F1}"/>
              </a:ext>
            </a:extLst>
          </p:cNvPr>
          <p:cNvSpPr/>
          <p:nvPr/>
        </p:nvSpPr>
        <p:spPr>
          <a:xfrm>
            <a:off x="7958733" y="550114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7B1AD4BF-3B35-48B2-CD46-B461E9679FCA}"/>
              </a:ext>
            </a:extLst>
          </p:cNvPr>
          <p:cNvSpPr/>
          <p:nvPr/>
        </p:nvSpPr>
        <p:spPr>
          <a:xfrm>
            <a:off x="5535114" y="548342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484B74B7-9B71-EF09-494D-506CA75086F9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A1ACAD0B-E51C-1A33-AA6B-AF425682260B}"/>
              </a:ext>
            </a:extLst>
          </p:cNvPr>
          <p:cNvSpPr/>
          <p:nvPr/>
        </p:nvSpPr>
        <p:spPr>
          <a:xfrm>
            <a:off x="7150860" y="5483390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960C63A-DD79-F943-84DF-528B26CE5B89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B7968D5-B538-AC23-517E-51EBCE32D20D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4CDD57A-9211-9C2B-285D-D526A4C4A2EE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9373B728-6723-AA8A-234A-A2FCFA92F4AE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563D29B6-4FC9-31C6-C871-97DD4FE874BB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24FBA2E-30DF-329A-C064-27C3822A66DE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D8BE5AA-13B3-7802-584F-78ACC06E1E34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085191B-D81A-B7E5-D3BB-9BD9170D7A1E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6B2F2F7-BA7F-234F-2254-D3ABB5353B9D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42D2829-368D-B9F4-33BC-953BCB7B563A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6C39A06-CFA3-09F4-BBD6-B5A39406021A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9B550E9-5031-2A23-84CA-55C8EB8DA13D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2247C57-07DB-C179-8523-9EBF0105C5A8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4088FD-2CC2-030E-D5A9-B54EBF4A61C7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69F5EE6-DD17-CE0A-34EE-9D0DC4EAE195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C94CF9C-7CB3-53C1-CF1F-3BF1A583AD0B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3AC401A-961C-C4BD-4A0F-02F0EA6291F1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E608A30-A512-E88E-C0CB-EDBC3CE90534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EEC71FA-1FEF-A915-2AFF-0D8B17A3C0BE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F710B51-7297-FED8-79DE-824132128156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B76854C-3269-EABB-1BDD-EF3080A53DCD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DDB82C8-5C04-3443-792A-2A0A12C327D6}"/>
              </a:ext>
            </a:extLst>
          </p:cNvPr>
          <p:cNvSpPr txBox="1"/>
          <p:nvPr/>
        </p:nvSpPr>
        <p:spPr>
          <a:xfrm>
            <a:off x="4153517" y="620342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02DCC17-3ADC-2FDC-381E-4D3B55F9CDAB}"/>
              </a:ext>
            </a:extLst>
          </p:cNvPr>
          <p:cNvSpPr txBox="1"/>
          <p:nvPr/>
        </p:nvSpPr>
        <p:spPr>
          <a:xfrm>
            <a:off x="4944295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B2A490F-CA36-BBED-8ED6-A05C48FD3ADE}"/>
              </a:ext>
            </a:extLst>
          </p:cNvPr>
          <p:cNvSpPr txBox="1"/>
          <p:nvPr/>
        </p:nvSpPr>
        <p:spPr>
          <a:xfrm>
            <a:off x="5707466" y="622117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AE63DFD-E547-EADD-E46D-2603AB68B1F2}"/>
              </a:ext>
            </a:extLst>
          </p:cNvPr>
          <p:cNvSpPr txBox="1"/>
          <p:nvPr/>
        </p:nvSpPr>
        <p:spPr>
          <a:xfrm>
            <a:off x="651533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8172707-67C7-9948-CBB7-23F25E354F57}"/>
              </a:ext>
            </a:extLst>
          </p:cNvPr>
          <p:cNvSpPr txBox="1"/>
          <p:nvPr/>
        </p:nvSpPr>
        <p:spPr>
          <a:xfrm>
            <a:off x="8131085" y="621101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BA9ABB1-9E14-9774-0525-817F7EF92AC2}"/>
              </a:ext>
            </a:extLst>
          </p:cNvPr>
          <p:cNvSpPr txBox="1"/>
          <p:nvPr/>
        </p:nvSpPr>
        <p:spPr>
          <a:xfrm>
            <a:off x="7323212" y="62211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B3528E89-CE5E-F649-ED2B-71A0D774095B}"/>
              </a:ext>
            </a:extLst>
          </p:cNvPr>
          <p:cNvSpPr/>
          <p:nvPr/>
        </p:nvSpPr>
        <p:spPr>
          <a:xfrm>
            <a:off x="9677400" y="549813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A3E15D80-7FE9-6C08-49C8-CC0A54A759D3}"/>
              </a:ext>
            </a:extLst>
          </p:cNvPr>
          <p:cNvSpPr/>
          <p:nvPr/>
        </p:nvSpPr>
        <p:spPr>
          <a:xfrm>
            <a:off x="10456807" y="5488013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9374DBAA-2EB9-CD5E-82AD-31A65D21289F}"/>
              </a:ext>
            </a:extLst>
          </p:cNvPr>
          <p:cNvSpPr/>
          <p:nvPr/>
        </p:nvSpPr>
        <p:spPr>
          <a:xfrm>
            <a:off x="8870579" y="5465676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ED40A588-D5AC-E61E-5A69-9A2A91B4E590}"/>
              </a:ext>
            </a:extLst>
          </p:cNvPr>
          <p:cNvSpPr/>
          <p:nvPr/>
        </p:nvSpPr>
        <p:spPr>
          <a:xfrm>
            <a:off x="11349159" y="5465676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9EACFC-CB06-55A7-4231-D9FBF6939A9D}"/>
              </a:ext>
            </a:extLst>
          </p:cNvPr>
          <p:cNvSpPr txBox="1"/>
          <p:nvPr/>
        </p:nvSpPr>
        <p:spPr>
          <a:xfrm>
            <a:off x="9848444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F8138E-104B-4503-868A-B971487F6A1D}"/>
              </a:ext>
            </a:extLst>
          </p:cNvPr>
          <p:cNvSpPr txBox="1"/>
          <p:nvPr/>
        </p:nvSpPr>
        <p:spPr>
          <a:xfrm>
            <a:off x="10629159" y="61958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BF90D1-B465-7405-A2D0-064389A3EC32}"/>
              </a:ext>
            </a:extLst>
          </p:cNvPr>
          <p:cNvSpPr txBox="1"/>
          <p:nvPr/>
        </p:nvSpPr>
        <p:spPr>
          <a:xfrm>
            <a:off x="9038366" y="616592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2DD091-7D8A-413E-0E49-BDFBFD2412A2}"/>
              </a:ext>
            </a:extLst>
          </p:cNvPr>
          <p:cNvSpPr txBox="1"/>
          <p:nvPr/>
        </p:nvSpPr>
        <p:spPr>
          <a:xfrm>
            <a:off x="11521511" y="617050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63A15C-EE57-821F-0D8F-2BA023B55971}"/>
              </a:ext>
            </a:extLst>
          </p:cNvPr>
          <p:cNvSpPr/>
          <p:nvPr/>
        </p:nvSpPr>
        <p:spPr>
          <a:xfrm>
            <a:off x="3871209" y="5237353"/>
            <a:ext cx="8260886" cy="15021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27329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291EB-500B-4699-5BA5-0C2149129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ED1E3DE-DE97-29B0-E297-A35734838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2A0FD-AAB7-97A2-9CA9-AC090CAF9974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BACBE466-9A92-0FD2-5E3A-3CE4F44B8970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610F32-27ED-7D1B-5F1C-E7EB74F82809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90646E09-F0BF-28C1-D868-535214B883FB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C39774CA-436F-0E1C-DA39-D445DEBF3721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90A2456D-F7B0-5502-DED1-42258B205DFE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0884EA06-4DCA-E07A-BEFF-5F94A77032BE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47A7B6B-E3E1-B47B-08B5-69B85EF5405C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237F60-46E6-F428-5F1B-343621BF96A8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C9EB923D-2D73-576D-451D-F5BA41FF4160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847090A-02E5-4D6C-CB00-B83D0A3FE111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CE0A556D-38CB-15B4-EE1D-4AF65648DA58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26C11A-4CD9-8B25-BC09-ECC12FE69D91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2B671C7-0634-4441-B250-B323C3D6426A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8FB1C30C-D579-1A26-830E-CEF7DD86615E}"/>
              </a:ext>
            </a:extLst>
          </p:cNvPr>
          <p:cNvSpPr/>
          <p:nvPr/>
        </p:nvSpPr>
        <p:spPr>
          <a:xfrm>
            <a:off x="1268405" y="6956820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2EE2CC40-F56F-D202-F070-CB0CEA628ABA}"/>
              </a:ext>
            </a:extLst>
          </p:cNvPr>
          <p:cNvSpPr/>
          <p:nvPr/>
        </p:nvSpPr>
        <p:spPr>
          <a:xfrm>
            <a:off x="2049122" y="695937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7EC5EF3B-6614-6CA6-7C9C-FE91D2A3DA23}"/>
              </a:ext>
            </a:extLst>
          </p:cNvPr>
          <p:cNvSpPr/>
          <p:nvPr/>
        </p:nvSpPr>
        <p:spPr>
          <a:xfrm>
            <a:off x="2897832" y="696444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5CCA5C17-B54D-5FF5-2FB1-E74FE536D59B}"/>
              </a:ext>
            </a:extLst>
          </p:cNvPr>
          <p:cNvSpPr/>
          <p:nvPr/>
        </p:nvSpPr>
        <p:spPr>
          <a:xfrm>
            <a:off x="3732862" y="699690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91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6E6C0F32-023A-7502-B0AA-0CE9B4D237CE}"/>
              </a:ext>
            </a:extLst>
          </p:cNvPr>
          <p:cNvSpPr/>
          <p:nvPr/>
        </p:nvSpPr>
        <p:spPr>
          <a:xfrm>
            <a:off x="4567892" y="696444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12A66EA4-B9E7-BFE7-B1E8-F8167C71EAE5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71AA21CE-E44F-8D7C-B1C3-62F03B361BA4}"/>
              </a:ext>
            </a:extLst>
          </p:cNvPr>
          <p:cNvSpPr/>
          <p:nvPr/>
        </p:nvSpPr>
        <p:spPr>
          <a:xfrm>
            <a:off x="5381963" y="696444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F8D3B251-5CC3-6C2F-0DD4-3D6C9B12E952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FFCD3C9F-BC4A-4FC8-29E1-5632B3FF907C}"/>
              </a:ext>
            </a:extLst>
          </p:cNvPr>
          <p:cNvSpPr/>
          <p:nvPr/>
        </p:nvSpPr>
        <p:spPr>
          <a:xfrm>
            <a:off x="12487534" y="1990253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47549A1-D437-B928-2455-8FC813876222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C99C762-349F-4A25-77CD-D5F87C1A326C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B3E51CD-3ED6-FF3A-2950-983222BD7380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5B4F58C4-940B-F8C3-786D-05FAA42704D4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64090BF9-145D-A497-3FCB-CA08DBF989CD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4CAE234-74AB-70FC-9397-AD6485A2F8FF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D4E709B-CED4-761F-2CCC-9BA3E5BCC333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8D9DB1B-2741-9CD5-9ACD-B619AF789192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C61AFFC-5CB0-0E14-477D-28A317EFD8A9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8A390D8-1098-9BFD-F75E-2F4C10506ECF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1CA96D68-02A0-BA43-22DA-12AB2B19D668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2640DF2A-134F-10FD-0B8F-D35C7AE227FB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1C8541B-74B0-3862-79D9-8F9032651EF1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6829A1A-0CA1-B076-826F-3A118301D658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A3357B1-AC0A-F6E7-CC41-F41E3B9D8C15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8C5F62F-AB46-D2B0-BECF-F6EF222F20CB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8A0001E-3CB2-3141-4AF9-2074A53D075B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CE373F1-57F4-9829-16E8-C7916CAFC578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F9CB964-52C2-90C9-E24F-073946719EF8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1713984-4791-AE99-62F6-49C0790E8192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52CA1D5-8BC8-2464-F90B-322ACF70F573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8FFCFC3-BAFA-048B-7D76-031CE06789C3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3E24EED-FB6D-240F-2E44-32854A729BB4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A29ABB8-F68C-E47A-05CF-6FCBE845AE30}"/>
              </a:ext>
            </a:extLst>
          </p:cNvPr>
          <p:cNvSpPr txBox="1"/>
          <p:nvPr/>
        </p:nvSpPr>
        <p:spPr>
          <a:xfrm>
            <a:off x="1475398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46E22E8-8B55-EA7E-21AB-003F103E6790}"/>
              </a:ext>
            </a:extLst>
          </p:cNvPr>
          <p:cNvSpPr txBox="1"/>
          <p:nvPr/>
        </p:nvSpPr>
        <p:spPr>
          <a:xfrm>
            <a:off x="2266176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EEDFE89-21D7-B633-E19A-3A5A11B66410}"/>
              </a:ext>
            </a:extLst>
          </p:cNvPr>
          <p:cNvSpPr txBox="1"/>
          <p:nvPr/>
        </p:nvSpPr>
        <p:spPr>
          <a:xfrm>
            <a:off x="5581473" y="77043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2A0F07C-182B-1298-A51F-061737B9E2D5}"/>
              </a:ext>
            </a:extLst>
          </p:cNvPr>
          <p:cNvSpPr txBox="1"/>
          <p:nvPr/>
        </p:nvSpPr>
        <p:spPr>
          <a:xfrm>
            <a:off x="3869258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0D0D818-DB8B-EF7F-E240-7689DEDA4958}"/>
              </a:ext>
            </a:extLst>
          </p:cNvPr>
          <p:cNvSpPr txBox="1"/>
          <p:nvPr/>
        </p:nvSpPr>
        <p:spPr>
          <a:xfrm>
            <a:off x="3097342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486BC1A-49C6-988E-0137-8C97861426C7}"/>
              </a:ext>
            </a:extLst>
          </p:cNvPr>
          <p:cNvSpPr txBox="1"/>
          <p:nvPr/>
        </p:nvSpPr>
        <p:spPr>
          <a:xfrm>
            <a:off x="4740244" y="767435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565450A-45E7-85DE-FA1B-94E39DC41C37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BDFBD5F-228A-EB1B-794C-26DACBE58273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E73A7CF-4ABC-9468-082D-534A22D5CF85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97C9C3B-8D7A-DF82-5A62-C2DAD4401095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E296C6CA-2880-C6BE-A082-482D4E2F7344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138DCA0F-50C1-D5D2-190C-712E9ED72367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34" name="Oval 33" descr="Man with facial hair">
            <a:extLst>
              <a:ext uri="{FF2B5EF4-FFF2-40B4-BE49-F238E27FC236}">
                <a16:creationId xmlns:a16="http://schemas.microsoft.com/office/drawing/2014/main" id="{91C50E7C-DE1B-F862-D972-02EE552260B2}"/>
              </a:ext>
            </a:extLst>
          </p:cNvPr>
          <p:cNvSpPr/>
          <p:nvPr/>
        </p:nvSpPr>
        <p:spPr>
          <a:xfrm>
            <a:off x="12467671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5" name="Oval 34" descr="Man with facial hair">
            <a:extLst>
              <a:ext uri="{FF2B5EF4-FFF2-40B4-BE49-F238E27FC236}">
                <a16:creationId xmlns:a16="http://schemas.microsoft.com/office/drawing/2014/main" id="{625832DA-A7F4-949E-9EED-1F3408EC4DF8}"/>
              </a:ext>
            </a:extLst>
          </p:cNvPr>
          <p:cNvSpPr/>
          <p:nvPr/>
        </p:nvSpPr>
        <p:spPr>
          <a:xfrm>
            <a:off x="12467671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7" name="Oval 36" descr="Man with facial hair">
            <a:extLst>
              <a:ext uri="{FF2B5EF4-FFF2-40B4-BE49-F238E27FC236}">
                <a16:creationId xmlns:a16="http://schemas.microsoft.com/office/drawing/2014/main" id="{76069937-501B-64BF-2A2A-10BA68F55345}"/>
              </a:ext>
            </a:extLst>
          </p:cNvPr>
          <p:cNvSpPr/>
          <p:nvPr/>
        </p:nvSpPr>
        <p:spPr>
          <a:xfrm>
            <a:off x="12467671" y="432713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8" name="Oval 37" descr="Man with facial hair">
            <a:extLst>
              <a:ext uri="{FF2B5EF4-FFF2-40B4-BE49-F238E27FC236}">
                <a16:creationId xmlns:a16="http://schemas.microsoft.com/office/drawing/2014/main" id="{96294CD4-F28E-CAB2-197D-B86B18F3093A}"/>
              </a:ext>
            </a:extLst>
          </p:cNvPr>
          <p:cNvSpPr/>
          <p:nvPr/>
        </p:nvSpPr>
        <p:spPr>
          <a:xfrm>
            <a:off x="12467671" y="356054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39" name="Oval 38" descr="Man with facial hair">
            <a:extLst>
              <a:ext uri="{FF2B5EF4-FFF2-40B4-BE49-F238E27FC236}">
                <a16:creationId xmlns:a16="http://schemas.microsoft.com/office/drawing/2014/main" id="{779E0B87-2DFF-4E85-A35F-0F7EB87C3424}"/>
              </a:ext>
            </a:extLst>
          </p:cNvPr>
          <p:cNvSpPr/>
          <p:nvPr/>
        </p:nvSpPr>
        <p:spPr>
          <a:xfrm>
            <a:off x="12487534" y="281368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41" name="Oval 40" descr="Man with facial hair">
            <a:extLst>
              <a:ext uri="{FF2B5EF4-FFF2-40B4-BE49-F238E27FC236}">
                <a16:creationId xmlns:a16="http://schemas.microsoft.com/office/drawing/2014/main" id="{5A836FA6-70B9-6737-0576-88602DDBC83C}"/>
              </a:ext>
            </a:extLst>
          </p:cNvPr>
          <p:cNvSpPr/>
          <p:nvPr/>
        </p:nvSpPr>
        <p:spPr>
          <a:xfrm>
            <a:off x="13319484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1935404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4C4A8-85EE-FE53-31CD-5FDD0BBDF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0474EB-EAB0-323B-385C-ED91168A3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8C24E-1037-5414-F964-B993CCF25081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5FAC2185-8F22-D919-0F69-25AF78690A6B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BABC32-E3B6-D49C-F44B-D2A8682C8F65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472191B1-F9EA-F3C4-90DC-D5ACFADF49F2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7D1E9B2E-50A1-91C4-B672-541BDE57D014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4FD644DE-2A5C-41C3-C0B7-4B110B453F5F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5E368517-218A-CE39-73EF-CFFD474053C1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B8EEC5D-600E-FA4D-B05C-38BFB196159C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6F1CF9-16C9-56FB-DA17-5AE7C5CD96AD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8349CCCD-5160-FC7F-8410-2C40A9ABCA43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38FE9ED-DDF1-CF22-2C6F-722231C2E45F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DBA27922-8AC8-3DFA-B883-AC64D3696264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6B5A04-3B4D-08C3-3AE7-573D776EA158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01F958-6A1B-C652-ABC8-034FB30825B4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A86E00B5-80B8-42C6-8AB6-D2FC02154CC7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003C6B79-2166-856A-F279-BED9EF736075}"/>
              </a:ext>
            </a:extLst>
          </p:cNvPr>
          <p:cNvSpPr/>
          <p:nvPr/>
        </p:nvSpPr>
        <p:spPr>
          <a:xfrm>
            <a:off x="2049122" y="695937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88E4FB8D-1172-3261-4600-D131D2E21F00}"/>
              </a:ext>
            </a:extLst>
          </p:cNvPr>
          <p:cNvSpPr/>
          <p:nvPr/>
        </p:nvSpPr>
        <p:spPr>
          <a:xfrm>
            <a:off x="2897832" y="696444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531D715D-E538-646A-0CAC-2BFDFE2E7310}"/>
              </a:ext>
            </a:extLst>
          </p:cNvPr>
          <p:cNvSpPr/>
          <p:nvPr/>
        </p:nvSpPr>
        <p:spPr>
          <a:xfrm>
            <a:off x="3732862" y="699690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91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622E5163-88EE-522C-BD0B-0A84EE5363FF}"/>
              </a:ext>
            </a:extLst>
          </p:cNvPr>
          <p:cNvSpPr/>
          <p:nvPr/>
        </p:nvSpPr>
        <p:spPr>
          <a:xfrm>
            <a:off x="4567892" y="696444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07CD0BD9-1EE3-8098-B514-9B9409B67E57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F71A9FDD-8712-5B97-EBD3-1FE62EC8B89E}"/>
              </a:ext>
            </a:extLst>
          </p:cNvPr>
          <p:cNvSpPr/>
          <p:nvPr/>
        </p:nvSpPr>
        <p:spPr>
          <a:xfrm>
            <a:off x="5381963" y="696444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46532D82-82EC-91B3-4459-24CE3B5E639E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5DF1EC7B-FE46-B2C9-B77F-1127E18D6011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23E427F-B85B-A014-7076-22DAE9880DBA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C97E21C-D894-FD7F-E3D2-303739425583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AB9EE6A-D70D-8E2F-B692-9531FA820949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13A11E32-BF9E-C904-D77F-D26576428482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FB145EA2-AC76-BCA0-F516-E693D7A0209D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0A549AE-A7A7-5823-0F98-213DACDD7D8A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205CE26-F0A4-1F1C-420A-0555328A8CF1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00CA018-7D2D-386C-60AF-2FF9282DEF7A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BEBD446-F368-A9EF-1E08-0E9783803CB0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49261EE-B9F2-DC10-D361-17F7856F927E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8F267C7C-4980-8918-71AD-BBDFA26A4879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5AC49A0F-2208-50EB-CDCD-386B61770D47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6E9A78B-4BE6-FA6B-B031-2465DF6FC1B8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47A14DE-9870-A6A7-859C-A488372BBCD8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83B580E-E623-7505-9F65-6D9859F3ECF5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F2D2D92-4E3D-1281-318F-EE9367DA68A4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F5178DE-3ED9-6698-A5B5-A4483B712F89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9B56A59-F1EA-37D2-5407-22C350A116FD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060C3B-8675-E39C-8301-3C4A73232ECE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0B3F3C1-8450-2DFB-28E7-ACB09FB9BF04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02C983-84D2-C387-253F-BF30F9910C45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32519F1-52FD-97B7-E56E-2D5526E05EAC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B07D8B8-E7AA-CB2D-88A4-40810BF2286A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C8CE324-252A-37D8-9385-4F0370477234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00CD3DC-1792-B7A1-1825-F2D269A42805}"/>
              </a:ext>
            </a:extLst>
          </p:cNvPr>
          <p:cNvSpPr txBox="1"/>
          <p:nvPr/>
        </p:nvSpPr>
        <p:spPr>
          <a:xfrm>
            <a:off x="2266176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6A6BDE8-525E-3596-98D1-63FAB70E3EEE}"/>
              </a:ext>
            </a:extLst>
          </p:cNvPr>
          <p:cNvSpPr txBox="1"/>
          <p:nvPr/>
        </p:nvSpPr>
        <p:spPr>
          <a:xfrm>
            <a:off x="5581473" y="77043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E4D7EDC-8ACB-3A21-5CAC-9EBEBE6B11CC}"/>
              </a:ext>
            </a:extLst>
          </p:cNvPr>
          <p:cNvSpPr txBox="1"/>
          <p:nvPr/>
        </p:nvSpPr>
        <p:spPr>
          <a:xfrm>
            <a:off x="3869258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FA97C78-0E19-9D7A-976A-8321E364D591}"/>
              </a:ext>
            </a:extLst>
          </p:cNvPr>
          <p:cNvSpPr txBox="1"/>
          <p:nvPr/>
        </p:nvSpPr>
        <p:spPr>
          <a:xfrm>
            <a:off x="3097342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CCEEE28-456C-789A-CE90-14B91852638A}"/>
              </a:ext>
            </a:extLst>
          </p:cNvPr>
          <p:cNvSpPr txBox="1"/>
          <p:nvPr/>
        </p:nvSpPr>
        <p:spPr>
          <a:xfrm>
            <a:off x="4740244" y="767435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E4229E5-3946-88BD-6648-C960196D0E05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562D834-566E-AE55-A18E-62E082178669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A2BACEF-819C-3FFF-2D3F-37318A71B76E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3A702B-17E6-FF17-3FA5-C76884692C6D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F43EF77D-CC97-FAC7-5842-8CB3222BCEFA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8C2D7965-5B35-5DDA-77B1-AACDB6353104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1695E122-DC2C-C501-06F1-551CCC1345C1}"/>
              </a:ext>
            </a:extLst>
          </p:cNvPr>
          <p:cNvSpPr/>
          <p:nvPr/>
        </p:nvSpPr>
        <p:spPr>
          <a:xfrm>
            <a:off x="12487534" y="1990253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D9F4A788-C0FD-4C23-BEF5-2D3AE6C92D17}"/>
              </a:ext>
            </a:extLst>
          </p:cNvPr>
          <p:cNvSpPr/>
          <p:nvPr/>
        </p:nvSpPr>
        <p:spPr>
          <a:xfrm>
            <a:off x="12467671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F015449F-475A-2273-BD08-D29E0C712C67}"/>
              </a:ext>
            </a:extLst>
          </p:cNvPr>
          <p:cNvSpPr/>
          <p:nvPr/>
        </p:nvSpPr>
        <p:spPr>
          <a:xfrm>
            <a:off x="12467671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74C62D83-9502-659D-5E10-3E2DB1E02AB7}"/>
              </a:ext>
            </a:extLst>
          </p:cNvPr>
          <p:cNvSpPr/>
          <p:nvPr/>
        </p:nvSpPr>
        <p:spPr>
          <a:xfrm>
            <a:off x="12467671" y="432713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6C70D8BB-98A6-9387-8CC9-18FA8A6D4AB4}"/>
              </a:ext>
            </a:extLst>
          </p:cNvPr>
          <p:cNvSpPr/>
          <p:nvPr/>
        </p:nvSpPr>
        <p:spPr>
          <a:xfrm>
            <a:off x="12467671" y="356054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1F878435-28CC-99CD-F102-C1ED225DEAC2}"/>
              </a:ext>
            </a:extLst>
          </p:cNvPr>
          <p:cNvSpPr/>
          <p:nvPr/>
        </p:nvSpPr>
        <p:spPr>
          <a:xfrm>
            <a:off x="12487534" y="281368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CAF36C7A-1809-179C-82E7-14D7EABC9DFB}"/>
              </a:ext>
            </a:extLst>
          </p:cNvPr>
          <p:cNvSpPr/>
          <p:nvPr/>
        </p:nvSpPr>
        <p:spPr>
          <a:xfrm>
            <a:off x="13319484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3953385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04822-630E-A0BB-C534-0CA57EE14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322DE74-1AA9-F7CB-155E-660AE0BE4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9A1B3-3405-A57A-5F12-B05B1F0B1183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278F3053-5DC2-D36D-C9D3-9A88DC99CCA8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B2E7FA-D752-5C8D-2518-7A0C20E83FDE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D4914109-DAC6-C01D-1C33-E18B697364C6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22661FC0-A8C6-5DA3-22B6-FE8C2F4B1F7C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8CDE71B1-F4AB-C3F2-8E29-3219512D8A1E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96BF303F-8EAC-5199-3112-425E04CD0131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0A121CC-9046-6002-4EC7-9419D485AA92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3AE1D5F-7646-F4D7-0877-B9E2D9EE438E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26B948BB-FCCD-3FD4-D91E-46EDB6253228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F2B538-D3C7-FF1E-2752-4EA86AD86FA7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65AB4957-7467-147E-20DD-B49A8FFCC0DF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61C1D6-21EC-3EE8-C94E-AE32AE2F00A0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549DF22-8D3C-5E87-B278-19057B209BAB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CF09C006-77E0-28E8-082A-A7EED1B15D59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121E12A0-7CDD-473F-8ED7-2F1825347CE0}"/>
              </a:ext>
            </a:extLst>
          </p:cNvPr>
          <p:cNvSpPr/>
          <p:nvPr/>
        </p:nvSpPr>
        <p:spPr>
          <a:xfrm>
            <a:off x="2049122" y="6959371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CF8812EC-5C29-8701-4984-7922B6FE5A9B}"/>
              </a:ext>
            </a:extLst>
          </p:cNvPr>
          <p:cNvSpPr/>
          <p:nvPr/>
        </p:nvSpPr>
        <p:spPr>
          <a:xfrm>
            <a:off x="2897832" y="696444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117A4487-E7CD-03C8-2B1F-D1D4AFAC62F3}"/>
              </a:ext>
            </a:extLst>
          </p:cNvPr>
          <p:cNvSpPr/>
          <p:nvPr/>
        </p:nvSpPr>
        <p:spPr>
          <a:xfrm>
            <a:off x="3732862" y="699690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91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300B0992-4626-7747-EBE1-673DB4E55208}"/>
              </a:ext>
            </a:extLst>
          </p:cNvPr>
          <p:cNvSpPr/>
          <p:nvPr/>
        </p:nvSpPr>
        <p:spPr>
          <a:xfrm>
            <a:off x="4567892" y="696444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5BABBAF6-33F7-FD20-E420-FC770D17150F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B1C5AEF9-87AA-E6C6-AED3-3E18C259D20E}"/>
              </a:ext>
            </a:extLst>
          </p:cNvPr>
          <p:cNvSpPr/>
          <p:nvPr/>
        </p:nvSpPr>
        <p:spPr>
          <a:xfrm>
            <a:off x="5381963" y="696444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CBB44753-7DCC-10F7-1310-53F49D6DCD04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463A7814-2A11-4A24-077B-A3F703B90015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02920DB-6536-78E9-73C1-852A5ADF4698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5C70BB3-3751-7E1D-A9CF-1CE6ED3197BE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F0C007D-9493-576D-F9FD-3DE9966191E7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BAEE7727-CC52-4145-9D27-06D71634327D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E986189C-C125-6B8D-C201-2BDBD2FE1337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FAD5C36-C4B4-BD13-5802-B76C5CED948E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CEA69DB-D2AF-9762-F33B-6CF4CAF435F7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097FE6E-06FF-ECEF-0A82-7FF514443AA2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FB2B6CB-9419-306C-28EC-B00B7B8B9193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0BCD0C9-EC68-C779-7A07-B433CD68E947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BFA6C088-1A1C-6283-6362-C6413660DB0F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967D0765-F836-7DE1-208F-1BA4CB49B990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D509F5E-C8A6-EABE-2DDE-7CFFE0522D17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CCB2DDE-683C-6ADC-AB70-D8761539D676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59A461D-E4EF-627D-4FBC-A495984B9FD7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2E230A5-9CDA-0F53-8162-86F675147A00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F8EBB94-81D2-B020-A458-7EAFA7CBCEE1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CF82881-A753-310D-4081-AF90D9555D9B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947C8C3-A0C6-6E84-BB31-FBCAECB150E8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500F7F-B976-A77C-0040-997F9F2F4EB3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DF8AD7E-AC7B-7305-DFB0-CB88B3205018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459D9F6-F857-9ABC-C929-3203B94F6DBF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E0F480C-E265-88C4-791C-F49ECE230E22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5DCB53A-0F66-17D1-C1EE-2DFA367FC4CD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7F2DD8E-CAF3-A02E-9474-BF0AE44E962E}"/>
              </a:ext>
            </a:extLst>
          </p:cNvPr>
          <p:cNvSpPr txBox="1"/>
          <p:nvPr/>
        </p:nvSpPr>
        <p:spPr>
          <a:xfrm>
            <a:off x="2266176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43F0FFA-487A-A25C-DB03-02A392A150A5}"/>
              </a:ext>
            </a:extLst>
          </p:cNvPr>
          <p:cNvSpPr txBox="1"/>
          <p:nvPr/>
        </p:nvSpPr>
        <p:spPr>
          <a:xfrm>
            <a:off x="5581473" y="77043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224F5DE-3A30-3A07-3C2A-7E8E968447ED}"/>
              </a:ext>
            </a:extLst>
          </p:cNvPr>
          <p:cNvSpPr txBox="1"/>
          <p:nvPr/>
        </p:nvSpPr>
        <p:spPr>
          <a:xfrm>
            <a:off x="3869258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4744968-1BD5-9D2D-FA26-1F5703A4F353}"/>
              </a:ext>
            </a:extLst>
          </p:cNvPr>
          <p:cNvSpPr txBox="1"/>
          <p:nvPr/>
        </p:nvSpPr>
        <p:spPr>
          <a:xfrm>
            <a:off x="3097342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457EE41-AB10-B9F7-E6BF-2ED2577D29DE}"/>
              </a:ext>
            </a:extLst>
          </p:cNvPr>
          <p:cNvSpPr txBox="1"/>
          <p:nvPr/>
        </p:nvSpPr>
        <p:spPr>
          <a:xfrm>
            <a:off x="4740244" y="767435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AF77670-8C2B-3E72-60E2-18F28B33D1E9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16FA7AA-9788-20E5-3AC0-6AC78A4C7774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84BBDA8-2C7F-C2CB-504D-723855A0F592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BF9B077-F0F1-EF4D-B55D-6949B3560F4B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451F10C9-8B27-CEE7-376B-9A33E64081CD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B11EBB7D-F0EE-4173-C445-F6EA85CB984B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804FE982-6446-3096-0580-5581ACD2E560}"/>
              </a:ext>
            </a:extLst>
          </p:cNvPr>
          <p:cNvSpPr/>
          <p:nvPr/>
        </p:nvSpPr>
        <p:spPr>
          <a:xfrm>
            <a:off x="12487534" y="1990253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2D0B8B19-1601-F31C-878D-84CA934F6F5A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0B33848F-2CB1-205F-C057-5022BCCAA561}"/>
              </a:ext>
            </a:extLst>
          </p:cNvPr>
          <p:cNvSpPr/>
          <p:nvPr/>
        </p:nvSpPr>
        <p:spPr>
          <a:xfrm>
            <a:off x="12467671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3984BA5C-F003-D463-B1E6-AAC0EB36DD3E}"/>
              </a:ext>
            </a:extLst>
          </p:cNvPr>
          <p:cNvSpPr/>
          <p:nvPr/>
        </p:nvSpPr>
        <p:spPr>
          <a:xfrm>
            <a:off x="12467671" y="432713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27533178-0F1F-E308-014D-8DC9DA22D6F3}"/>
              </a:ext>
            </a:extLst>
          </p:cNvPr>
          <p:cNvSpPr/>
          <p:nvPr/>
        </p:nvSpPr>
        <p:spPr>
          <a:xfrm>
            <a:off x="12467671" y="356054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0B8BAFD6-AA69-5D18-3EFC-FD30FA757B0B}"/>
              </a:ext>
            </a:extLst>
          </p:cNvPr>
          <p:cNvSpPr/>
          <p:nvPr/>
        </p:nvSpPr>
        <p:spPr>
          <a:xfrm>
            <a:off x="12487534" y="281368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7" name="Oval 26" descr="Man with facial hair">
            <a:extLst>
              <a:ext uri="{FF2B5EF4-FFF2-40B4-BE49-F238E27FC236}">
                <a16:creationId xmlns:a16="http://schemas.microsoft.com/office/drawing/2014/main" id="{910FDE68-E9E4-63F2-7EBB-3D6F3189E39F}"/>
              </a:ext>
            </a:extLst>
          </p:cNvPr>
          <p:cNvSpPr/>
          <p:nvPr/>
        </p:nvSpPr>
        <p:spPr>
          <a:xfrm>
            <a:off x="13319484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2766801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AE028-C0C7-629D-DCA6-67C29F55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A2C9DF8-901D-8F4D-605D-830751286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0CB494-7850-352D-FB46-C31763CF2CA3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9F6291C8-A0DF-4F03-3A1E-1454CF5ED6AC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E057E9-5E4B-6B14-000D-1EF1861F8EE6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08C8FDD6-0646-EDFB-8DE2-915B800D755B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8870F2A6-3706-8FAC-D9CE-BE1B8CA1FDFE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5493BDD1-F461-B519-50B1-EF4B70B97266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6BD6E15A-C41C-5F0A-23B1-293D4467FED1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75F7800-4385-3853-405D-E070F06E1627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2E30705-04DE-A4D4-A31F-3CA944DFB1FD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20C26065-F164-B664-F168-4E83DAAAD340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29352D-1B35-1B74-09A0-A236204C3FD7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06163B16-BDE6-AE73-5094-3EBBEE552FE3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2038D6-CB3A-E93D-E143-A1C760502F49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59D5B6B-6273-5E07-AB6D-F9D3251288B5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4CC9FB63-C592-3D3B-10AE-4DE882BFC191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F226BEAB-17C7-465E-332C-289035205A36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7A2BDE97-AC9F-7B1B-02EE-6C96427C6FAF}"/>
              </a:ext>
            </a:extLst>
          </p:cNvPr>
          <p:cNvSpPr/>
          <p:nvPr/>
        </p:nvSpPr>
        <p:spPr>
          <a:xfrm>
            <a:off x="2897832" y="696444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6F63C9C9-E9FF-0F4F-DC83-4F91910E8625}"/>
              </a:ext>
            </a:extLst>
          </p:cNvPr>
          <p:cNvSpPr/>
          <p:nvPr/>
        </p:nvSpPr>
        <p:spPr>
          <a:xfrm>
            <a:off x="3732862" y="699690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91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8AC720C4-6370-2CBD-A529-A601EB8366B3}"/>
              </a:ext>
            </a:extLst>
          </p:cNvPr>
          <p:cNvSpPr/>
          <p:nvPr/>
        </p:nvSpPr>
        <p:spPr>
          <a:xfrm>
            <a:off x="4567892" y="696444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3C508C41-70CC-C0A2-E943-300170C8D356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B37CDA7B-3023-75D3-E31B-17BC650B6F73}"/>
              </a:ext>
            </a:extLst>
          </p:cNvPr>
          <p:cNvSpPr/>
          <p:nvPr/>
        </p:nvSpPr>
        <p:spPr>
          <a:xfrm>
            <a:off x="5381963" y="696444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A98674DF-D622-7A24-1A3B-A30AC2D16510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CAAC28F3-0382-1017-6C0A-AB8548B4424C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2C4341D-212F-F3BD-C521-2A50394B6AFF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93C910-01E9-7212-A3D3-8EDDBD20BE9D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216D179-EB92-5652-BBA3-633E569792A4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6C80CC34-8F7B-6080-E97B-A1B95522854B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44691A9D-FF16-68C7-BA3B-AB472E51A9A0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890A9DB-7F2B-E939-3B73-0605CD889547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62D942F-4A95-E1B3-F177-64D348844801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6C8EF9B-EFC3-61BE-4818-46411700340B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CBA126D-22BB-0B3B-98BD-B6A0083B78C6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DF893A8-62CE-7E0E-58A4-B95E5239A6D9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FFE077C0-3266-6222-0332-9DD0D2BD93C1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EF9F9D4A-8BA3-98FF-6B37-B9CE6E5E8A5D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D0993D6-26CF-8BD3-3DB5-49DD0085ADBA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D217A9D-DA27-BBFE-E5D5-0F7141F01AB4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E435EA0-DE28-8D74-F1BC-E5C94AFF9B29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8340022-F202-8429-75D4-677A5156769B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0D01984-A386-9FBC-9BD3-0A68BAFDAFE9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2E37301-7195-6EF8-1EF9-B6AA0254B4DD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04E6F3D-4A35-8515-0D13-F757C2209398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7A0EE07-7387-21B4-67C4-047159B3F250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F48D0BF-7575-402C-C338-8D5085D8EA74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B112C38-41F5-2CA7-5C2F-53833FB9354F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888C0CA-4A9E-461F-8F07-2DC5F583B841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07E1AC6-4F3F-A2E8-6D9E-0D09D7E70723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BFD279B-1A13-2E4D-AD35-7BD76F5B3706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8B7909B-40F4-6A75-6C3E-A9D2A6303E23}"/>
              </a:ext>
            </a:extLst>
          </p:cNvPr>
          <p:cNvSpPr txBox="1"/>
          <p:nvPr/>
        </p:nvSpPr>
        <p:spPr>
          <a:xfrm>
            <a:off x="5581473" y="77043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A65F786-0598-CE34-5D1D-61024740038F}"/>
              </a:ext>
            </a:extLst>
          </p:cNvPr>
          <p:cNvSpPr txBox="1"/>
          <p:nvPr/>
        </p:nvSpPr>
        <p:spPr>
          <a:xfrm>
            <a:off x="3869258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0F6C094-69BE-DC58-07F2-3B1AEEC317D2}"/>
              </a:ext>
            </a:extLst>
          </p:cNvPr>
          <p:cNvSpPr txBox="1"/>
          <p:nvPr/>
        </p:nvSpPr>
        <p:spPr>
          <a:xfrm>
            <a:off x="3097342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DEC50E8-748D-74EE-7E7C-A2596293ED32}"/>
              </a:ext>
            </a:extLst>
          </p:cNvPr>
          <p:cNvSpPr txBox="1"/>
          <p:nvPr/>
        </p:nvSpPr>
        <p:spPr>
          <a:xfrm>
            <a:off x="4740244" y="767435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38D624D-BCAB-5F20-EF47-EC2E9C1D5F03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E0DB93D-4693-31B3-31EB-273471528783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F1408A1-9685-0C92-A213-817EC71516BF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A64E9A1-7AF2-86D7-DBBB-316EDF215AA4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F56DECEF-FF81-9322-E75A-4F4F74CFF1B8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F5B92A3A-4B33-780A-DEEF-E418EF3228B5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CDB5FE5A-5F38-0521-E133-481FB3375845}"/>
              </a:ext>
            </a:extLst>
          </p:cNvPr>
          <p:cNvSpPr/>
          <p:nvPr/>
        </p:nvSpPr>
        <p:spPr>
          <a:xfrm>
            <a:off x="12487534" y="1990253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663E6604-735E-1FDC-65CA-CC3F57C27F95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9BE64540-375B-4BDD-B046-3E508F790BFC}"/>
              </a:ext>
            </a:extLst>
          </p:cNvPr>
          <p:cNvSpPr/>
          <p:nvPr/>
        </p:nvSpPr>
        <p:spPr>
          <a:xfrm>
            <a:off x="12467671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A14F07B6-02DF-9184-3085-000E0E5AFEEA}"/>
              </a:ext>
            </a:extLst>
          </p:cNvPr>
          <p:cNvSpPr/>
          <p:nvPr/>
        </p:nvSpPr>
        <p:spPr>
          <a:xfrm>
            <a:off x="12467671" y="432713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509AC3DB-5C83-C7D1-73A2-5167E1D4F116}"/>
              </a:ext>
            </a:extLst>
          </p:cNvPr>
          <p:cNvSpPr/>
          <p:nvPr/>
        </p:nvSpPr>
        <p:spPr>
          <a:xfrm>
            <a:off x="12467671" y="356054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338F4736-08AF-589D-A0FB-2C727D6CD930}"/>
              </a:ext>
            </a:extLst>
          </p:cNvPr>
          <p:cNvSpPr/>
          <p:nvPr/>
        </p:nvSpPr>
        <p:spPr>
          <a:xfrm>
            <a:off x="12487534" y="281368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Oval 5" descr="Man with facial hair">
            <a:extLst>
              <a:ext uri="{FF2B5EF4-FFF2-40B4-BE49-F238E27FC236}">
                <a16:creationId xmlns:a16="http://schemas.microsoft.com/office/drawing/2014/main" id="{9282EC2A-F627-A23B-F6DA-2D1ADF9545C1}"/>
              </a:ext>
            </a:extLst>
          </p:cNvPr>
          <p:cNvSpPr/>
          <p:nvPr/>
        </p:nvSpPr>
        <p:spPr>
          <a:xfrm>
            <a:off x="13319484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1301024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6CBD8-2B2F-73DE-AE94-69FE1B39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5C1731F-6221-0B82-168B-3E6A596B4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B4C02-5E94-3C1C-D28E-6A54364898C6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180534C4-9338-0C9F-953B-41C562325087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A6B516-F465-3CDE-ACEB-8910BD98B8F5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5E683747-A9CB-6E7F-2AF2-277AFBC5F473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512ED4F7-50F9-F187-7E9A-228CC9AF5A9B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0B00594B-F917-E12A-DFB7-807C7469218A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4690E6BA-E51C-ABE1-B956-0382EFD0F3F6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C5341E8-535E-2391-CF24-6EDDB0178A9E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20D6545-3ED8-08A4-2EC0-EDE11D4DA4F6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E5D6C610-A0EC-FB60-B217-8CC4753909A0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5F8DE16-2CEF-E8DF-53A1-9E80E9403C79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2029D0EB-4505-A91C-8C39-EC4E26378BA7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D4C20C-AC79-E890-E1AF-E4D69A7284A9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B3EB40D-087C-BF00-C46D-4C06015F28D8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448E4988-FA3B-47A2-4A41-8160F320885F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3430303F-78BD-68E4-12B3-1596DE6A583D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50F6E617-D7F4-4AD9-2CCD-96140CC688BA}"/>
              </a:ext>
            </a:extLst>
          </p:cNvPr>
          <p:cNvSpPr/>
          <p:nvPr/>
        </p:nvSpPr>
        <p:spPr>
          <a:xfrm>
            <a:off x="2897832" y="696444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640D4509-4C77-9F83-8E87-9B4AFA7CF0B6}"/>
              </a:ext>
            </a:extLst>
          </p:cNvPr>
          <p:cNvSpPr/>
          <p:nvPr/>
        </p:nvSpPr>
        <p:spPr>
          <a:xfrm>
            <a:off x="3732862" y="699690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91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0B8C8EE5-3D00-0D08-F5CD-F2F4A5E07943}"/>
              </a:ext>
            </a:extLst>
          </p:cNvPr>
          <p:cNvSpPr/>
          <p:nvPr/>
        </p:nvSpPr>
        <p:spPr>
          <a:xfrm>
            <a:off x="4567892" y="696444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5A18C332-54B6-0105-2043-F7D1C1B5E34E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94E4134C-BB8D-B0A1-13AE-3E54E943C3EF}"/>
              </a:ext>
            </a:extLst>
          </p:cNvPr>
          <p:cNvSpPr/>
          <p:nvPr/>
        </p:nvSpPr>
        <p:spPr>
          <a:xfrm>
            <a:off x="5381963" y="696444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648D0CFE-B07D-233C-5C9A-6EF34BDF4D9C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33A306C8-F7B7-976F-D855-AF7A13E19031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AA06460-ADEF-DBFF-B392-4BBD195CD7DF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47CF902-665A-0C7D-04C8-3720DC2349C3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865E1D3-3E77-25AA-B5E9-B968FEDA946E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2AAF84C0-A77D-E22B-8171-8EB31AF78604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6743C1A5-E8C1-A231-CA13-ACFA68D15BEE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B49129E-45EE-FF1E-AD8F-87E8A4FA0E6B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4363DDA-37CE-411A-AFB9-C879474B986C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0205B73-DF89-905C-A173-759BA8126288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D01CE74-00EF-2472-C953-A70C0B92B0C3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A9EF4A6-A747-69BD-1BDF-DA019D3EA00D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62840182-3254-6F84-B65B-AA59BCD8A262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C1127C23-512B-3C91-E44D-5E56406901F0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246B9E5-83BE-D5ED-98AA-AF5B4BFDB24C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3BFB1EC-5780-E0F6-7791-E04B9D3683BD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B752CFF-9988-8B7D-58A2-C1886B6112E8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2F1F182-0F5D-7930-E7BB-35871C39C7F4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5CE5303-7C99-36F6-6C7C-4958F3B5EC27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316E45F-E504-6E47-41BC-E5EDFC1054AB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5F97168-AA97-2072-359F-E90E2EE5EE98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9E53D11-188B-5C2B-3E8A-F30865497AD8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12C8E7B-B6F8-B20B-9FEF-563ADA3203FC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16DDD31-9280-BDF1-A348-8F245C8CA943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3A69AE0-D5E0-2DC6-AA01-598D06F8ACF3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2396AC7-A481-C485-A669-A658258D0005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64D4C33-B009-05A7-967D-8ED5016416A0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2DEF664-E0C2-EBFA-A11C-611D0C151B41}"/>
              </a:ext>
            </a:extLst>
          </p:cNvPr>
          <p:cNvSpPr txBox="1"/>
          <p:nvPr/>
        </p:nvSpPr>
        <p:spPr>
          <a:xfrm>
            <a:off x="5581473" y="77043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18D9273-4EDD-2583-ED7E-23D1ABE4D0F1}"/>
              </a:ext>
            </a:extLst>
          </p:cNvPr>
          <p:cNvSpPr txBox="1"/>
          <p:nvPr/>
        </p:nvSpPr>
        <p:spPr>
          <a:xfrm>
            <a:off x="3869258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FA0BDF7-3C10-88A0-A640-68251D60177A}"/>
              </a:ext>
            </a:extLst>
          </p:cNvPr>
          <p:cNvSpPr txBox="1"/>
          <p:nvPr/>
        </p:nvSpPr>
        <p:spPr>
          <a:xfrm>
            <a:off x="3097342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36E24CB-D777-5AB9-AAA1-4F271B7AC5B2}"/>
              </a:ext>
            </a:extLst>
          </p:cNvPr>
          <p:cNvSpPr txBox="1"/>
          <p:nvPr/>
        </p:nvSpPr>
        <p:spPr>
          <a:xfrm>
            <a:off x="4740244" y="767435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7F1889E-74B5-58F9-26B8-73BFC67C4DE4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999A44A-D385-09B4-E14D-2B5E47606A70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AC2E8D7-6920-F44D-269B-AC2B87682F28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9766382-5644-A71D-76FF-07FCA2B2CC6A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60B29A0F-AD63-A8C4-617A-402121A8E564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6E167AB6-6BD5-095A-F790-02762CDBDC36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1BD8F991-AAF4-0536-7AD9-CE04F7B4E297}"/>
              </a:ext>
            </a:extLst>
          </p:cNvPr>
          <p:cNvSpPr/>
          <p:nvPr/>
        </p:nvSpPr>
        <p:spPr>
          <a:xfrm>
            <a:off x="12487534" y="1990253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5D1B49B2-0174-BA16-4925-8051DEEEC753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3307F83A-C040-20C8-6A90-85B8C4556B2E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61C5C1BB-A952-413B-458B-354E68D1D9A3}"/>
              </a:ext>
            </a:extLst>
          </p:cNvPr>
          <p:cNvSpPr/>
          <p:nvPr/>
        </p:nvSpPr>
        <p:spPr>
          <a:xfrm>
            <a:off x="12467671" y="432713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18A9BA23-8D7A-5975-90FD-624D47257E64}"/>
              </a:ext>
            </a:extLst>
          </p:cNvPr>
          <p:cNvSpPr/>
          <p:nvPr/>
        </p:nvSpPr>
        <p:spPr>
          <a:xfrm>
            <a:off x="12467671" y="356054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542C6F49-169D-EEE1-FF2A-12AA61470B2C}"/>
              </a:ext>
            </a:extLst>
          </p:cNvPr>
          <p:cNvSpPr/>
          <p:nvPr/>
        </p:nvSpPr>
        <p:spPr>
          <a:xfrm>
            <a:off x="12487534" y="281368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18EF0E6A-A90D-83F7-9D8F-4580ADC26D33}"/>
              </a:ext>
            </a:extLst>
          </p:cNvPr>
          <p:cNvSpPr/>
          <p:nvPr/>
        </p:nvSpPr>
        <p:spPr>
          <a:xfrm>
            <a:off x="13319484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10097080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845FA-CD0B-4262-D1F5-286F60FF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42F97F7-04D8-4D09-1AFC-4FDA675BE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8029E-63E9-3B80-8377-F03BD5473430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356FE589-D3B4-E0A0-D2E6-2948E81DEA58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CF4928-DABB-6E65-2B02-A2A3AF373F16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2BB115D7-51AC-B188-0836-17A35F72FB14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C4A59B91-E3E0-C920-5A01-44C6FF1891F7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B44FF0D2-EF6C-DA43-42A4-C470789F521D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537DA429-2CDD-1C9C-27E6-549301C31A0E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22B7E11-0962-4FCC-6535-5F2902CB0AE0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6EBC03-E6DA-DD37-3D3F-712F952050CF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5555406C-49B7-F9A8-4B77-866D50A6CA3F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4E8B827-EFA9-3D69-5547-9748481431C5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C86A8312-FA3D-3238-0B15-80D8B5E3D3DB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08CC8B-B6F1-71CE-BC5A-0AAB6C011C62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8D8AD2-E0B2-5413-491C-B5F1C6263CF1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B8F93C3F-4C4E-1B52-B458-F908317CAFAA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3B35C369-4F07-1FBC-BB1D-6D344E8F06BA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14E3C0FA-28CE-FC5C-257E-4DB17C9C693F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553E78BC-6EF6-1D14-B91F-66B241FDB3BE}"/>
              </a:ext>
            </a:extLst>
          </p:cNvPr>
          <p:cNvSpPr/>
          <p:nvPr/>
        </p:nvSpPr>
        <p:spPr>
          <a:xfrm>
            <a:off x="3732862" y="699690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91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9C727A47-16F4-F6C9-8F81-E9923693A506}"/>
              </a:ext>
            </a:extLst>
          </p:cNvPr>
          <p:cNvSpPr/>
          <p:nvPr/>
        </p:nvSpPr>
        <p:spPr>
          <a:xfrm>
            <a:off x="4567892" y="696444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E06E4019-66D0-E859-EB4B-E3E2BB49B5FD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9EE21C40-931A-6FD3-C3DB-293316376E48}"/>
              </a:ext>
            </a:extLst>
          </p:cNvPr>
          <p:cNvSpPr/>
          <p:nvPr/>
        </p:nvSpPr>
        <p:spPr>
          <a:xfrm>
            <a:off x="5381963" y="696444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684D64C0-7B23-1C2E-C91D-820B57833912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9DD831BE-D682-FDDC-5D64-956A65384670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AD3A930-3D22-CE9C-2C43-5FEF4DAB5303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BC23644-EE0D-D00B-E47B-3ACC929250D7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428261D-0FC6-F121-7056-85E69E9842EF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E3DDB3F9-2CDC-0F67-3E48-523E10DC1504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0E2840EB-EFFC-9B5C-10B8-220DC40EE9BA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D983FFA-F380-F9FB-2998-05403A3F3A41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FAAF8B-E7D7-3191-B000-4DEDCB00F3D4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14F79A1-8CD5-7CEA-904D-B32DE8231DC1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5EAE37F-DA25-7EDF-D259-B5ED0588ED24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CF39ED8-2481-2AB6-3B90-6663517F812D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A1CF0776-D149-87CF-3088-BFAF159E8EAD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C25B7A63-5A06-B150-8A9F-4129003E9527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5C1AEE6-7C3B-9E85-2C85-CEAD0FD57B68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5D37A44-290E-4B42-37D8-DC16FD3978D0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47A6DDF-47EC-1A72-7C70-DF33137318FF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A063A90-C1DA-36B6-54D0-862B77CB610E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61940FF-313A-0FE6-3BFC-E37350323906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600A569-34EB-98BB-B6D3-F40C9DD11EE2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608B5D8-2961-0EAD-7FE7-9D7A433D7516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95CB45A-594C-FEEA-A630-E2FC525FBEC6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78DD3F0-9015-BD9D-5C3A-4E3267CCD297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5890952-B974-D1D1-F735-E028E188C405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6930B33-6563-4A97-1CFD-4CFABA9D68AB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325449E-C27C-3A25-9945-CBB005079761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FA85F4D-6D20-02AE-5AC4-D432A188F5ED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4C7054D-4590-8E1A-3B9E-E3707FD4E992}"/>
              </a:ext>
            </a:extLst>
          </p:cNvPr>
          <p:cNvSpPr txBox="1"/>
          <p:nvPr/>
        </p:nvSpPr>
        <p:spPr>
          <a:xfrm>
            <a:off x="5581473" y="77043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45BE095-5198-CAD5-D0AD-BBA85964A3F8}"/>
              </a:ext>
            </a:extLst>
          </p:cNvPr>
          <p:cNvSpPr txBox="1"/>
          <p:nvPr/>
        </p:nvSpPr>
        <p:spPr>
          <a:xfrm>
            <a:off x="3869258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845B531-1175-B412-501E-038F19BA5525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62AEF40-C1C7-AF78-2378-115EC0F60BBF}"/>
              </a:ext>
            </a:extLst>
          </p:cNvPr>
          <p:cNvSpPr txBox="1"/>
          <p:nvPr/>
        </p:nvSpPr>
        <p:spPr>
          <a:xfrm>
            <a:off x="4740244" y="767435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580C774-6ECE-1D2C-6972-F2E784B3851E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F681E41-94A6-64EB-B82A-D3A49AAC2CA9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442C2AD-E814-BC7E-BBB0-626FD4FCF2AC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ED4CA61-0926-4D8C-869F-129C60BFF234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C5DD3749-A6D3-6B1E-317D-5E75CC460386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67155B4F-B005-38DE-44D8-E8285FB77CCE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C9DE6891-A8DE-A315-1501-AE50292A3257}"/>
              </a:ext>
            </a:extLst>
          </p:cNvPr>
          <p:cNvSpPr/>
          <p:nvPr/>
        </p:nvSpPr>
        <p:spPr>
          <a:xfrm>
            <a:off x="12487534" y="1990253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2BDFF3EF-1833-668D-4745-E29EA73DA5E9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A0C02231-7C95-84D3-F975-188EF8E2B2DE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BC297C12-D662-5242-3F9A-C3603EF84C85}"/>
              </a:ext>
            </a:extLst>
          </p:cNvPr>
          <p:cNvSpPr/>
          <p:nvPr/>
        </p:nvSpPr>
        <p:spPr>
          <a:xfrm>
            <a:off x="12467671" y="432713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53BC9CCA-21BB-FB79-FF45-34F86866D686}"/>
              </a:ext>
            </a:extLst>
          </p:cNvPr>
          <p:cNvSpPr/>
          <p:nvPr/>
        </p:nvSpPr>
        <p:spPr>
          <a:xfrm>
            <a:off x="12467671" y="356054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B60C4C16-2BDE-026B-FBE0-91B2342E39CB}"/>
              </a:ext>
            </a:extLst>
          </p:cNvPr>
          <p:cNvSpPr/>
          <p:nvPr/>
        </p:nvSpPr>
        <p:spPr>
          <a:xfrm>
            <a:off x="12487534" y="281368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C983E13B-1876-3C00-9867-D11D9EC32B48}"/>
              </a:ext>
            </a:extLst>
          </p:cNvPr>
          <p:cNvSpPr/>
          <p:nvPr/>
        </p:nvSpPr>
        <p:spPr>
          <a:xfrm>
            <a:off x="13319484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5141223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CA6BB8-F7F4-0DB9-C1EF-8068D0AF0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344E3F-6FEC-B76F-798A-8249A9E40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4C719-31E0-47F8-F441-E62302F3948F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05D46601-17EC-0EF3-FE97-2575386BB18C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D7CCA9-A3E9-9F7E-CFB2-DE7168A2EB03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C67269BE-C717-7701-19B5-C5543A8FE7C6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F949DA51-B5D0-AABC-0CE7-F669A527630D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99548558-F9AB-57AE-763D-EE3CCDC6A216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27805344-C271-B392-F62F-D5B27FED1EF9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19D95C3-68A9-B5AA-51CC-BAECB6F79BD5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0A9E62C-F091-4F6A-7812-8964784663E6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A2A49939-8523-0DD1-3522-4E51776B0331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45B60-19EB-2AF0-F5B7-21C2BBE6D8DD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76D18B8D-A225-8B72-DAB4-D4113F2D7A7C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E93973-05A3-F242-B822-5B57ADBEB9EB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87F6B8D-8B6C-7F79-5D6B-E72D34A5E957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91AF37DF-89CA-3626-5996-9222869A1179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83787F35-ADF2-E833-487D-154EA6FF4224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92186D47-3524-1271-F79B-5F9A6010501A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6EC6C1DE-32B5-57C9-7C02-59F6584CF593}"/>
              </a:ext>
            </a:extLst>
          </p:cNvPr>
          <p:cNvSpPr/>
          <p:nvPr/>
        </p:nvSpPr>
        <p:spPr>
          <a:xfrm>
            <a:off x="3732862" y="6996908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91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854DE37A-06E1-91BF-9AFE-4232354A82D2}"/>
              </a:ext>
            </a:extLst>
          </p:cNvPr>
          <p:cNvSpPr/>
          <p:nvPr/>
        </p:nvSpPr>
        <p:spPr>
          <a:xfrm>
            <a:off x="4567892" y="696444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67B8A439-DC22-D589-FF33-117FB19B952E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7D0BC4FD-207A-9CAD-FD55-3894AF4DD392}"/>
              </a:ext>
            </a:extLst>
          </p:cNvPr>
          <p:cNvSpPr/>
          <p:nvPr/>
        </p:nvSpPr>
        <p:spPr>
          <a:xfrm>
            <a:off x="5381963" y="696444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6992538E-B356-B283-7A7D-461DA583466B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F4A29ECD-E649-C1F3-54A6-13BC11997D0D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87DC5A9-3222-3545-A7EE-F489BDF68F68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63104FE-AD37-4C7F-8E31-D6CA7DDCE61B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9A4C9FC-5A71-1517-59EE-A5B32B390C95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0FA225B7-40D1-94A8-2B6B-41F77C9EE729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6C8EEA93-A1A0-A20F-1070-7579183C8381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BB51B08-BD81-5646-75AC-6C162015DBA7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CE9889A-E40A-3280-6CC4-4F6C96354ACA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3187BA1-5A3F-3278-FE68-5318DD9A5B58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AB28AB9-CF16-00C2-837F-0665A7C8D88E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1DAB4D5-B1D5-9BFE-964D-4E085F3DD90E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357DEDAE-1788-47F9-37BB-15C40B90054F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4558469A-A522-32F7-11AD-0BA4D8921805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F398BB5-08DB-F974-6355-85294A43BB37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78E2EB6-56A3-E11B-341E-842D69E31760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8DC9CCD-6C35-9BC1-1E48-16BFA4CA6A80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586B80-A9B6-EEB8-A5DD-DC9BEF4F5DEB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528309D-46EB-FF7D-272F-FEB9501BA0B3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03F4ADB-FEE5-9A3F-3B77-9EE039D7B123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8F6DB34-3C1E-C859-2E79-9EF6788D7A4E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D7235B9-85F6-054A-E16A-6E1977904FE8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F7D840F-5E0D-0420-6A1D-151535062961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14C810F-F23D-55FF-067A-F6E76061E69A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842F9DF-DAE0-8C35-66C1-72EFFF13B467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466793B-F50C-50A1-B51A-74618C82E552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C8B1AC1-278F-D490-83C2-BBE9B081C721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BB785A7-81AC-8EED-9E6B-018E1A82D260}"/>
              </a:ext>
            </a:extLst>
          </p:cNvPr>
          <p:cNvSpPr txBox="1"/>
          <p:nvPr/>
        </p:nvSpPr>
        <p:spPr>
          <a:xfrm>
            <a:off x="5581473" y="77043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96C70D2-6DBB-40A6-714A-FF5773A45836}"/>
              </a:ext>
            </a:extLst>
          </p:cNvPr>
          <p:cNvSpPr txBox="1"/>
          <p:nvPr/>
        </p:nvSpPr>
        <p:spPr>
          <a:xfrm>
            <a:off x="3869258" y="7696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FB75DE9-798A-77F5-DE8F-09A6C4E3F2C9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5018E3A-B90F-FF69-93C6-31708275EB43}"/>
              </a:ext>
            </a:extLst>
          </p:cNvPr>
          <p:cNvSpPr txBox="1"/>
          <p:nvPr/>
        </p:nvSpPr>
        <p:spPr>
          <a:xfrm>
            <a:off x="4740244" y="767435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510E5B7-1015-E0A0-2687-AFAE0B3B218C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B3D91C3-040F-C9FE-7009-CE5CEAE7BCD4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58A4B32-853E-E336-A91A-E23A04E0A31F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B657FE2-C652-260D-6428-82AECAC8FA21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34158532-347C-FB96-F685-B839D3463763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E7F11153-353C-CDE0-D178-063751197E26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93520698-8739-91BB-86FA-5E9CC3CAAD17}"/>
              </a:ext>
            </a:extLst>
          </p:cNvPr>
          <p:cNvSpPr/>
          <p:nvPr/>
        </p:nvSpPr>
        <p:spPr>
          <a:xfrm>
            <a:off x="12487534" y="1990253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3CC49374-08D3-B78F-237E-6D335FC8B955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A79FEFEC-2987-079A-1741-536CECB864A9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A219DE98-73EE-C157-CC27-78F794C7D03A}"/>
              </a:ext>
            </a:extLst>
          </p:cNvPr>
          <p:cNvSpPr/>
          <p:nvPr/>
        </p:nvSpPr>
        <p:spPr>
          <a:xfrm>
            <a:off x="12467671" y="432713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9E197748-4844-C9C2-DC0A-04ADEAE744C6}"/>
              </a:ext>
            </a:extLst>
          </p:cNvPr>
          <p:cNvSpPr/>
          <p:nvPr/>
        </p:nvSpPr>
        <p:spPr>
          <a:xfrm>
            <a:off x="12467671" y="356054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B44EC61C-C527-DFE4-61C9-DD78BC234D91}"/>
              </a:ext>
            </a:extLst>
          </p:cNvPr>
          <p:cNvSpPr/>
          <p:nvPr/>
        </p:nvSpPr>
        <p:spPr>
          <a:xfrm>
            <a:off x="12487534" y="281368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485577B4-5ED5-91DF-3FA3-0172509F8CA7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2223655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B4FA2-47D6-035A-DCBA-AF40BEE0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15C8234-C7E0-9DAC-6B8D-B791F1FE6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3066D-21C9-E86D-A67D-7AF2F1924EE0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3558363A-0D5E-F318-AC79-C16A9E6EB7BE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88643E-2117-96EE-A5D1-FB8BD71D6B59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D010969A-C483-83B9-DBCE-BFE8994EE0F7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13EBD583-6E25-E3F6-BFB8-FF56E9B26E98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B048039C-C0B8-609E-B223-4F83468BD248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FE955BD3-2927-A497-AAFC-52BEE33528CA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BA8BD5-6197-1A3C-0FE2-441BE3A13EC9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4385941-196C-6E43-89AD-AC8C7F342319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044A26F8-9091-07FC-DCB2-174D76E751F0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195836-BE9D-CE0A-E4AD-12561FAFABD0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7E3E8544-9982-2B58-2E0A-8C180B49E8B5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63F1FE-5851-94E2-52B6-FBF054899C0D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992D7A5-9946-CEDA-5295-D5A1386AAD8C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FF584E2A-7BC7-6BDD-2CBE-51A0FB767DB0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642429B8-C40B-4C75-5D4F-98E7B0708518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185531FF-2CA7-D93D-79C2-9747DA5FA33E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3F33D28A-AECD-7422-6DE5-73EE75BA06D5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91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4182D9F2-715A-36CB-08D6-3775044509D4}"/>
              </a:ext>
            </a:extLst>
          </p:cNvPr>
          <p:cNvSpPr/>
          <p:nvPr/>
        </p:nvSpPr>
        <p:spPr>
          <a:xfrm>
            <a:off x="4567892" y="696444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8F73347E-FB0C-FA90-FB67-CFC76DF82215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9AB3CE8E-5256-5023-530A-4F32113E17A9}"/>
              </a:ext>
            </a:extLst>
          </p:cNvPr>
          <p:cNvSpPr/>
          <p:nvPr/>
        </p:nvSpPr>
        <p:spPr>
          <a:xfrm>
            <a:off x="5381963" y="696444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DF5F73A0-91DA-78B6-C49D-462EC1A47615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A2AFF925-18D2-54F9-E9DA-6B1CEC068D96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EF1CEFB-5DDD-2EAC-5DF1-404354AA36C3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9B5A4F2-BCFF-2568-A897-709ED8FE1897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C464CA7-F7DE-DCFC-867C-E5F4B6FEF757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20B8D994-9239-3215-865D-D0E295660C45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BECA7317-F025-9E70-979D-7CBB4E538FC7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6447959-4CDE-7ABC-4D20-990C3E8131FE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A1CF80D-C7A0-E126-90A0-2F8CD1547E32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2B79497-AA83-C01E-3D75-46D58019D150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87D8E15-7439-EE93-E14F-FFBE08D86591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5BC1F01-3F01-2E28-C2E8-F5CBC4ACE526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546A4C94-64D0-4B19-4F84-F281B4BE3776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E2DC3621-04B3-B033-320E-F66B92B60546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E0AA2E3-55B7-0939-05C7-50320ACE663E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3DB54A6-948D-80B6-5B27-ACEEE6576FE8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4A1343A-71BD-1EF5-4DAE-CC61FFD7A124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D707CC8-75EB-0F41-6257-780D9153E6CC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E2D449C-9406-89FD-F22B-B3740379F57C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208DA58-F006-FB56-041C-0877280545D8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6C0E6C-6DC1-222D-B389-5FBD82BE4851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B6DD60F-3F4E-1D3C-EBB1-F81579DF1A91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F92123D-6C78-BEDB-CEE6-BB357DFEF242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8BE9BC1-2367-45C9-41E5-F9F29B8443A6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C877692-4B24-09EC-3C23-854AAF63E5C5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ED9ED73-7CF2-41C4-C076-557B9E8FB478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8208D60-09F2-4A9A-5F91-52CB3D6DD47D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96345CA-63DA-FE8E-A9D8-CCEA39A01EB8}"/>
              </a:ext>
            </a:extLst>
          </p:cNvPr>
          <p:cNvSpPr txBox="1"/>
          <p:nvPr/>
        </p:nvSpPr>
        <p:spPr>
          <a:xfrm>
            <a:off x="5581473" y="77043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6F43F6D-9F4E-2FA4-C6D9-475B17B091A4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F565677-4E5A-C2D1-428E-4999CAD8F256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572057D-FAFC-E99A-3CB7-17551C88C3FC}"/>
              </a:ext>
            </a:extLst>
          </p:cNvPr>
          <p:cNvSpPr txBox="1"/>
          <p:nvPr/>
        </p:nvSpPr>
        <p:spPr>
          <a:xfrm>
            <a:off x="4740244" y="767435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CCFB03C-6D43-8F2B-1C2E-BF0D9FFC6E37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0D8EE50-CCEF-A3BA-3D6F-89BE83B510BD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EF07C0C-4D99-EE53-93C4-1E1A8952C20E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DF1EB15-498A-AEFA-C3BE-AC45D0B7A0B0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EF39B434-7731-281C-FF4A-B156E9B6A4C9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2A2DCEE3-5C39-044A-DF61-28A9CC772566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9C6CDC7B-A6CC-CD33-0B45-134FF4AB2CA4}"/>
              </a:ext>
            </a:extLst>
          </p:cNvPr>
          <p:cNvSpPr/>
          <p:nvPr/>
        </p:nvSpPr>
        <p:spPr>
          <a:xfrm>
            <a:off x="12487534" y="1990253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6B76345B-2C89-DB71-F7BE-70CB58D99FBA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F18B6604-8066-1A82-8C16-8960E5C5C998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3F72DD6C-9137-8093-A65C-FAD4C887711D}"/>
              </a:ext>
            </a:extLst>
          </p:cNvPr>
          <p:cNvSpPr/>
          <p:nvPr/>
        </p:nvSpPr>
        <p:spPr>
          <a:xfrm>
            <a:off x="12467671" y="432713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843F2B5F-D078-D755-AD80-273AC7F5DE27}"/>
              </a:ext>
            </a:extLst>
          </p:cNvPr>
          <p:cNvSpPr/>
          <p:nvPr/>
        </p:nvSpPr>
        <p:spPr>
          <a:xfrm>
            <a:off x="12467671" y="356054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FD9218C3-2F08-28F8-DAA9-86BB64189B88}"/>
              </a:ext>
            </a:extLst>
          </p:cNvPr>
          <p:cNvSpPr/>
          <p:nvPr/>
        </p:nvSpPr>
        <p:spPr>
          <a:xfrm>
            <a:off x="12487534" y="281368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755CEED0-105F-2271-29C5-215F353C7695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3362201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78F61-5F70-6C8A-2A8F-471A110C7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A571D18-F760-2566-97B1-BE980E563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AF5D6-992A-B8F5-70B4-7D09D2ACB430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F1F5D526-1366-4844-8F72-7D980F10AD9A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95C5BE-42FF-FDE8-A204-1D27E2CC5C6B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B56560B2-4D0D-5E6F-3E41-6D0C10D26DCD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E3625CB1-A2A0-7283-91EF-D3E2F63768B8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38CC7AED-CCF0-1422-04AA-66247E00738A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FD9F9863-CECF-F142-1FEE-D60BB2AD121E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BB55D2E-6CE9-B7CF-8102-C50A72E022E1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0A6FFAA-A7E9-5F98-4B56-1A05BF77CBD4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E49A7190-69EF-1AB9-BA64-1DF03A95DAFF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D7680A3-FD16-3D18-E8C0-AF60F4F9F1BD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D21ED08C-B830-8386-25F2-9B7DA36E9EB4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5BFA48-85D3-A9E9-F613-DD8F8B6BF2B4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2D96D71-312A-09B8-BC79-1498E65946D2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CCCF3508-47A7-7B29-8E18-114807F894D9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C6D24F5D-34C8-D9A3-7097-04547AE3F25E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C9C64E42-A734-5068-5318-317E542CE2C3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755B695B-B39D-7718-3A9F-BC75064B2C9C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B1ACD33F-38A6-CE32-A2CC-7F18F2984776}"/>
              </a:ext>
            </a:extLst>
          </p:cNvPr>
          <p:cNvSpPr/>
          <p:nvPr/>
        </p:nvSpPr>
        <p:spPr>
          <a:xfrm>
            <a:off x="4567892" y="6964445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1161CED4-3E2C-20C4-C07D-1A3A9A6717CE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E0CFF220-A12C-C0CD-F24B-4E6AC862A797}"/>
              </a:ext>
            </a:extLst>
          </p:cNvPr>
          <p:cNvSpPr/>
          <p:nvPr/>
        </p:nvSpPr>
        <p:spPr>
          <a:xfrm>
            <a:off x="5381963" y="696444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4B12BCB1-8F15-71D7-C14F-E29020CDB817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1B790D3C-F204-3F36-8F4B-D3B3425C74D3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F9822C1-9007-BA7D-2A42-C6782C9748CC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9418BE5-8DF2-0F90-9B38-ED166DFED525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C9E0856-CE66-9A9D-1E82-4D62BBCB8CAB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B6FFCFC5-A4CD-E653-908E-58903F9FD861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97204931-9D12-9BBC-50C8-3B23DFB319FF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DFC7CD5-15B0-8E95-DB87-B275949A326F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07BE17A-18C7-4E88-5AA1-15A540DBB867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8AEBE2E-1D58-F504-23F8-657C743B17BA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F951E0E-4FFD-3020-9EE0-17DDDA0ABCB1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DDA2AE6-8FAC-3BB6-9E7D-D7467C6314F9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086FCF0D-E78E-78F1-9CCD-43E19936C0C5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2A71DE15-0C3F-E112-9092-26E62C0DC1BE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806BDB9-65E2-5B13-E4D9-E7453FBA2F94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2A1FF59-2BDA-0D87-27EE-23F73EE205BC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3EE6659-D12C-A4B4-18F2-12C11FCDE1B0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7A876D5-771E-AF20-915F-B2DC8BEC2309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AED803D-C238-438D-606B-7F41298C4B35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BE8335B-9675-6E49-3783-EF0CF12F3EF2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595B880-8D7D-BD23-7A88-3F3CD9156035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27BB3EC-3745-7E79-A499-54D4B0FAC79E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4A91ED1-4102-0F59-8107-B1A4BA3D4B0E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8129047-642F-4364-0DE1-F3AD83248E56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5649CC6-85D5-491C-101D-7ED492FB22A3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EAA1C7C-B38F-7100-CD49-2B271F834A6A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3B9262E-8941-67AB-CDEB-0825DA198A3E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664172-49E2-4A77-6A5D-F6A73B23985A}"/>
              </a:ext>
            </a:extLst>
          </p:cNvPr>
          <p:cNvSpPr txBox="1"/>
          <p:nvPr/>
        </p:nvSpPr>
        <p:spPr>
          <a:xfrm>
            <a:off x="5581473" y="77043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54CC7F5-2368-3B4E-9981-AB4992F43E96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481DD74-5B9E-296F-ADA0-061F4C98AD1B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77394D6-8C3C-FB30-7F64-30C681E36DF6}"/>
              </a:ext>
            </a:extLst>
          </p:cNvPr>
          <p:cNvSpPr txBox="1"/>
          <p:nvPr/>
        </p:nvSpPr>
        <p:spPr>
          <a:xfrm>
            <a:off x="4740244" y="7674359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9561701-C878-9E0A-4FD3-2F69FCED25AE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CEFE652-A541-41A2-C093-5CC6350EA170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459A64F-237B-23D8-320F-C8E5502D150F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1038528-F262-894C-1964-3EAB36F70DFA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FF1C4D70-4590-810E-987A-C15950904109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0213FCE-8606-A425-05F4-10A47D3B4A33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89699B1D-6DB4-5895-F35D-0EB59ED049E6}"/>
              </a:ext>
            </a:extLst>
          </p:cNvPr>
          <p:cNvSpPr/>
          <p:nvPr/>
        </p:nvSpPr>
        <p:spPr>
          <a:xfrm>
            <a:off x="12487534" y="1990253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DF138936-74E5-8282-4A78-73C006FF36E8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C5EE520C-DEEF-AC77-7E12-CCB75FE064F5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F04BFE37-87CE-59DE-4515-5B41F3422B81}"/>
              </a:ext>
            </a:extLst>
          </p:cNvPr>
          <p:cNvSpPr/>
          <p:nvPr/>
        </p:nvSpPr>
        <p:spPr>
          <a:xfrm>
            <a:off x="12467671" y="432713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E02A9240-803D-310E-06FF-431C935C7E9B}"/>
              </a:ext>
            </a:extLst>
          </p:cNvPr>
          <p:cNvSpPr/>
          <p:nvPr/>
        </p:nvSpPr>
        <p:spPr>
          <a:xfrm>
            <a:off x="12467671" y="356054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4FCAF8B4-1B33-B6F0-BDD2-115F824E2A1D}"/>
              </a:ext>
            </a:extLst>
          </p:cNvPr>
          <p:cNvSpPr/>
          <p:nvPr/>
        </p:nvSpPr>
        <p:spPr>
          <a:xfrm>
            <a:off x="12487534" y="281368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D9FB5621-3DD2-E35E-A038-E4164DDE20EC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459664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E476D-BEE6-617E-A7DF-3040B7FC4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E2EDF56-6F12-951A-8EB0-FEC68C488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5BF73-1DEC-D7F6-CFB9-FE4EBBF45AAD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112F0045-31D0-D833-7343-D4124E94D870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3003C9-4F59-7748-73F6-74909642D219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19BA2E4A-8787-250F-49A8-27975E8B8C05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A1275F50-0242-DE0E-E799-7BD57A28CD4E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C67753D6-1CF7-3B7A-CC2E-AFA32C35C8D4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06654C63-58DE-EC2A-90FA-9090B5A025A7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6B248E0-58ED-6DD4-F095-2C5CC1B9F175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A6C9C86-EF22-E30D-406A-B3F760DC057A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A3E31E17-D8F1-1EC0-C644-87891AB57EF7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4E4136E-7DF4-D81F-FE31-B346377E4E55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1FE49044-BBDE-9B47-CEFD-65A0A063C00C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D7DC10-ADF7-64BF-C5F5-DEF851178A7F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316563B-85BB-7A71-FC4B-75AFB06F9AAD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7D4D6FA3-173B-FD05-48A4-6E955448C8B8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92E269E9-5976-316F-A352-F84530CE4F76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0AC4CFD4-FF46-F52F-C2DE-93D17965E3F7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BEA3F99D-DCA0-EEF8-8D2C-3662AEF4FCF3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869EF501-D5F7-183C-80AF-5B4A188068D5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55D3C094-81D1-D165-66CA-A68A8A0B22C7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833C7FC1-2CBD-D0E5-0D97-0B7DFB259C24}"/>
              </a:ext>
            </a:extLst>
          </p:cNvPr>
          <p:cNvSpPr/>
          <p:nvPr/>
        </p:nvSpPr>
        <p:spPr>
          <a:xfrm>
            <a:off x="5381963" y="696444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047F688D-3B0E-1471-C7C0-151E3AB2DE16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52CBC5E4-8F24-9978-38FA-AEA476DA8ABF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14789F9-F109-4131-E8FE-FD05A563DC0B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156BD45-F975-F593-3671-5038793E5082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D2F9C40-3BC3-28C7-E486-5EBA75290B65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347470CD-0031-3947-79AA-7CEE2105F6A1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E6009320-FEEB-165B-CE20-46A1E6623D7D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FE2AE1F-1944-6C89-862E-B59457CB9391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7D4A382-FE69-91D1-F578-6DBCF77F4542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47954FB-F9BB-D455-13F0-662A6459117E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1B9121D-AF5F-4F66-06C2-B6B96EE4220C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3ABF74D-C051-BEE7-2180-EFAD124BE53C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20EE573C-8BF9-E209-0410-C2F8B7ED59C1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969D970D-9701-6F28-1010-88512E865232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857AB21-EC5C-4E07-3B56-B4013BFE409C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E876EEE-652A-AD55-9CE1-1D1C2909E1DE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6E7D1A1-93DC-AE2D-7400-A15670F1DF0C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55F9504-EC97-8626-88B2-864A99E34891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98DF626-4440-A083-94B5-A30F5A18B4AD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A5F51DF-1B56-707A-49AC-4572A0D2A98D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2AA68E8-D91A-385E-E403-45DAAC2BCFAD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AFB0635-74AA-6BC5-9BD7-8EE4EB2A77FA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903777A-53AD-D255-0FDF-AD8FF167FF8F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F93793D-DA09-48DD-8ADB-7DC09B675162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6539808-C4CD-1D03-9C94-AB67EF617E73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331FE3D-05B6-5A28-5ACE-B2F58E8EC88C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62F5746-CD17-A702-1D2E-093D2E1F7927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B995146-595E-7FDD-C812-F86D75D34DCC}"/>
              </a:ext>
            </a:extLst>
          </p:cNvPr>
          <p:cNvSpPr txBox="1"/>
          <p:nvPr/>
        </p:nvSpPr>
        <p:spPr>
          <a:xfrm>
            <a:off x="5581473" y="77043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52FEEF0-B1AF-B2AE-5D20-D6885F02CAF9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A1AC872-B42A-E4C8-158B-A9E17E130853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882E43A-C9CA-33CE-9CBD-C4B463B5BE34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9A3ECA-54EA-BBC1-C0EA-F837BACE66DD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82D2EC-DB13-894C-C054-091767D6BCFE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23309C2-AD66-B7EB-747E-8DEF7E1F97D1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1F3AC87-7BE8-38B2-5EF2-D43BFB2F19C1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4D86CA30-522E-575C-2F1B-EC06A67CDF84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102F4E0C-C3F5-33AD-1805-F3E2C61E7464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5EA9837F-CF70-9EA7-4F1A-6CF47098DB2E}"/>
              </a:ext>
            </a:extLst>
          </p:cNvPr>
          <p:cNvSpPr/>
          <p:nvPr/>
        </p:nvSpPr>
        <p:spPr>
          <a:xfrm>
            <a:off x="12487534" y="1990253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632B2625-27B5-4EA5-5E95-DE694066287B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1B325479-6183-5FB1-7903-78E233A98627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415F7CC2-8C78-716E-807A-82AF1E88C631}"/>
              </a:ext>
            </a:extLst>
          </p:cNvPr>
          <p:cNvSpPr/>
          <p:nvPr/>
        </p:nvSpPr>
        <p:spPr>
          <a:xfrm>
            <a:off x="12467671" y="4327134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56BCD98B-699E-67B0-E9EC-34F7E7694989}"/>
              </a:ext>
            </a:extLst>
          </p:cNvPr>
          <p:cNvSpPr/>
          <p:nvPr/>
        </p:nvSpPr>
        <p:spPr>
          <a:xfrm>
            <a:off x="12467671" y="356054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DEBC4C5C-CA14-0120-711B-C70BAE15F683}"/>
              </a:ext>
            </a:extLst>
          </p:cNvPr>
          <p:cNvSpPr/>
          <p:nvPr/>
        </p:nvSpPr>
        <p:spPr>
          <a:xfrm>
            <a:off x="12487534" y="281368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3CB27F77-6F3C-5F00-9E5B-2F17C37F1193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2196533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18D7E-51BD-9487-66F0-9D1E64698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6C008AC-CBB9-F091-8472-20E728EBB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CDE0E-2AC4-AD3C-6B52-4669963569BF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52CEDEBD-A085-8519-0C10-D13710CF714D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631A90-D8F1-9713-D7C3-1A9C8E5DA9F5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E734E554-78EB-1F0A-2B42-8971FCBF03EB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8FA4227C-DF78-2072-9E01-B1660065120F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F56F5BE3-2A03-7972-1A46-151ECE7761B9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3AB5D821-87AD-4A1E-E65C-217E8ABDF897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5C69D26-D12F-0E27-31BC-D6E89BD0EAAE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31D6360-D93A-70FF-3B3E-6E2CF5865456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A8711321-748A-3523-293A-B15D0C3E8328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AF39BF6-8525-79A2-36FC-18519DD9D241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9B160C68-347B-7F21-4DA4-AF770355BFB3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2D16F7-8B69-6CA9-1593-04C2FA02CBBE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9E8E68D-D48D-41AB-1442-0BE108AAF013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29B8D6EB-3EF4-6BC5-569E-02A516532DB8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92E1C52F-0079-8BC7-58E3-B42698432947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10CBEAEE-540B-7B5C-CD44-C3D0D9A3688F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F22504FF-4247-ACA8-4E59-C781DB135ADD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42D75E57-9C0E-4D0C-A6A2-8D5179043B94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FF955ADF-BC0C-061A-0265-1D7B8BECBF07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ED7E2CC1-6D47-E19F-D6F6-4C984D26D809}"/>
              </a:ext>
            </a:extLst>
          </p:cNvPr>
          <p:cNvSpPr/>
          <p:nvPr/>
        </p:nvSpPr>
        <p:spPr>
          <a:xfrm>
            <a:off x="5381963" y="6964445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3AD86345-AEA9-D35D-109A-22DAE718B0A9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6291E389-7439-6161-E018-4597C619E883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324A1E-F72A-479F-279F-FEBE8B10CEAE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E3CA587-B7A7-3B10-E972-EC8C8E824F02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A5B4E90-C3E3-5F25-D2DD-BF31FDD13467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8E0F1227-89BD-C9F6-696B-AD422EAE83CD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71045688-730B-6323-9FD0-4C14B52A3EA0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A79E2EA-6905-76E2-C088-02809F4A3B97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0D8D06C-3666-01A0-0525-422AC846435A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96BB349-8664-1D3B-3F0E-2918148A4B64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1FA3C43-B026-12B8-A79F-0ECBD1674B4D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A7EE6CD-5365-C155-068E-AB360B2E3140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25D93EDF-32E3-30FE-778D-81AB7E7E13C2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873FA7C0-D085-D9EE-D34D-8087201296B9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B43B74-F4AB-5FC8-F7A5-232860D68838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DCC31A9-D62E-F5E2-7B97-A6F550058E3F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4A177C-0DBF-E28D-E466-148C043F92AB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12464E-DCE9-D1CB-C26D-16EB6E94D142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7FC9301-E4D8-46D5-8390-EB2FFAA938E9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DD3DD18-7B4C-BD5D-75E2-0548393F51D6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7FA2A6F-EFB6-C53B-73F2-A579D36517DA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C41B440-C4BC-2B56-1204-54A721F6D17C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FA8ACAC-E23C-4E9D-32C3-A12D1B8D92DF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70D8F0B-EA7C-F78F-B37F-A82EBFE3AE50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E8BCCEE-29B7-D68B-34BD-8DA7313DC193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14655A3-53B1-563C-7D8E-3C2A16E3BF7A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88B14F6-17B6-0C42-6F15-FAFC158A9134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29147A3-452D-DB00-053A-AF3548EC7A69}"/>
              </a:ext>
            </a:extLst>
          </p:cNvPr>
          <p:cNvSpPr txBox="1"/>
          <p:nvPr/>
        </p:nvSpPr>
        <p:spPr>
          <a:xfrm>
            <a:off x="5581473" y="77043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FD644E5-EA71-E537-F9AA-7302B7F7B259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D3468F3-9DF9-82A9-6DE5-B56ABFBEE539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AADCBF6-423B-4600-CF2D-BC5542971DD0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8BDBE73-CA3C-503E-F26E-C0C624A5EB53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DAFE25D-946D-C53A-0D8B-AB586BB3A422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E8E173E-F4B6-EFA9-C07B-8C9C8BD8D89F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FC3663-BBD2-F0B5-007B-91FDD06B4207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5029900C-3986-3B36-1FA1-4C58BEDF19FA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693D71D8-4FA0-67BA-059C-246E444F2011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153BB070-F51D-57FC-A242-7996C5FF13EA}"/>
              </a:ext>
            </a:extLst>
          </p:cNvPr>
          <p:cNvSpPr/>
          <p:nvPr/>
        </p:nvSpPr>
        <p:spPr>
          <a:xfrm>
            <a:off x="12487534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6A54C060-BCF3-9B20-71B0-6BDF1C051A6E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1F2E9AB3-9B60-C5CF-A8B5-4B1B9E8B344C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2AA7C418-E370-1EC0-A746-40B7D4397822}"/>
              </a:ext>
            </a:extLst>
          </p:cNvPr>
          <p:cNvSpPr/>
          <p:nvPr/>
        </p:nvSpPr>
        <p:spPr>
          <a:xfrm>
            <a:off x="12467671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ADD08220-5B81-8DA3-1D78-C1AC703FF76D}"/>
              </a:ext>
            </a:extLst>
          </p:cNvPr>
          <p:cNvSpPr/>
          <p:nvPr/>
        </p:nvSpPr>
        <p:spPr>
          <a:xfrm>
            <a:off x="12467671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03CDD1C0-1C88-87FE-3E2F-AE8DCEF87352}"/>
              </a:ext>
            </a:extLst>
          </p:cNvPr>
          <p:cNvSpPr/>
          <p:nvPr/>
        </p:nvSpPr>
        <p:spPr>
          <a:xfrm>
            <a:off x="12487534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B3A990FF-56F2-79BA-87A0-DCC07948D92E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436750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2E9F0-9CFB-9FC7-20F9-61A9F5DBF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ED82AD6-2B58-6C40-FD84-0D961FF0C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8D185-6AFE-4D73-237D-74B3AF3BDCAC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E0CC8BD5-52DD-41DE-D626-F6529FB23611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770425-C2C0-E4A1-F60A-21EE639C9B86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7AA64760-2BE9-D429-59FC-3A64F515B1DE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C55E07E6-083B-687D-81BC-B5149FC13104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A0001F3E-D4D3-25BF-9CA0-B570091473DC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041BCF27-7C87-250E-F6BD-B28C2286AE51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B3926D-00A2-8E71-3DE2-BBFE6305D294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F4D69B-A47B-2D99-DF04-8572B357B071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86BF27BE-2BE1-F04C-B783-42A9ED45F444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FF0F439-9CED-2FBD-9756-5EE654AA58E7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6A6E5D71-3B0C-18D0-7E11-6AB85C4F9A6B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C45AD7-5678-B3EA-6925-78050BE4BCDF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6308A1E-920F-8CFC-1340-214B56603158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9211A21B-5640-13E4-FD19-5D934FE5B9D0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C1F58A42-0F74-872B-F2D9-6A6A6550FBF0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9725EA8D-8604-9C9C-F6D6-485BBFDF6DAE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9D58A06A-1A8E-F630-E1F8-AC457B3F75D4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B1242FAF-6AB8-5CB9-A819-5953235DD15C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4A230DC5-8CD4-5C63-00A2-AC2030B05EC0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FFAFCA96-2924-D890-D721-09B7AA53D83D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463BED39-A1A9-D690-E9AD-5CEAE06757C5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85878D1D-03BB-9ECD-79BC-60EC6A533400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DBB2736-A4A7-ECC1-AEE2-B0EC99B6F251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AA18A9D-E356-9B76-7DF4-44323C1E76E0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4769DF0-C106-7E31-05A6-02146B1BD0C4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B0EEE50E-8FFE-3B74-F18A-6E10A2B6693E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877697C1-12BA-91B0-A1F1-8732E8367078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1E2724B-3749-8851-CA8E-F13B7217E983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0E87D45-0DAB-37A9-0DB5-A0AA64162CFF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96E35E4-53DC-FF08-7944-47435D52771C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FAA2483-4ECA-AD7B-CCB8-D7C77310E5DF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ECA0FAF-15F5-E7DA-3E65-7E2BCA7AB3EE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64180B31-21C6-67EA-08EF-7D62A7FA8876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D4134BFE-43F0-A6E3-6A97-F89B036B1D21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3E0848F-5228-AE17-A822-B45416EA1E2D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9412686-2DDA-3FBF-956D-BF0520A76387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ED64BE0-17E3-6D19-4887-5649F76533B0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F1C343E-5DD9-566F-4B75-8CC77F796F5A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D7398D8-E7BA-A10F-28BC-8B3098280E13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8C7C18F-FB7E-122F-A287-60407C1EDE1E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43C77E6-00EF-8956-2A3C-6C3C0998A868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97EB4A-6C63-3CCD-D18B-6461CD0A0404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C43A9CA-A619-3F93-1113-0BCC83A9A189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84779E7-937B-822F-8513-5B7FC6FBF514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1A99C01-1621-C75D-2F27-CF7F45A91B48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6397EF3-34ED-7266-B249-A2A6D82FD743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280F67A-7D24-3200-EFC9-A2FE78C1235F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4C0984C-8C3C-4DD1-A68B-AFDDBDCA4E9E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A772E72-DA95-2B3B-27A6-8CC3AB3A79D0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798FF75-9727-5FC4-A871-CB975470A177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3D67248-CD81-C368-A9B9-3B27CBEE5153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3ED19F0-F46D-44BD-DA8E-EE6BDD34C29F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041A7C2-64DB-47D3-0B92-637512CF275E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139BE9A-6159-13B8-69EF-E2E5E9DE61DD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6749337-3567-AEDC-7C8B-9ADDDF756971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97D60B66-6F18-9894-EE35-61AB7842F1CA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8EC1BC1-96CC-9FEC-3E5D-8243512EE26F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147BCEDB-FF1C-3C9E-4760-D2129A7523B9}"/>
              </a:ext>
            </a:extLst>
          </p:cNvPr>
          <p:cNvSpPr/>
          <p:nvPr/>
        </p:nvSpPr>
        <p:spPr>
          <a:xfrm>
            <a:off x="12487534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EE9B6B98-3D6B-D43F-D82C-457F465C9A72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27C5AE21-5F77-6DA3-9602-F32F26B7CA5D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D02808AD-2F8C-7274-455C-372F9A571968}"/>
              </a:ext>
            </a:extLst>
          </p:cNvPr>
          <p:cNvSpPr/>
          <p:nvPr/>
        </p:nvSpPr>
        <p:spPr>
          <a:xfrm>
            <a:off x="12467671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49E8F82B-1923-B317-10D3-3676E701DD55}"/>
              </a:ext>
            </a:extLst>
          </p:cNvPr>
          <p:cNvSpPr/>
          <p:nvPr/>
        </p:nvSpPr>
        <p:spPr>
          <a:xfrm>
            <a:off x="12467671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7A09A569-8480-39EB-00B7-FB7B262A4847}"/>
              </a:ext>
            </a:extLst>
          </p:cNvPr>
          <p:cNvSpPr/>
          <p:nvPr/>
        </p:nvSpPr>
        <p:spPr>
          <a:xfrm>
            <a:off x="12487534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481CA6D1-CB38-B13C-FA1D-DD3023AB2703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1510716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89B6C-2B6E-1977-E0AC-82EF0B02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86AC6C4-A45F-D534-0543-CEF100FF4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0F684-ABAA-FBBB-D9B6-50C1593D32BB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8E09E118-8981-7DFF-EB7A-C1F42A46A6FC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7CDBD0-E538-6700-1144-66406EB49072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B679E293-9AE3-281A-9F49-8D8A7CFF7C07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5A45BFCE-8EC0-B926-8BF5-AFBD6A94F479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CBB295CE-5945-CAB0-3B50-63B73EE7E804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B1505829-3541-86E2-D78E-5FF0A26D9131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9278695-F754-1E69-D8AF-6EBBA3D77661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D803082-D2AC-E214-3849-EA8894845356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6A20A508-DBD0-8714-73AC-2FF70D3B8E9E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26B96C2-7B98-3C3F-B606-08A8A280BBFC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B7D93357-CACD-488F-71C8-E1AD2D3E48ED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5DDDA6-55D6-FB58-2566-13A2611752CA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73213DE-4533-8F28-8B3B-C381030065E9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F418CB46-D8A9-63F4-762A-181CFAB12DFF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1B37CDC1-0556-A5A3-9DE5-B0AD64A2C857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C62CE9A7-471F-B4B2-D311-12D4F3A862E6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9ABD9444-DBF8-E6F9-9E91-09CCD03039AC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53284A3B-0A82-B2E4-303F-BA2C37256219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F90B46E9-A479-92F7-A9EE-6794CD02FC41}"/>
              </a:ext>
            </a:extLst>
          </p:cNvPr>
          <p:cNvSpPr/>
          <p:nvPr/>
        </p:nvSpPr>
        <p:spPr>
          <a:xfrm>
            <a:off x="6194632" y="70024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6F32B587-7599-DDF7-540F-90A000808288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A878EFB1-6110-E8F4-72D9-04935F99A96A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A8295CE0-112A-9B30-81C6-EDF3B07BC11C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D05B2EE-45D2-D452-522C-DBC679C0726C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2EE6D7D-7B83-C894-7B9A-A78BA3F82258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6793EA3-AD52-6ECE-8895-8543F4BC2AC5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C2B1F216-513E-734D-FFB6-91690ACB8456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69ABBE44-BF8F-FE3B-808A-155B148A907E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1DBE5BB-9131-23D7-586E-56FCBCFED73F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E0C2017-5CCF-5B0E-B570-5022B62BB0DE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F92CF9E-813C-58AF-71BE-8DF775AFF3CD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6365606-1321-0537-FF2C-6DD4314444FD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B51BE2D-2A72-8AEA-5A6A-2941001AF2A8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28099E59-F9B1-1275-463E-CE2B61CE8670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17EADB33-D0FE-009D-C029-276BB8FDE0F8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685448-0C4A-8618-D1C1-F0F87EBEA5FC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2DA7EFA-1886-6C16-02C3-AAE86DC0688A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03496C3-34D0-ABBD-487C-5FD6E4494BC7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594307D-920B-5F54-8F81-D11BC0296449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148DC4B-33CD-8863-B65C-F9E916AC1CC5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2D2D55B-481E-F9DD-D9EE-2BF0974AE6BC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B01CDC6-A0B5-6189-F680-C2BA76F6B4C5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46CF17C-8D31-13FC-59EE-8F8DC1ABF6E7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D781AFC-CAF4-80DC-358C-3F6F1B50161A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BAC239C-AF1C-2607-7D77-654F6D7C2FA5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7E251E8-65FC-C984-5970-B9CD55C27E74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8B338C6-98FF-91EC-1F70-E9BCA97097B8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6F961FB-2503-5773-6B97-45F9C8145DDD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A1A8161-C057-3E63-E595-13463D3CA6DB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ED4EB82-D90B-9214-2940-92E807EA4CBF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94961BA-012D-09A9-FC2B-1A233226023B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7BD6B60-11D6-C1D3-F124-672F10AE5E30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01D834B-5002-AFCB-5D82-6F210E8F2D86}"/>
              </a:ext>
            </a:extLst>
          </p:cNvPr>
          <p:cNvSpPr txBox="1"/>
          <p:nvPr/>
        </p:nvSpPr>
        <p:spPr>
          <a:xfrm>
            <a:off x="6394142" y="771441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5E7B57A-32CD-9B85-247F-8D055913BA81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D948B42-CEB5-9089-75D0-2022F743C474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B5F17DA-4B9F-0387-61D6-D6C41B3C175F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95A75658-A231-EA3E-7A7C-F619AC6EC89F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F4EB5FF1-E741-B5A8-BA0C-1BEBC951C8FA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9FCB57FF-D77B-46A8-3FC9-F1B4470791D2}"/>
              </a:ext>
            </a:extLst>
          </p:cNvPr>
          <p:cNvSpPr/>
          <p:nvPr/>
        </p:nvSpPr>
        <p:spPr>
          <a:xfrm>
            <a:off x="12487534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A3DAFB86-AEB4-357F-4988-9A5282D54AC0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F18BD01D-4D4E-3A78-4C72-C1C4AEE9E89B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8C0690CC-BCE8-2348-10F6-B93529AF1683}"/>
              </a:ext>
            </a:extLst>
          </p:cNvPr>
          <p:cNvSpPr/>
          <p:nvPr/>
        </p:nvSpPr>
        <p:spPr>
          <a:xfrm>
            <a:off x="10583885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809CDCA2-3D66-39A7-B112-EA9D28A2F49B}"/>
              </a:ext>
            </a:extLst>
          </p:cNvPr>
          <p:cNvSpPr/>
          <p:nvPr/>
        </p:nvSpPr>
        <p:spPr>
          <a:xfrm>
            <a:off x="12467671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80835AA1-3CEB-5998-E150-E96085034382}"/>
              </a:ext>
            </a:extLst>
          </p:cNvPr>
          <p:cNvSpPr/>
          <p:nvPr/>
        </p:nvSpPr>
        <p:spPr>
          <a:xfrm>
            <a:off x="12487534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C47E3DBC-E681-73A7-D6C0-135739C9D58F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253381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A2241-10B6-2C15-B406-193E9D35B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82321F0-47DD-DFBC-BCFD-28FC0124A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8D0FF-A388-6271-F0D3-71B8AD6CD22E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7189B174-5471-421C-0E18-945454A3EE00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7E2232-6096-7D16-BFE8-4377BCA11159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A4D4DFE9-109E-E38E-E39B-F2C9E9AEAA3C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20EF8DE9-DAF6-12E0-388E-6C288AA7B69C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7C2576D5-4394-6F93-3D3C-1F369001C454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9AD787B0-4B7B-7EF6-547A-7B413D44A0D1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6E75A47-6339-D04C-51FB-BDCCF8AFDFB5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1E6E65F-E824-1A53-A78D-08C396728934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F30A9F6D-359E-0F20-9C70-136CA6DF83C5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4C9A685-4792-26CC-0AFF-4F6447F542F9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0E9A9B0D-CD86-05CD-C99D-533F91708B34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38BFA1-60FD-9C15-1ABF-3E3B985F0FEB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5282A4B-DF06-13D6-4A47-FACE586C79B7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D569E4E2-4836-1150-F7F4-E37EE89EA22F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3605F8C2-4BDF-A67D-EEC6-11E9B276ED12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AF5EF8B7-42F6-833A-E642-1AA747650CB7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556CFC9F-6A33-1A64-7A27-2537FED6A431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F4079F60-F832-B397-EC93-4A156898AEF3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3D1BE860-EC4E-16EC-C25F-C1518DE458B3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E3983271-798B-A053-5ED9-3E7A543DF13E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FC0B43ED-552D-4D2E-D122-525DE281D340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64FFA3AF-51D3-46C3-225B-0A661900BAB0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EF17324-D3BD-F1C6-8296-253853144544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7947B86-1ABA-327C-3DA1-1E295AC62331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D37CADD-5A8C-44C1-05F1-1A59BA16CFC3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784307C3-EFB7-1ECE-C269-F23222B212F3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40E7D079-70AB-0874-B3F5-71BD624CA288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59F848B-7E80-5C4D-2290-2656AB79DD54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2E2639F-DF2B-29F0-7AFC-B0BD0432B0E1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B2F924A-1E5C-A256-3B85-4432DC3F8F52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556D868-8337-EA6E-A4B5-4F46073A6408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46C81C4-DA6E-D1D7-3678-51583C0099AA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3BD7D73A-0E39-86B3-685F-443AAFC0C1C6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4252463D-95B7-D518-4E0F-7388A44F28DF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6A8948C-DFBA-8FAC-DBCE-D08FFB6A2561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0ABB071-C60B-5643-6789-A590B20BA82B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7410ADE-B306-07E5-AFCA-A99E14E6DF63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18FDA12-BD3A-D856-FD1A-A36D235E0772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B6BCFE-112F-3BD3-7006-B0DFC3DA4AC0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E05D08B-9487-7301-A690-B0BD69FA7625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3982037-02A2-DA63-13DE-824BEAC85730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AD42F59-36E2-A7AC-2164-7C98C55FE4CB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79021F2-6049-4F44-D520-46809D9D99EC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D7FB3FE-8828-8B1F-6581-E261E73D482F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455CA48-EBDB-0C90-85B1-96D6994D5063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59426D4-7610-34C0-0416-3AE560269A10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AB1251C-9D91-F38C-F979-2E84D2CB0725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6587F4E-BDB6-E95D-1BAA-4F9F43875D76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7DF4EAE-701E-2438-56FC-08A2F020F750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324ACBF-2F6D-3A80-8EB7-7DC8F933D29D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3CADF5C-AFD7-18F3-55F1-DBF69BB37406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D2C870E-AFEC-9E54-CCD2-62B91AB8E991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AC15F9D-514F-CD3E-CF92-1852EB35308B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5CDCA58-EC2E-C4E3-2F9C-D88E67795973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7E55592-5434-9FD7-8F7E-09FA89A30DAA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2CCD54C2-EBB8-9B20-6904-9669B8466E1D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BFA08AB-6FC9-AA8D-3274-998BAAA8620C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964D72DF-C4B9-2D89-1163-1A9BA58E6238}"/>
              </a:ext>
            </a:extLst>
          </p:cNvPr>
          <p:cNvSpPr/>
          <p:nvPr/>
        </p:nvSpPr>
        <p:spPr>
          <a:xfrm>
            <a:off x="12487534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1713CADE-F133-8DD3-A6B9-B79B6B69DBF3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0AEDB88E-377E-D31C-4160-8F5F0DE8DC06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0A9EFA95-150D-84CB-9BF6-3B1A33FFAB97}"/>
              </a:ext>
            </a:extLst>
          </p:cNvPr>
          <p:cNvSpPr/>
          <p:nvPr/>
        </p:nvSpPr>
        <p:spPr>
          <a:xfrm>
            <a:off x="10583885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EEEF6FDB-EAA5-8A0A-93F6-1D91359EE942}"/>
              </a:ext>
            </a:extLst>
          </p:cNvPr>
          <p:cNvSpPr/>
          <p:nvPr/>
        </p:nvSpPr>
        <p:spPr>
          <a:xfrm>
            <a:off x="12467671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97570649-F483-E2D3-817D-8DD799CFFD21}"/>
              </a:ext>
            </a:extLst>
          </p:cNvPr>
          <p:cNvSpPr/>
          <p:nvPr/>
        </p:nvSpPr>
        <p:spPr>
          <a:xfrm>
            <a:off x="12487534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C88D6ED5-0174-9095-3D1C-5A004127EAF0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10836277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F5771-4038-FD37-8B0D-22997C71D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9F3E5F0-A7B4-E10D-03ED-C4C040474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041DF-468B-64E1-542B-A7AC0A77BC82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C42EE6F2-577D-0CA9-1E7E-124193E6573F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D04CE9-8DFF-31CE-A291-BE5138B134CA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F46C894E-011E-AD31-642B-A66566CC97B8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A6951034-785A-8B1B-E343-239E59494060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0BEC98C3-51DB-8897-C57A-7D9708F7E698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E3FD5EC4-4104-01A6-7FAE-E89E8444F054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4FD5E-40B1-76F0-BE53-94A6FA890619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7950A06-B0D2-8F99-2376-97CDAFAAE913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4CFD260C-408F-21F6-60E9-5E0F9C06AFB8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7339F09-D7EA-747F-399A-79687EFB620A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62B52B7D-4AAD-437A-2543-39500C1B07CD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DAB3F2-9A8E-D155-FFE4-0066B2BA8C13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1E730BE-792D-1AF4-E289-2B6B08570DA2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B17FA4A1-BF8D-4EF2-69A0-BED97E829535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14FD7313-8213-344E-B2CA-BF876ABE7E84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1368A649-020B-123A-5731-2528D1C786EB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83FCAA0D-5FCD-B2BD-6D40-8393B3D03786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0E3A262B-8638-F906-CB13-18BF12A7E69F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B782124E-4F81-5E14-C633-897BC4B45FA0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5E40E26F-DB4B-964B-E583-DF468C57998F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ED48686C-5D9D-E18C-1181-171E851B17F8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CEE7587A-24EB-E46C-FC5D-71EDD66AE151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2E72F84-1D0D-83C2-43CF-D86651C62565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255D00E-B0A3-602D-9584-D4EC7BB606E0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07F6DCE-9097-4AD2-F3D9-7B9F6B59D1E9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3EB03CA4-CAB0-654E-9FE5-601842656C4F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E5A8D067-E656-1B52-4045-2B4669F93CA1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39E9EE0-C27D-0F0A-B31C-C98C8CD96077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A700D30-52EA-FDD4-8FFD-B0A7E100F090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98B945C-7BA7-E969-D9C9-97FEF0678CD0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47BC0C0-4C62-2FF0-100F-8BBC6D15F0A4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7BA89C5-7872-8F92-571B-C206DA877CE9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4837BB95-D4FF-F676-6261-CB5C5EE7D56D}"/>
              </a:ext>
            </a:extLst>
          </p:cNvPr>
          <p:cNvSpPr/>
          <p:nvPr/>
        </p:nvSpPr>
        <p:spPr>
          <a:xfrm>
            <a:off x="6992006" y="70024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8DE6EF70-771B-EFDC-2795-0DC36EDA900F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45F55E8-4722-E7F7-AA40-CB84C09C2FA4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8EE2448-96B3-FF99-489D-1E5575D828B4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765C82D-EC6A-337E-9216-BB75D971523B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413349F-5E7F-7DAC-6C1A-F7A1F9611CEE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956005D-F414-B59E-BE06-95C1644BA5AF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63318B7-C8DD-6823-291C-50E8A9514432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556AF2C-E6E0-3DE2-BB9B-C215DE541407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9F92791-E56D-363E-418A-CCCFECE23B93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036E4E3-2D5A-CE89-17C6-6D4AB4951286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2BAFE6C-4176-A063-B147-FC8A675B4791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2818CFA-5557-433A-9D21-672E444D2F1D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3115BCE-0328-A35B-2FD5-66AC3E3BAD9E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01B6FE6-88D6-AD07-2861-9C1D4500DE85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6608619-02BA-92E7-2881-67912D610C72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52DB704-E660-4299-CCE6-ECD15D3BACDF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8605361-E602-0FB1-AECA-4E1D5FD554AF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1205857-8866-1CBF-0B76-AEF77C4070A0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18CE46E-FEEA-4DED-4619-F2A2EE0BFB59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7091E4D-2CF0-2C7B-81FC-30945E1DFADF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EDC8EFF-969F-1952-6A7D-26ED7112268C}"/>
              </a:ext>
            </a:extLst>
          </p:cNvPr>
          <p:cNvSpPr txBox="1"/>
          <p:nvPr/>
        </p:nvSpPr>
        <p:spPr>
          <a:xfrm>
            <a:off x="7159793" y="770478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F0D5167-A0B4-43A6-0530-58FD7C0A77FD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27C96A40-B40B-E6EE-59A6-E35E94E74558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DD46B5A-1F01-FE12-9E63-1C5A2F05056E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32C83FB7-CB02-ACC3-6855-73FC8AA7453C}"/>
              </a:ext>
            </a:extLst>
          </p:cNvPr>
          <p:cNvSpPr/>
          <p:nvPr/>
        </p:nvSpPr>
        <p:spPr>
          <a:xfrm>
            <a:off x="12487534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545FD74F-56FD-1B94-600C-0FEFC5E92926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0CD1753A-F148-E7EA-17EC-CC630F58F572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CCA08896-C2F6-A1FB-B09D-063623740E2B}"/>
              </a:ext>
            </a:extLst>
          </p:cNvPr>
          <p:cNvSpPr/>
          <p:nvPr/>
        </p:nvSpPr>
        <p:spPr>
          <a:xfrm>
            <a:off x="10583885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ABD7050C-CF3E-69B4-952A-ADEF3282C88F}"/>
              </a:ext>
            </a:extLst>
          </p:cNvPr>
          <p:cNvSpPr/>
          <p:nvPr/>
        </p:nvSpPr>
        <p:spPr>
          <a:xfrm>
            <a:off x="10583885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49583221-206F-3BAC-522A-170756D96430}"/>
              </a:ext>
            </a:extLst>
          </p:cNvPr>
          <p:cNvSpPr/>
          <p:nvPr/>
        </p:nvSpPr>
        <p:spPr>
          <a:xfrm>
            <a:off x="12487534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25DAA1CA-3BC2-AFB0-B6AC-14FED847D874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3747737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C2290-CEF6-8AB1-6108-BCCD4B4B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8693A41-4B05-FF3A-E849-E45B9CCBC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573B0-658A-55A4-FEBA-D2A80D60852B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0994406E-3309-E1F2-BF44-9F52734A8B0C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730F3D-8D48-E45A-341B-26EF6F36EEE8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6065DB11-4DDB-D89A-D0E5-201BAD814E3A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92F78C22-A8AE-5EDB-95C1-9A62354A9315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971DD886-5ADA-ECC0-6F76-18E4CCB0C3DC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2D8B17B5-E9FF-F108-5AE6-684D957E007D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86D0B64-2A32-5C92-CB06-8DD13D1DB750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A230A7-6BEE-CAA8-F805-3F28744AFA2C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A496A77A-2E33-ACAA-36CB-21AD8C9BE5C4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1FD2809-3D39-1D49-8FE5-D1E9B0514D4E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02F44FCF-1B77-128B-1DC6-2549E5A6EEE4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C3BB5B-C726-7553-940A-6F3974CE0CA8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29B05F-7D8E-2BC6-FA1E-4D08C808B0C6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0AFF3094-8B58-E4E4-BC6F-847BFBF028F8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948C0168-A988-AD7F-553D-E61B798D03D7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3FC879EC-F220-C030-97FA-EFCD3C69A145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864CBE90-6D99-3E27-6FD8-2DADEA44ADAC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F1A71A1F-8BB4-59C1-BC30-97DA1B6656FB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84EFD0FF-A501-83C0-DCF8-CD8F434DA98D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2A715D55-0FFA-D94A-950E-2C34142C65E1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8A35EB1E-EB6D-E72D-62BC-6783949FD6B2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1F645AD2-EB72-964F-3CB8-8F0F2053F366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3E010B8-CFAE-543D-980C-348C8D047892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DD900BA-0629-C5B6-1A35-F46098E0B586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4DD845B-F975-D241-7C05-F5D05F75A792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6A52C762-2CCF-1A46-A6F1-52F52854E680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B39024CE-8D6E-0836-29CD-10BA91DDD14E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98F3730-CCA4-9517-FF73-8D3FEE2B4E8F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081DC34-50FB-6B63-68D5-A56953FD82D1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6EB29F6-2C5B-FDFE-5EC3-B91758D4755C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BC3DD13-9E82-3B00-32DD-CBC04A63A707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F53CE70-49DD-66C6-0526-3FC93E84FEAF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5D1F96B8-7477-7464-EE41-27F6F7C465FD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C1E55551-0C4A-071D-3ADE-5711CAF9B386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84E03A-8D60-B9DF-3710-DBE631CF3462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B431FA7-06AF-5CB0-315F-6EFC79737FD0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7584722-9CD1-4CF8-B13B-2CB845A30428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DAF59D0-C5C4-1F09-9265-692F6796A382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D1DB87B-C993-DF02-E02A-432B4D95FC89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40CD8E5-E34B-FED1-1CEA-7482D7FB6142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B433819-8B37-36A6-9BF9-4A6D7620A0F5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A4AEA02-BC89-1568-49D6-525E212F18C7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45D0DA5-511D-EAD6-B1DC-3FAB44A9C3D4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54AAADB-DBBC-4FF6-2EEE-FCA42AFD9C01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F7E76F6-FE8C-01D4-E4B4-05B66899944A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2561E72-E8AE-AE72-9E09-18EBB0D7F778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D4089AC-ABBA-236A-35DB-AADB6E7EEC95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D964BE0-6E33-3883-9541-F0DA6A377338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31C1CE0-A190-13C2-2C1E-2974B4CC8C4F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6976224-815E-4BD6-661D-8FFD5D733E43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4BA7598-67D1-21F7-ECBB-FA409B993621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E419865-F683-65E3-357C-55EB512B3AB7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5C070D2-359F-F240-5A38-7A5EC0A07BA1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6FD2FF0-7D18-A1D7-5E10-6962A7A1B3CE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13CE86C-C933-45A5-0CFC-432FF07EFD97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B6FBA724-B83B-730C-45C6-3DBC87A6878D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2BCAFD1-52AF-4299-9525-B9961A984B67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9E877DE7-C518-4871-514F-540EBA9EE719}"/>
              </a:ext>
            </a:extLst>
          </p:cNvPr>
          <p:cNvSpPr/>
          <p:nvPr/>
        </p:nvSpPr>
        <p:spPr>
          <a:xfrm>
            <a:off x="12487534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8860F42E-5A62-3078-6F9F-5EB6AE1BB3C7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BA39448F-0428-3446-228D-F8D276422065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10DBB4B2-ADCF-3636-93ED-CFDDB252843C}"/>
              </a:ext>
            </a:extLst>
          </p:cNvPr>
          <p:cNvSpPr/>
          <p:nvPr/>
        </p:nvSpPr>
        <p:spPr>
          <a:xfrm>
            <a:off x="10583885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0567A30F-0C00-0D25-F0D8-8C6913A1CBFF}"/>
              </a:ext>
            </a:extLst>
          </p:cNvPr>
          <p:cNvSpPr/>
          <p:nvPr/>
        </p:nvSpPr>
        <p:spPr>
          <a:xfrm>
            <a:off x="10583885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FB2643E3-D638-515C-BFF1-DE699BAD927F}"/>
              </a:ext>
            </a:extLst>
          </p:cNvPr>
          <p:cNvSpPr/>
          <p:nvPr/>
        </p:nvSpPr>
        <p:spPr>
          <a:xfrm>
            <a:off x="12487534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5BB9E237-A9C7-B10E-9549-5AB77AA6C784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33340477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1AFF8-5228-A346-A02F-2BF8EE20A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8AFC56-E941-E4C5-4E64-E6A350A71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389831-C9A7-EE16-A094-ED1C2A5433F0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35D11C40-62C7-70F6-8241-85720C3E0692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2CAC2F-1C08-92E0-E1C0-DC2287B3A84F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6BEE977A-7499-E822-1C26-1CCCCB15CD99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42DA61F6-370F-50DC-F369-4B178DCAB2FF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3373D865-72D6-2C26-6CA0-4CE45033C4BD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F2586E30-E968-C4C1-5AA1-457C3B7FA9BF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80DEEE4-5F9C-B82D-DADF-984D1386E8C1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F8E8420-8799-2BA9-5628-93BA2AEFF7AA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18E4A16F-B68B-AAB2-B2CB-2B30043991C7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87B08B6-6954-5151-AE71-E51260C7DC0E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A4F29D9E-9AFB-18AA-99F8-1F55B54E9CAD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3A6525-9664-2A0D-4B4B-9320AF7F2300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276EAE7-1517-58AD-7FE4-92CBB4F89094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2B9B95A7-7585-182A-B676-39E4314C0AC5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63E13ADF-BA4C-4535-D8D3-49E01BB9D14B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B6B41C18-F1F1-2DFA-40F8-EEDDB9E44E0B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FD4FA62C-FD0D-8796-AE57-5099DD357DFB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0A7B2B12-39F3-130C-5B42-D19BB4113255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23F3C1DC-981C-8D9E-1F70-DEA022F836CF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E2628D82-1CF6-D31E-E796-F96556E5C93D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A4DBF8D4-F993-0812-5039-6232E6B291BF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BA1150FD-E954-0E97-96DA-34E9A728F201}"/>
              </a:ext>
            </a:extLst>
          </p:cNvPr>
          <p:cNvSpPr/>
          <p:nvPr/>
        </p:nvSpPr>
        <p:spPr>
          <a:xfrm>
            <a:off x="7789380" y="7002411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C3E6F4A-A12E-F095-4ADF-D636E4491024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C5D5216-44E0-4719-9ED9-9D026EB92384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58CEF3D-8087-2D0A-D502-B3A6E850304F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56C8302D-F391-1BF1-21AF-1B534B098E66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1DEB5E24-A07B-F04A-AEF0-22EAB687F103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55794FF-D5B3-71AB-9828-13005BC9EE5A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642F67F-FEF7-E175-7D67-2F20B6D3EE9C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F3F4C1F-DFBA-6F08-1474-9753264704F0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8CE5DA1-F68B-9923-1414-EECDE44506DE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09EB072-D3DB-CF36-54A5-AC5093B38DE5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D141BB9A-D20A-4CAF-69E2-DE7AC357F942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6BC66073-388E-9C0D-E287-228C858B8899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0199F63-575B-66FC-5E2A-7E5E8335F589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B0C630E-F04C-B3CE-28AB-B17D02461C5B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FF8D9D8-EE36-F718-9B93-114D76632609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337D5DE-1BE5-CA02-3FAE-E4EBEC8094B8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A0A0DA4-6364-1013-740F-89A44331A7A2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08C6640-D189-2812-DB2E-1459A4ECF60E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91E31B9-443F-B9EB-66DC-E4745FF5AA13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0550F20-1FE7-A413-5923-4FBC3A36706E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7E8290D-9ED5-2291-7A29-CE93968632A2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FC2C673-114C-9570-67E5-903F166F5569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8093561-0A38-7086-DED9-11A6C5A5933B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DD091DC-858F-5215-2539-EE195E97DDCA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6657722-9350-8543-FC22-F0BF3B3A3403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AA0459F-4CFF-6CC6-AFEF-3FC6E09E9C1D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4033737-BF71-8B20-35DD-E1B8BEC4D667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1A9A324-B73C-3563-7536-AF1C42F8A2FE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2DF01AA-2CFA-5FAF-AE99-25DB2AA811ED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1325969-1273-ECBC-2A9F-247E0263654F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6FE248F-BF0F-DFE3-7612-E674DE201B32}"/>
              </a:ext>
            </a:extLst>
          </p:cNvPr>
          <p:cNvSpPr txBox="1"/>
          <p:nvPr/>
        </p:nvSpPr>
        <p:spPr>
          <a:xfrm>
            <a:off x="7988890" y="774228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5394999-85D2-A86D-B5FD-007B00C95A65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D2DCCCA-06B7-6F0D-AD17-ECB2097604FA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F8CB7A10-12D7-C53F-7A4B-FC529C151DEF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5130060D-CF0C-7E39-D70A-4A47A3612217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84BA9BFC-58AC-B40D-464B-6B18892A252D}"/>
              </a:ext>
            </a:extLst>
          </p:cNvPr>
          <p:cNvSpPr/>
          <p:nvPr/>
        </p:nvSpPr>
        <p:spPr>
          <a:xfrm>
            <a:off x="12487534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BD536361-6102-121B-F601-BA4BF61F4146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FB84DB37-7697-D8B1-3252-CCFCCD354A11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9ECB88FE-4915-AE58-176D-2875A0156ACF}"/>
              </a:ext>
            </a:extLst>
          </p:cNvPr>
          <p:cNvSpPr/>
          <p:nvPr/>
        </p:nvSpPr>
        <p:spPr>
          <a:xfrm>
            <a:off x="10583885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0499EDFE-5A7D-30F3-8C37-4B90F66FAC53}"/>
              </a:ext>
            </a:extLst>
          </p:cNvPr>
          <p:cNvSpPr/>
          <p:nvPr/>
        </p:nvSpPr>
        <p:spPr>
          <a:xfrm>
            <a:off x="10583885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B8E1B0DB-85D2-F4FE-C96D-AE8AE8B10C80}"/>
              </a:ext>
            </a:extLst>
          </p:cNvPr>
          <p:cNvSpPr/>
          <p:nvPr/>
        </p:nvSpPr>
        <p:spPr>
          <a:xfrm>
            <a:off x="10555373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405B141C-15DE-FABA-83A9-AE7C2C2252C4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3009375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DBA41-1C44-F007-0984-A4601133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D715489-1D67-2D37-B90A-F6F72B89F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756A7A-526E-0F97-0881-9EC8690BD006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773E62AF-5548-471E-C0E7-0AEDAC7F34D9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B2A79D-65C9-C6F0-811B-287ED881EBFC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85AF4803-3A8B-B919-6362-9CF097007317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ECC3047E-26FC-DE47-9D52-5BB1CAA376E6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A5CFD6D0-1E2C-0F9C-548C-550D45BE5BB1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15B1D50E-24BA-3362-151A-F2E8E836D6D8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A5B272-F77D-CEC5-CB43-A0DAA7BFD295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A1146D5-E7C5-5FB4-0B8C-B07EC792A422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A09E31EF-4CE3-89B1-871D-A0FFF3D3FF13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870242B-0D2C-550D-EDB1-C69AEAB06325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959BB543-18C0-2FC3-9252-D75B9A7837C5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57CAD7-08EB-294C-5180-8A251A7C4621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D71A6F5-333E-C02F-35FC-84BEAD360779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A7BA4226-B7CE-172D-85AC-4247349B22BE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E1BDBE97-ADA6-AEF1-C199-FBD6EFD3E7D2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9F8AF46E-E1E6-48B2-07D9-AFD274DDB4FD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8718A187-3929-4490-FFC2-CD69F2745CE4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CEA7EF6D-4B00-DB69-87E6-F33952688FA0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A81F536B-84A6-E302-17EF-817FC105C894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41B41BFA-1B99-EDD3-56E9-A5C9F71A914B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FD581E2A-4E3E-7D35-3E8A-44669D6591C1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EBC9D895-FA41-CC5B-AB37-89BE8DD50AF2}"/>
              </a:ext>
            </a:extLst>
          </p:cNvPr>
          <p:cNvSpPr/>
          <p:nvPr/>
        </p:nvSpPr>
        <p:spPr>
          <a:xfrm>
            <a:off x="7789380" y="571962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47C1ECE-536A-D449-C4AE-4F92E74630A1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9A81ED4-07D0-A0BB-3448-238C7B280493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42C18A8-0434-57E7-B8A1-AFC7BD875C12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7AF5ED0C-E514-055C-C46E-8C594DF81A0A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439A5130-4404-76E9-8084-DA67F948EC41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99E1795-22DF-B6D7-F05E-B2779AB0D77B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DA0B1CF-A336-2E81-359D-3946C6D9A47C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478B438-F9F2-BA76-5652-9CC08121FECA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A9C82B0-7C3C-09B2-E13C-3399DBB41027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A7B1FCC-3668-E07F-E3DB-C9A9694B2814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C9BA0BA6-FCD7-E319-DB25-402F88771A8C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99C30B7A-325A-97C6-A1AD-5E28DDA0F0E6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11533EF-2EF1-E2CE-BC18-F127656E35F6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071C863-7CB0-4766-8C13-CDC31D8722D5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83DA3B-1BEC-99FC-7AE2-4A8A2BCB1E58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1405A1A-E84A-CCC3-D084-7729FEC313D2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EA7F02-9D7A-CA6E-3DAA-F07C30B4533A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D428B7F-7BE1-8172-CEB9-8450AA8C424A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3793349-5FD9-7833-C80A-F98ED1807E6A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90DEE13-824D-8AA7-D446-26994A96E7D0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7269876-0D69-8D63-5A12-4737493335FA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E9820CE-F425-F204-6652-FB77B202B728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3C8EF3E-BEF5-DA83-BC48-22AC46C799CC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CB28FD8-E990-BF87-024C-E5069153EF70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BB50247-07E9-BBA9-0A9E-3B4A1D053AA6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1A9E089-2E32-983A-973B-BB55A70BA301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2CD5645-021C-4987-893E-A095977D5BEB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5D8B943-3EB8-C3A5-8C29-F5F7BF8FC6D6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9C77B28-A2A2-1725-2C2D-F133E867A407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47CFEB7-3FAD-C2A9-43BC-F069DCABD612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C97C9BD-CAC8-E2AF-D5DF-260BB7255DBA}"/>
              </a:ext>
            </a:extLst>
          </p:cNvPr>
          <p:cNvSpPr txBox="1"/>
          <p:nvPr/>
        </p:nvSpPr>
        <p:spPr>
          <a:xfrm>
            <a:off x="7988890" y="64595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C90DC33-321E-B4AA-E1EF-1607903871E7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24C0A7D-E65B-1079-A658-62489F1EBA5F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4484248A-2A45-2E25-E951-01B0BABDB59D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C77B1418-B853-663E-6A8B-656A43180C35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189F8569-0DB3-F776-FB08-C1A088AF6B5D}"/>
              </a:ext>
            </a:extLst>
          </p:cNvPr>
          <p:cNvSpPr/>
          <p:nvPr/>
        </p:nvSpPr>
        <p:spPr>
          <a:xfrm>
            <a:off x="12487534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49C12773-9283-5258-4A46-35D4C61F58EF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6E69D146-5FDA-578D-A39C-18C1732E1217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763DF2FA-774E-9069-5620-C8577E6332B7}"/>
              </a:ext>
            </a:extLst>
          </p:cNvPr>
          <p:cNvSpPr/>
          <p:nvPr/>
        </p:nvSpPr>
        <p:spPr>
          <a:xfrm>
            <a:off x="10583885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041142E1-6996-1DE0-E554-E8114FD77B04}"/>
              </a:ext>
            </a:extLst>
          </p:cNvPr>
          <p:cNvSpPr/>
          <p:nvPr/>
        </p:nvSpPr>
        <p:spPr>
          <a:xfrm>
            <a:off x="10583885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6A92FAF2-871B-FC7E-C341-A731253B3722}"/>
              </a:ext>
            </a:extLst>
          </p:cNvPr>
          <p:cNvSpPr/>
          <p:nvPr/>
        </p:nvSpPr>
        <p:spPr>
          <a:xfrm>
            <a:off x="10555373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47A17FDA-9C04-073C-CC21-D2BA961C5CA3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9470960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5E980E-E749-FACA-38C1-C9E4DCD84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4F9FFB0-6A9B-6938-0AAE-CD4D23F98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2EBA5-76AE-8C92-47F9-59A8666966D9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D662DCA5-C421-7C89-80D5-7F473EB780C3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D3C18D-58E2-942A-B945-EF5087C0E794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85D2A37A-DC08-B09A-A2A6-C22B95D8590D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1D3A53A5-894A-232C-E755-042E02C9757B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5A3A4311-FA01-26A9-A103-A95760193C41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E86896EB-D679-EA2A-DD20-9A656191B72A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05DB4BD-3B66-7146-514E-7D49C4E2C9F6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CB0869-8B55-DBB1-7040-E8037DEE05C4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C8DA2C01-C130-078F-C1EE-421EB52157CC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9744157-53D5-227B-925B-6A3FE1929129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9B24BFCD-1451-53C4-5E87-123B38B2D6D0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9F622A-E270-4A17-45A7-6D5210EDEB90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C70757B-CB76-7BC2-31A1-D50AA4C9BBA0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AD00332B-550B-0ABC-4676-F97EA6BB1388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233C29D8-0CCA-DD8A-77FE-F8504704CB71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D1D9E894-8DD0-3EF6-8174-D7F14BACC965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FAA63A3F-AB42-3CBB-70D5-2BED36A1B4B2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9CB9ADEA-2F44-BA8B-1A80-40C87172B656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43C373D9-A589-A9BC-7A82-9600FBEBCF73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5D346814-1E30-AD75-C4E6-E626541DF096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DA8D9B26-D871-2E1A-69F3-2A4DD89D2E60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519E8358-4B40-9F48-D6A0-66BBC2667CC1}"/>
              </a:ext>
            </a:extLst>
          </p:cNvPr>
          <p:cNvSpPr/>
          <p:nvPr/>
        </p:nvSpPr>
        <p:spPr>
          <a:xfrm>
            <a:off x="7789380" y="571962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455FBA-EF22-E2B3-7799-66C8D9148E47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18B011-57C7-4253-01EF-2701EA220424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ABECC13-E7C7-2594-3B85-16B50ED93E19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3937D66E-B7A7-A337-8A86-7DDB7C5A166D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923CC87A-4DC6-E6E4-18A0-3F88B64E2ECC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A7BF89A-E0EE-C126-3EC5-BEA9D6E7F951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0603EA3-3EFE-7ED3-F18D-2A5DF7D45FA6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FEADF9D-A8E9-EB0A-9714-13778B20F3EE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A1C83B2-A5B2-A9B6-AD57-0C6B6A31A451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A956094-9108-DDAE-654E-F9AA7513278E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3A73AFB4-7BB3-5756-D6A4-F504A7EF570E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83651C01-CC40-7611-68DB-91F2FBF19AC5}"/>
              </a:ext>
            </a:extLst>
          </p:cNvPr>
          <p:cNvSpPr/>
          <p:nvPr/>
        </p:nvSpPr>
        <p:spPr>
          <a:xfrm>
            <a:off x="8603182" y="6964445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0D7D30-F00E-5B6F-A831-8D763CAC1011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04E7FB-1573-E9C4-3D0A-64910D1C123D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946A871-0F5C-5874-C524-0F451E0E9E4D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674101F-49CA-4A25-4757-E4E9FDF0C47F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B633002-6080-E42B-6557-48966DBC39A3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700F07D-CBFD-2850-E47C-FEC4E49B75A1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0343C38-4085-1814-C64B-D5BB2FE32875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BB546F4-3777-CC2C-08A6-7A615F671541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327CFCD-D0B7-8D2F-39CB-2C1AA97C4754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2DBDA30-F93C-6442-DF4F-8916D8A74033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36FEF26-B8AD-F094-CA33-CF06A5AE7521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8173B76-F8F5-13C3-3EA6-722BD9306B14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6EC27F9-13DB-659C-7C4E-3B6A56CF0810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FA44DE2-5F6E-8276-7919-A07928FA058D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0D0C61C-8889-2111-A216-818ECB4750D2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7C4E9F4-7BA9-F6D5-FE10-4FB2FADFA405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776D4AF-CB41-0B3E-8701-56A47CE5EF0B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16C4DB8-C620-6375-E3C9-D69108E9035B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C3E8BDE-C746-9171-3A8D-3F66797A77B6}"/>
              </a:ext>
            </a:extLst>
          </p:cNvPr>
          <p:cNvSpPr txBox="1"/>
          <p:nvPr/>
        </p:nvSpPr>
        <p:spPr>
          <a:xfrm>
            <a:off x="7988890" y="64595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A978845-F553-2083-211C-FB8389F5FD4E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DFF256A-6390-1C67-4222-6961165898E9}"/>
              </a:ext>
            </a:extLst>
          </p:cNvPr>
          <p:cNvSpPr txBox="1"/>
          <p:nvPr/>
        </p:nvSpPr>
        <p:spPr>
          <a:xfrm>
            <a:off x="8775534" y="7671403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BD7B8825-47A2-00A1-CF81-CDA89573AB6A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1BC4D23-D6B9-0F33-9E65-956998A6EC65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E1DC170F-F165-7D69-5756-D63A097AD1CF}"/>
              </a:ext>
            </a:extLst>
          </p:cNvPr>
          <p:cNvSpPr/>
          <p:nvPr/>
        </p:nvSpPr>
        <p:spPr>
          <a:xfrm>
            <a:off x="10562178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DEF8CF41-751F-236B-4C10-DFD07B916C18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684E378E-8FB6-6A22-71E9-B999D2EA9153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06B5559E-4B11-62E3-C825-3F25407E7B58}"/>
              </a:ext>
            </a:extLst>
          </p:cNvPr>
          <p:cNvSpPr/>
          <p:nvPr/>
        </p:nvSpPr>
        <p:spPr>
          <a:xfrm>
            <a:off x="10583885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4A878F16-31A6-FDA5-0836-AA453D83C8C6}"/>
              </a:ext>
            </a:extLst>
          </p:cNvPr>
          <p:cNvSpPr/>
          <p:nvPr/>
        </p:nvSpPr>
        <p:spPr>
          <a:xfrm>
            <a:off x="10583885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D1A82673-9F0A-A985-F5B7-1F1C779F55A6}"/>
              </a:ext>
            </a:extLst>
          </p:cNvPr>
          <p:cNvSpPr/>
          <p:nvPr/>
        </p:nvSpPr>
        <p:spPr>
          <a:xfrm>
            <a:off x="10555373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F9548CDF-3D9A-5FB3-067D-E2996D42A2B6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2475612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0B39DF-63A7-9EFF-CB62-B8CAB4BE7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8683D15-5FFD-460C-3516-F438485D6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7CB1F1-4979-92FA-726D-950C6E4021A8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C5D27655-2617-784C-7902-59CED1DEF014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5C81FA-E39C-2684-34A7-2A6BBCF068AA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A5CE3AE3-7C52-480F-ED8A-D750FB756C56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10A4D257-16EA-067A-9456-BCE53F46E83A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44877173-5F78-D15D-6573-574DCB35D0C7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E8D395BE-2DAD-5D15-1795-6C652EF4A97A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D42A63-5529-E50C-FE93-72380F89883C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7F68603-834E-D965-E7D0-9DAFF8D98042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89CCF715-311E-95CC-9D9E-3C0F124E2332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4D23648-4296-B089-D5FE-951DCF4675C8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C5921670-2226-F4E9-6715-8FB0B317FDCC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02EF9D-FCB2-7B1A-4C4F-552BE60659D2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E2E576F-F649-8E61-380A-70450CC2A455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61C14055-BAB8-3929-46DC-8AF12EC0D5E8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09FCC507-5E10-E65C-DBD4-C1C350A11931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1DD512D3-FE43-3E60-1ABB-72FEB4607CD6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A25C9AEC-100A-2290-51A6-F1310538CA78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460F44EB-604B-D823-1C84-4598FD743122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0112EC79-0CEB-026B-E844-E4A61F37F653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49D06ADA-04BC-4721-3EF7-B3B0AA958D9D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E598D6DD-84B0-BD9D-FFD9-1D7B7C32A9E3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3E52CCF2-8E6D-E56C-3D45-E8E721D4F874}"/>
              </a:ext>
            </a:extLst>
          </p:cNvPr>
          <p:cNvSpPr/>
          <p:nvPr/>
        </p:nvSpPr>
        <p:spPr>
          <a:xfrm>
            <a:off x="7789380" y="571962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0AAE6E8-717C-2AEA-E3C4-07CEA5500118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4EAF72E-BD8B-6F27-3AF3-37AE952DDA54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C5D84DB-98C1-D11C-17A6-48F3302A2EE2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18597406-2AFD-51EF-E89F-F99864EEDF58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AB074255-3EC1-64AA-674D-B8E34D1CD167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5715E4-DB76-4668-26EA-C803CC006376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148709E-BEFE-6FA2-482E-7C9CD23AB1CB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1DEF9F2-49DB-35B9-7BC5-12778248ACEA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CBA9E65-8D78-45CA-3A32-C884F186D43D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2FA5B90-7C92-E0FD-6619-1B9253E72F9C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C08F31D7-1661-CF05-31AC-842A1DF523A0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D98B40FF-43A1-EF25-9898-6E940B50B7F7}"/>
              </a:ext>
            </a:extLst>
          </p:cNvPr>
          <p:cNvSpPr/>
          <p:nvPr/>
        </p:nvSpPr>
        <p:spPr>
          <a:xfrm>
            <a:off x="8603182" y="5719626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70A1AA3-AABB-B482-2597-83679626BE45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A28E70D-5C8A-2E9D-0BCA-AAC1C6703E00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1388418-CA94-137F-DB3A-FB6B393769CB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199E8DA-A0A2-FE77-DC5C-7002D5DC6498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30D79B4-0D4D-47FC-A90D-FB0685F01190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C912E54-936F-4F8A-5C47-0F836AD0538D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3764148-EB59-377B-2C65-7156E9D61646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9B86490-43DF-E18B-7914-ECA613A0B3ED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82ED035-4943-AECA-7541-16CCDC4F16C5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D7D8205-9445-6433-126C-C3DA91F731A8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FA2EADC-F95D-DA13-9FC2-21F65471606B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501840D-7350-3ED2-A486-1B9D4C64F1DB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26E59AB-4A96-9640-CA2E-F171A0793C49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16D0907-25B9-8880-2288-DA375662A530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F44E7A2-922E-910C-AA1E-BA528B3F9D86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0EC628E-CD82-6598-0E0C-7D31F0311DA7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E799177-AC69-C562-6C62-650A76BB0BB6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443364F-269A-4C28-0620-B8BF30AF298C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448E269-1841-2F5D-5F25-8D158FE9D183}"/>
              </a:ext>
            </a:extLst>
          </p:cNvPr>
          <p:cNvSpPr txBox="1"/>
          <p:nvPr/>
        </p:nvSpPr>
        <p:spPr>
          <a:xfrm>
            <a:off x="7988890" y="64595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6A3A077-B867-B9B6-0AB9-E3B796DB707C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A9D2476-5409-268E-7A29-6A54E9190DB1}"/>
              </a:ext>
            </a:extLst>
          </p:cNvPr>
          <p:cNvSpPr txBox="1"/>
          <p:nvPr/>
        </p:nvSpPr>
        <p:spPr>
          <a:xfrm>
            <a:off x="8775534" y="64265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286A9B50-FC77-E207-68A3-1942A7ACFEAA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7867E313-49E8-3229-1133-8847FAD4F24A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7F01554A-51EC-8DD7-C263-1E2CE23B9AAF}"/>
              </a:ext>
            </a:extLst>
          </p:cNvPr>
          <p:cNvSpPr/>
          <p:nvPr/>
        </p:nvSpPr>
        <p:spPr>
          <a:xfrm>
            <a:off x="10562178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B11D11FB-441B-F6D9-2FCF-D9FADEE83F18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DB58F169-24E5-A585-E450-EA18A0510868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E8455909-889A-002B-0883-0D7247E8AFA9}"/>
              </a:ext>
            </a:extLst>
          </p:cNvPr>
          <p:cNvSpPr/>
          <p:nvPr/>
        </p:nvSpPr>
        <p:spPr>
          <a:xfrm>
            <a:off x="10583885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546D65EB-81BB-1C9E-D3B6-5D9DE55A9B7B}"/>
              </a:ext>
            </a:extLst>
          </p:cNvPr>
          <p:cNvSpPr/>
          <p:nvPr/>
        </p:nvSpPr>
        <p:spPr>
          <a:xfrm>
            <a:off x="10583885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D3D6A089-35B1-321A-6EDF-143628DE718B}"/>
              </a:ext>
            </a:extLst>
          </p:cNvPr>
          <p:cNvSpPr/>
          <p:nvPr/>
        </p:nvSpPr>
        <p:spPr>
          <a:xfrm>
            <a:off x="10555373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0DB5C970-BB8E-EFCA-CBB4-6F2406473B3F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21345074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99964-B086-E5E7-CB36-AC86A7942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7BA7F74-2812-471E-7B54-CECB948DD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194C04-1982-7204-8721-7CB61931E019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0611C579-234F-4FF2-82F4-F1142EB14499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D32CB4-4D5A-7DD7-86B9-C89599F24292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AACE509B-7409-10E6-5DE5-A66D44CD2DDE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B1E61269-FB71-4A74-FAFC-883EE1A152E8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12AB79B8-0FE5-4BD9-B328-3DAB92BBB235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BB6E0691-2483-3CCF-ACEF-7064B6F1C076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D44F836-AAD6-BE91-C7A0-B4879981C7B3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07729B6-2657-0546-3927-A8DD45179A6E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38FEF5AC-6A75-805B-E244-8583743F0EAE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60FC53C-BB3C-C6E1-7145-C42BEFD02B47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5257BAA6-4945-E926-7EAB-8C1805663520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5DBAC0-ECC6-AF7D-47D3-85AFE7BE30C2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A37FD11-4AE4-4025-E5DA-A766766AF98C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F8689B67-FDF6-5052-F2A9-68ED18DF7B09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524FD9CA-8DDA-F5E0-1579-D618F7A6BDAE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7AF59909-4EC6-A665-3601-50DF5476CDF0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FB03E561-4688-3BEE-E7C4-C07AC80BA972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C48D5E48-1982-A698-873D-4D4379369863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003D7AAB-FEE3-14E7-2D7B-6ED9617F003B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2AA212E9-5A7B-C164-68C5-82E69629F2EB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6D974345-953D-C568-8A9A-0F5C95619C76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4C972B1A-ADB1-DF1C-64B2-D8DEFC613A6E}"/>
              </a:ext>
            </a:extLst>
          </p:cNvPr>
          <p:cNvSpPr/>
          <p:nvPr/>
        </p:nvSpPr>
        <p:spPr>
          <a:xfrm>
            <a:off x="7789380" y="571962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D5D2D73-A4C4-D499-BDB6-194695665E25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A9BBA34-C596-A257-AA29-62E2D02B6F10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8445AF9-82BB-90A1-3101-C27E717D5665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85125596-70FD-AF8E-A7C6-E81268499CFB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38E84ED6-A48D-38E8-73FE-AE821F509C50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547C422-EE10-4639-5CE1-6B836EE523BC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2C37500-0940-C2A0-F6D9-558EB17FA982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08B3409-2758-54C7-E2FD-55A5B135FF84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6F77C38-90B6-1E28-7FF7-AEB0A885B588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23C1068-A721-EB27-AD1F-0DDCDCD34A2A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870BF022-21A4-9F74-7D9C-F3C3B3BABBC6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20916051-25F4-ED31-D31B-3610A46539E3}"/>
              </a:ext>
            </a:extLst>
          </p:cNvPr>
          <p:cNvSpPr/>
          <p:nvPr/>
        </p:nvSpPr>
        <p:spPr>
          <a:xfrm>
            <a:off x="8603182" y="5719626"/>
            <a:ext cx="720000" cy="720000"/>
          </a:xfrm>
          <a:prstGeom prst="ellipse">
            <a:avLst/>
          </a:prstGeom>
          <a:blipFill dpi="0" rotWithShape="1">
            <a:blip r:embed="rId12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0E9334A-B96D-79E1-8C9F-DD7FF6BB83F4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7FD47DC-0D5B-B5FB-6156-97421AAB429E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9E9E8DF-D984-49D3-56B7-64E6FC686ED3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157119E-B4D1-02BA-B234-5616814038C4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D32DBAD-1D9E-6528-D126-DFFD2C128639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5E43A9B-EDEA-CF02-274D-7EDAA12FF0B8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769FDD2-9A10-C8A4-A26A-915299B6D83A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C3B6484-65E1-4EF2-7AFA-995E04ABAFA7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43B43EC-410B-456C-6FBA-DD20BC10A4EE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FD7C93D-6288-3455-14EB-2EA00D4312C6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39CE64B-E3BC-E3B4-71B0-8BDDAA9F0B13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06E902F-05DC-9B54-8358-0CCCE91BE8A4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6F2C563-136D-30F4-CE90-D884C2C1F98B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610E589-B0A3-2989-584B-C9D9A2C60272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EE34336-445B-7D85-3BD0-12160672D68F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6BDCD29-33C6-04B0-0B8D-845DB0943E5E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82F546D-0752-7AF6-2E30-1A8D964C2A0A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9B3F7B0-A64C-BB8A-5F79-CF9298854E80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E09DB49-BEFB-4134-6C6C-70A41622D069}"/>
              </a:ext>
            </a:extLst>
          </p:cNvPr>
          <p:cNvSpPr txBox="1"/>
          <p:nvPr/>
        </p:nvSpPr>
        <p:spPr>
          <a:xfrm>
            <a:off x="7988890" y="64595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CEFAC26-1A82-86AE-70D4-DF3E02F2D18F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597BC9F-A738-2DD4-C442-DADBC206C7D5}"/>
              </a:ext>
            </a:extLst>
          </p:cNvPr>
          <p:cNvSpPr txBox="1"/>
          <p:nvPr/>
        </p:nvSpPr>
        <p:spPr>
          <a:xfrm>
            <a:off x="8775534" y="64265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B1C61258-45AF-EB7C-1E2D-EFE4238DF1BE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EACCE03-0D3C-6815-59F5-F6E3709E03D3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C702E9FA-6599-F30F-0977-0D41470CBBBD}"/>
              </a:ext>
            </a:extLst>
          </p:cNvPr>
          <p:cNvSpPr/>
          <p:nvPr/>
        </p:nvSpPr>
        <p:spPr>
          <a:xfrm>
            <a:off x="10562178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C3E8970D-9B95-6AF9-C06F-C88FE4AE6D73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4EF846AA-F341-C11A-844F-B56EC673C782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1346491E-BCB5-D194-6ACE-C6271A1F4968}"/>
              </a:ext>
            </a:extLst>
          </p:cNvPr>
          <p:cNvSpPr/>
          <p:nvPr/>
        </p:nvSpPr>
        <p:spPr>
          <a:xfrm>
            <a:off x="10583885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ADB0CDEC-6FEC-8CAF-5D11-0833B6955179}"/>
              </a:ext>
            </a:extLst>
          </p:cNvPr>
          <p:cNvSpPr/>
          <p:nvPr/>
        </p:nvSpPr>
        <p:spPr>
          <a:xfrm>
            <a:off x="10583885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4C5EE3F9-23EC-576F-0E27-E37C291E707C}"/>
              </a:ext>
            </a:extLst>
          </p:cNvPr>
          <p:cNvSpPr/>
          <p:nvPr/>
        </p:nvSpPr>
        <p:spPr>
          <a:xfrm>
            <a:off x="10555373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9BB3570C-4DC4-C730-7905-01AB0C49B995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2590808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1896B7-C370-8593-3E9B-9D2CFC91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B9A8A4-6994-B113-F19E-4EA569D40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A721E-FAE5-6141-E6DF-F599553EE7D8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65A556CD-182D-F05F-3C15-2FE9C006D9BB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0E869B-86B8-A4B3-98C3-2C311DB3E18D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06845D0D-1CD4-F946-9850-F3D08D74EC0A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02DFD45B-CC2A-AC6F-ADB1-6897319413F7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88B1414C-4784-D9D6-E2D9-1A5CC6C32252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A15E5437-DFB6-1E9E-BFDD-6006A21CDA31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546BED-A9CA-793B-68C7-12B52D7FB378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3749A9C-82B3-27C9-D4B1-B38D1F61C510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4FF3D8F5-BB45-4CCD-0380-44276BE4B308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E7ED4CA-FE86-971A-A80C-8E70A4863F2B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18094003-47CF-6509-088A-7DD44C71CDF5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E59C1F-B410-FBDA-24B3-031A07E1CAF7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31F4142-58FD-F47F-B58C-318112988A4F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F9466ECA-ADDD-BDEC-ADE3-57999EA8426F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1ABE56E5-5155-8952-4C65-B567E266AA82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1185623F-E7C7-8C37-1FAD-C26D50BF56F7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6DBBD9C3-698D-6191-6FAD-EEC425587235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EE6082C4-E7D5-A0AA-CC97-BA7DEF630485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1991975D-4B0C-2F8C-6490-E86F86FF9EAB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EA52C56F-B85D-CEB6-545E-6E89CAEE16D6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9C447BC6-35ED-5A76-E99B-CDD017B014D3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A8F1B8C8-C607-6DF1-2F98-A554EFE3BEBF}"/>
              </a:ext>
            </a:extLst>
          </p:cNvPr>
          <p:cNvSpPr/>
          <p:nvPr/>
        </p:nvSpPr>
        <p:spPr>
          <a:xfrm>
            <a:off x="7789380" y="5719626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25E1AE4-9571-7592-0880-ACCC093A20DB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C0DC757-3043-39E1-C144-52085219BA9B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5550C4E-AD32-FD8D-338D-BF1FBD75D67A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8042A75F-C17B-9486-B806-852723A028D3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9452AD82-D2D0-72EB-3D04-437824955367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50E48DE-679E-7A9C-43F9-1B8BFFFE14CD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9EB887F-11A4-9C31-1D40-7B8E4BF680BD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E6FEED6-D1CD-1705-98C3-15AD143018D9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EFB5794-E698-40CE-11C3-35AC7F9C96D3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566F2C0-CB49-705E-9A00-B0D61D88755E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DF39521B-18CA-7DDF-8929-DD4858592EB2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C80A78D4-034D-8637-D5BD-517E737F1428}"/>
              </a:ext>
            </a:extLst>
          </p:cNvPr>
          <p:cNvSpPr/>
          <p:nvPr/>
        </p:nvSpPr>
        <p:spPr>
          <a:xfrm>
            <a:off x="8603182" y="5719626"/>
            <a:ext cx="720000" cy="720000"/>
          </a:xfrm>
          <a:prstGeom prst="ellipse">
            <a:avLst/>
          </a:prstGeom>
          <a:blipFill dpi="0" rotWithShape="1">
            <a:blip r:embed="rId12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C63974E-C059-F184-E8AC-021F31D8342C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08DB3E0-B26B-8B07-594B-19C9C54105A4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CA1558D-1249-8DA6-1668-8C2339769C77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42DABFA-2841-9338-EECB-2BC4D3BA6D76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F81577B-B62D-643C-6896-21DFDADA3495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0CED4C1-DB04-769A-F7C8-932CAFB0544E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63AD829-B7EE-6950-B415-941FC9F3E815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70F7506-4537-9482-1925-E9175AFDE309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25AE31B-A288-A90F-8A71-FA293BE89A8B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722E1B0-5B5E-4C3E-AC04-BF9C2BF80439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FC1E517-989E-977E-7502-4888592C862A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6B75F62-BF45-047F-3A19-44DCCCC3AA1B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38C4DB6-AB89-9ABC-3896-DCB6C555B421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EA98547-F8F4-AFD9-62D5-2C81AF3E9BE5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138BC15-8299-2A9C-0518-F2C4483D1012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3B45DAD-026E-8076-E152-46D78A141132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89867CF-2129-82D2-3B18-8D7FEC8D8C8C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8391E02-673C-1EE4-B8D5-D5A0B22E5756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A47B147-5DDB-90E9-74AB-85AE20AEEBD8}"/>
              </a:ext>
            </a:extLst>
          </p:cNvPr>
          <p:cNvSpPr txBox="1"/>
          <p:nvPr/>
        </p:nvSpPr>
        <p:spPr>
          <a:xfrm>
            <a:off x="7988890" y="64595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A59778E-A7B0-8E6D-C5DA-BA2D4FEAEB10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13D74D4-6CB5-26E0-BA1F-6D66A2E2F193}"/>
              </a:ext>
            </a:extLst>
          </p:cNvPr>
          <p:cNvSpPr txBox="1"/>
          <p:nvPr/>
        </p:nvSpPr>
        <p:spPr>
          <a:xfrm>
            <a:off x="8775534" y="64265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9852AC26-1A3F-3562-3D53-80DC537737D2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E244DDA6-D55C-8258-A499-371F5727D77A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48277FF8-CDD9-5E9F-F5A6-4C34795D8220}"/>
              </a:ext>
            </a:extLst>
          </p:cNvPr>
          <p:cNvSpPr/>
          <p:nvPr/>
        </p:nvSpPr>
        <p:spPr>
          <a:xfrm>
            <a:off x="12333527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97C69D01-C1A5-3415-7DAB-B15B9C581DF4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1D521B34-EEDC-9B10-3677-F840A2C333A7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D4A81687-0C92-75BA-06A9-24764D1175E0}"/>
              </a:ext>
            </a:extLst>
          </p:cNvPr>
          <p:cNvSpPr/>
          <p:nvPr/>
        </p:nvSpPr>
        <p:spPr>
          <a:xfrm>
            <a:off x="10583885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E51170DE-B89A-F6C1-506D-0DD75EFB8E50}"/>
              </a:ext>
            </a:extLst>
          </p:cNvPr>
          <p:cNvSpPr/>
          <p:nvPr/>
        </p:nvSpPr>
        <p:spPr>
          <a:xfrm>
            <a:off x="10583885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B634013D-589C-DA73-D776-0260E26F3F7F}"/>
              </a:ext>
            </a:extLst>
          </p:cNvPr>
          <p:cNvSpPr/>
          <p:nvPr/>
        </p:nvSpPr>
        <p:spPr>
          <a:xfrm>
            <a:off x="10555373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0ACD0569-261B-C478-2970-60C6042A5475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21945734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7769F9-E932-D37E-C017-A745833E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E9589E9-4F24-3DCB-9821-760DFFA2C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420EF-6C89-E374-9208-F58C67B20C9A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E7341238-5EFF-37FD-AAF7-6DE773795D50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EA48C9-C04C-63AC-BAD2-649F47386151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DE03650A-ADDD-B79C-9EC7-B6B6841A6E50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B75047FD-193F-D8B7-22DF-C37D1D325497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D3F59F91-AC73-B514-9F81-B2163DF06A0E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4F3A08D2-195B-B3F0-5E48-22015FC25D64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43DAC4A-D7B7-3520-EAE7-853C6AC255EA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E9E69F8-779D-BAA6-379F-FE0A51573866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2E7F307D-4E02-6FE5-7D2B-3D407348EBAE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F2653F9-DA90-C8AE-C767-9712C38503E7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41D5E8F6-E1E9-7D7D-9DAC-85F8F5D72D88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4DB6BB-834B-6FE0-B5A4-5EA072C9742C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78F5A86-15F3-4EE6-64AF-AE70256B2B79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03050EF0-7FB8-9397-2FDB-51DF3EFA8DAD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6D2001DC-4010-CE65-64F7-A17BB5679262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419F7F8F-5BFD-DE5F-2331-0141A499F026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1B707D5E-3091-E182-F41A-3CEC0266DDEF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2AF78C07-F6AD-366B-40C2-B3824C136473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A935BD5B-24F2-E09B-C7BC-71B7CFD3F8FD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B7D2705C-EF04-26B5-13DF-AD46086F6DEC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9ADAA5A5-79C0-8E0A-6596-7F08EFCF473F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48609500-C037-17C9-1EAA-314D1EF7162C}"/>
              </a:ext>
            </a:extLst>
          </p:cNvPr>
          <p:cNvSpPr/>
          <p:nvPr/>
        </p:nvSpPr>
        <p:spPr>
          <a:xfrm>
            <a:off x="7789380" y="5719626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702C09E-D23F-6DC5-6A6F-4FF4FD18BCE8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40A0D88-2301-815C-4B08-56690BBE82FA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A747C5D-C308-851C-42C6-D294B8E5042D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2F85B127-D181-190D-EE36-EFF23BFEF92E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CDACCE88-539B-02AE-BFB5-3F898E5B0680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E84C847-05A0-49C9-8300-7E04013ED1C0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55FABFB-5745-80BC-104A-E2E807433E0B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58DB41C-568C-A278-680C-68F42F3C3018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E465717-5562-A8AF-DFFE-C40D24F1C446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10D6F35-312F-E85D-17E5-23643C855C9C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BCC213FF-A898-B335-D422-1EF4B6623927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88CB0C99-EB93-83D2-1039-F8247F9712E5}"/>
              </a:ext>
            </a:extLst>
          </p:cNvPr>
          <p:cNvSpPr/>
          <p:nvPr/>
        </p:nvSpPr>
        <p:spPr>
          <a:xfrm>
            <a:off x="8603182" y="5719626"/>
            <a:ext cx="720000" cy="720000"/>
          </a:xfrm>
          <a:prstGeom prst="ellipse">
            <a:avLst/>
          </a:prstGeom>
          <a:blipFill dpi="0" rotWithShape="1">
            <a:blip r:embed="rId12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17E5DC5-8DBA-5454-00C6-81AB14BA1D9A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2255CE-38F0-B049-C393-87C8DA750498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BF44FE0-D73E-468E-FC66-FC705E528EEB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E50D770-AC26-77FB-B11B-586CD3639579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1D9041A-739C-3ED0-E0A5-8AB769649D8C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C624F96-724A-C784-D129-299E8351D834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8CFE0F2-EC47-B315-4A3D-93BB11F87987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43F9830-E34F-81FD-1E60-4F953902E454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2D84229-1801-4BF8-786B-8B39873DFD33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A4E967D-091D-47EA-2738-6556E3954CC8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AE3A545-A0BF-8B65-EF0B-2BEC5CF95B8B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3ED7ED7-0E86-E6B1-A7AA-710448D34374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3614655-B3F0-71A9-334B-C758628678C6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564E03A-7AD5-DA36-FB17-067D4B8384C3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015B7A1-6F56-7C3D-0C23-3EF30E02A0C3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24FC197-5028-D418-09A7-AB92430E5E58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7624A85-34A0-2454-FC41-500F41DA12D3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E280ADB-2DC0-DFF6-53A2-108DD8A66C9F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5F44940-EE48-5F2E-9691-D75A44403893}"/>
              </a:ext>
            </a:extLst>
          </p:cNvPr>
          <p:cNvSpPr txBox="1"/>
          <p:nvPr/>
        </p:nvSpPr>
        <p:spPr>
          <a:xfrm>
            <a:off x="7988890" y="64595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4359F1C-F1F7-2E3D-C7A6-BA63CBD5F96D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68D37F6-ECE7-1D45-5003-CE8FEEA0D07D}"/>
              </a:ext>
            </a:extLst>
          </p:cNvPr>
          <p:cNvSpPr txBox="1"/>
          <p:nvPr/>
        </p:nvSpPr>
        <p:spPr>
          <a:xfrm>
            <a:off x="8775534" y="64265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5FDB51B1-116F-28DE-D875-FBB1366FA209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32417211-6387-B79B-6471-9F93721B500F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9C26CF19-D3EE-4CAA-D2EB-DD8EDD98C1BC}"/>
              </a:ext>
            </a:extLst>
          </p:cNvPr>
          <p:cNvSpPr/>
          <p:nvPr/>
        </p:nvSpPr>
        <p:spPr>
          <a:xfrm>
            <a:off x="12333527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4B2533FF-AD16-08E4-203A-76FE68B68F01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FA66B231-249D-37A9-D38E-07CBFE36352F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56AA622E-6BA2-9644-8378-1637254E3698}"/>
              </a:ext>
            </a:extLst>
          </p:cNvPr>
          <p:cNvSpPr/>
          <p:nvPr/>
        </p:nvSpPr>
        <p:spPr>
          <a:xfrm>
            <a:off x="10583885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85CB2A43-78CB-C4EF-4054-6A8C2840736B}"/>
              </a:ext>
            </a:extLst>
          </p:cNvPr>
          <p:cNvSpPr/>
          <p:nvPr/>
        </p:nvSpPr>
        <p:spPr>
          <a:xfrm>
            <a:off x="10583885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84EA55FD-F903-C88D-C8A7-E5397503432F}"/>
              </a:ext>
            </a:extLst>
          </p:cNvPr>
          <p:cNvSpPr/>
          <p:nvPr/>
        </p:nvSpPr>
        <p:spPr>
          <a:xfrm>
            <a:off x="12320708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B4DF2924-2F43-6B98-91BE-680177018B03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716214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41B11-E98E-9E75-016D-05118ACD7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791037C-23EE-8319-DE1C-4B01EF3F7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001F3D-4497-F5E3-CC3A-807AAF394EB6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78B04746-EC7E-94D4-B91E-3D5BAD05D779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9304ED-318D-9557-6634-4EF4F790951D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B3EE59DA-6A3C-80C2-AE68-0DD61CDDD07A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65D26860-66F5-FC96-EC0D-9BC2A772F114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145F5BD3-98A8-A522-3BD6-B64FAB160F80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972DA8D6-23AB-9690-A60A-848669311EBE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62DC81C-367D-01A8-D937-10B7A140AD12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0FBA12B-ECDB-F6DB-842D-E3D19A979E53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1F35DB6E-C969-3866-E106-58C6727C6593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8A88D4B-AE63-F3D5-D36A-38732B833E84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7395B604-C212-6CD3-9000-53F707256624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693280-E4A3-B770-F4BF-39D07E7482BB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33434C8-F00D-F709-932F-4BC25F0E11B0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A02F9AA5-FE4A-4180-8F64-ED9D52A810DA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0A8B87FE-4B60-885F-D6DE-0AB632A8E1DD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FCF5D786-2E90-E7E8-202A-7E9C1D1F1285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95E8B84D-4D52-A67D-69BF-A639FE6A16E2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DF23BBBC-7970-9AF8-D3BE-A86C2A33229B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B1BC9DED-3C3A-E79D-83D5-680871DFAD1D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8D60B284-1DCF-FED0-37EE-8B0B6A852679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9BCE0D43-7980-B186-0417-19C5540ECA28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5D9957C1-31EF-8139-06D9-EE6CBAA4CBD3}"/>
              </a:ext>
            </a:extLst>
          </p:cNvPr>
          <p:cNvSpPr/>
          <p:nvPr/>
        </p:nvSpPr>
        <p:spPr>
          <a:xfrm>
            <a:off x="7789380" y="5719626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4CD67B1-8F4B-8F2F-B04F-028193E5D20F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2D10734-7164-6542-F2B4-45BAD75A4226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71752FF-AF6F-F3C4-391A-E946592B452E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DD7478CA-228C-0339-18DF-08FD107312FE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43ACD0D1-7BB2-1463-34BB-5C96B26D315E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7021721-5047-DF72-8EE3-328634FD4F99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C199247-DAC0-AAF1-6033-B8CBB42A75B6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0AC7AA2-6F72-1A67-09E5-EC2A960E79B3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0AAD79F-4D10-FDE7-CDA9-CC6F56033D12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53AFF74-18CF-1692-C605-14F093594BF6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6CE23D80-4999-33F5-9D17-DAA0BD16BDE4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C6F02B41-5E5B-5D1E-11AE-B79462B00925}"/>
              </a:ext>
            </a:extLst>
          </p:cNvPr>
          <p:cNvSpPr/>
          <p:nvPr/>
        </p:nvSpPr>
        <p:spPr>
          <a:xfrm>
            <a:off x="8603182" y="5719626"/>
            <a:ext cx="720000" cy="720000"/>
          </a:xfrm>
          <a:prstGeom prst="ellipse">
            <a:avLst/>
          </a:prstGeom>
          <a:blipFill dpi="0" rotWithShape="1">
            <a:blip r:embed="rId12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512C337-A329-AD74-703E-7FC78D440056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AD06F49-EF27-004F-B69F-83442EF42C18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B18A3B1-AEDB-721D-BFD9-8D18C639DDE2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D891CCB-080A-94E7-3629-2FF9612AEDA8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F7D455C-2DFD-9292-2C19-6A87004959D3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3AC2C48-831A-97EB-79CD-46566EFFFE59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FC6ECE0-42FB-4C57-8BBD-D7A040F39816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3C35C3D-3225-D444-D953-4BC4AEA9FAD5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9B4DFF4-E185-788B-855E-91104AED58B3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C744473-DBDB-9BA6-D28C-F172F7CE9349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481571C-0457-24A4-AEB3-2F2E05DE4713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F5106DC-5C92-F6FC-9E42-C0E1CE6C965F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3E618AE-79D1-EA81-ABB0-762B08996CD0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20F4C8B-F231-614E-DA35-A667C8C28746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73E8E4D-544B-43A5-F39E-6A2875F1213D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269C5FF-340E-A00B-E648-A6A56CABD39F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FC41570-89CE-E952-DE7C-2EEE96627316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2DA73EB-455A-6C6E-78E1-0F8139646D88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27F98CB-6431-29EE-D9B5-A6E3807EF122}"/>
              </a:ext>
            </a:extLst>
          </p:cNvPr>
          <p:cNvSpPr txBox="1"/>
          <p:nvPr/>
        </p:nvSpPr>
        <p:spPr>
          <a:xfrm>
            <a:off x="7988890" y="64595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61D4D48-DD43-E0A2-3B60-F2E0BB44BA8E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EDAEB1F-359E-3CB2-47CC-DE832CB3AF45}"/>
              </a:ext>
            </a:extLst>
          </p:cNvPr>
          <p:cNvSpPr txBox="1"/>
          <p:nvPr/>
        </p:nvSpPr>
        <p:spPr>
          <a:xfrm>
            <a:off x="8775534" y="64265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1023E32F-9E27-BA49-6FA2-01B1A1F5CC03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1EF25089-F9F2-3FEA-9541-FD4A5AA2D564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619663C4-0413-DF08-959E-53E465063B4A}"/>
              </a:ext>
            </a:extLst>
          </p:cNvPr>
          <p:cNvSpPr/>
          <p:nvPr/>
        </p:nvSpPr>
        <p:spPr>
          <a:xfrm>
            <a:off x="12333527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AD2876E8-4535-7C0D-063F-99F138E7ABB4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4EB83101-336A-0A0B-4673-63855DA16017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5864889C-AA42-4802-335F-5599450E64AB}"/>
              </a:ext>
            </a:extLst>
          </p:cNvPr>
          <p:cNvSpPr/>
          <p:nvPr/>
        </p:nvSpPr>
        <p:spPr>
          <a:xfrm>
            <a:off x="10583885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8F3DA8EB-02ED-E814-6569-D0879514822A}"/>
              </a:ext>
            </a:extLst>
          </p:cNvPr>
          <p:cNvSpPr/>
          <p:nvPr/>
        </p:nvSpPr>
        <p:spPr>
          <a:xfrm>
            <a:off x="12333527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16DCE01B-8335-2669-C063-FF5A3EA0533B}"/>
              </a:ext>
            </a:extLst>
          </p:cNvPr>
          <p:cNvSpPr/>
          <p:nvPr/>
        </p:nvSpPr>
        <p:spPr>
          <a:xfrm>
            <a:off x="12320708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CB797548-A69A-EB64-51E1-4AD4A985E370}"/>
              </a:ext>
            </a:extLst>
          </p:cNvPr>
          <p:cNvSpPr/>
          <p:nvPr/>
        </p:nvSpPr>
        <p:spPr>
          <a:xfrm>
            <a:off x="10583885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1016598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729A8-D83D-86D5-398C-3C05CAB3C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A9C5114-8424-AB5B-C97F-444E65C12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1BCE4-F888-3CEE-AECB-A73DD969065E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060D27D3-B42F-2A87-4F09-CEE858F70981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276166-A5EA-FBDF-2DFE-E737BF250E7C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1E9C5FFA-2C4E-1D62-22D7-69D0E615FAAB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9D81B5A0-7446-F599-1E36-385E3E844DB7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E577A5B0-65DF-2165-1E9E-B1CC34067C8D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E7DFBC62-D68B-889F-033A-77EB1409B722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8AB8207-A75E-7AB0-C4F1-47776999624D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F79EF0-427B-1E43-432C-F87E6F4D3551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A0E3CF92-816F-2BED-10F7-2A834A2433D8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E358061-2964-5527-A385-85964BAECD33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C7CF5C39-117B-8C6D-EAA4-1B8821BA2399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47C409-DB1A-7BF9-7B19-463999E5BDBF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24A4F93-B5E9-DF36-892E-166D1E2429C0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051A088C-A66F-0F16-37F1-62032AE3BF5F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73001B8E-4CF3-001D-58B4-16C61E1715B2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B85B9346-D7EE-3F46-994E-D3476FE0C046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8900D241-C1D9-C759-59CA-23D7E4120C10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A4FBC636-8DBD-41BF-03EF-2346DA0C811B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11014B84-81B9-3C96-59E5-9462741EDBE6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3444DB2E-940E-CACC-C963-F8C4C66D1308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3AF1C97B-F7ED-9F6F-1809-4FC75DE856A9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7CAC9C5F-895A-ED10-DFC7-88F9D8C35CC4}"/>
              </a:ext>
            </a:extLst>
          </p:cNvPr>
          <p:cNvSpPr/>
          <p:nvPr/>
        </p:nvSpPr>
        <p:spPr>
          <a:xfrm>
            <a:off x="7789380" y="5719626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4C762A2-8D56-F95C-CFC6-DB818F031284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E1FCB3F-89B8-7CC8-FE88-2ACE865FECC8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2861841-7E0B-FE56-5F0D-47022A741B18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8733C1FF-2C1E-C6DF-5952-E08BC9601F1F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1DB3EEBB-988F-6381-FFB8-5240B1A08C99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5CBC1F1-A879-4818-4943-2A776EE76AB8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09C8D98-2276-AAD8-B57B-05E9F7C50CE1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C0D62F9-61B3-D953-1E2D-82881121F07A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F67A826-9BE3-35D2-ED55-95FB0D5BA00D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DA010B1-32C1-6F70-A360-10320A9DBEFA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5006255D-BCB0-53AE-9119-A6C2DC184D33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954A7197-B99B-76EE-695B-DD373283C94F}"/>
              </a:ext>
            </a:extLst>
          </p:cNvPr>
          <p:cNvSpPr/>
          <p:nvPr/>
        </p:nvSpPr>
        <p:spPr>
          <a:xfrm>
            <a:off x="8603182" y="5719626"/>
            <a:ext cx="720000" cy="720000"/>
          </a:xfrm>
          <a:prstGeom prst="ellipse">
            <a:avLst/>
          </a:prstGeom>
          <a:blipFill dpi="0" rotWithShape="1">
            <a:blip r:embed="rId12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D36F50B-6135-9B57-C96D-A38A21827C7F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CE9AD63-97D1-D6BA-E721-108DA0305F00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53A451D-AE69-8D8B-F7AF-FC89987D59D7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4281ABC-514F-9AD9-6484-70E2E18F993F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73907D0-405B-21AA-F23B-9883DDD3C399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6C0B7C2-0703-7A2D-D4C3-A23A5842BB12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4EC30E9-D69F-1F70-EC1B-A001FF93389A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B44D49D-FA43-150B-03D3-C912F9F8C4A3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2560500-54FF-B9D5-99BA-9F8F9A12ECAD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ED4C3DC-E427-7E7E-93C0-F93D6E586783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9375B59-02C3-AC74-68BF-780F16B11910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759191F-DE99-B21E-2EB9-956EA6B398BD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4F258F3-D8CC-D65A-440C-8361314DA5B7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F957163-C62E-772C-ED87-CD4420061B8B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82E03D8-4B19-A8BD-1DAE-D23AF4080F80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7084713-DEAD-0D6D-4B82-26C79853AF6B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5E499E-9210-2F29-883C-D59694E7168D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C6B476B-535E-ABE4-547F-E763C737FE8A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4B5B64A-2B20-2282-882A-31F338FCB033}"/>
              </a:ext>
            </a:extLst>
          </p:cNvPr>
          <p:cNvSpPr txBox="1"/>
          <p:nvPr/>
        </p:nvSpPr>
        <p:spPr>
          <a:xfrm>
            <a:off x="7988890" y="64595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A3B7D03-956E-5205-DC32-F4BCB5F1F96A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FD9179E-0299-96BB-D632-65C70FBB04F5}"/>
              </a:ext>
            </a:extLst>
          </p:cNvPr>
          <p:cNvSpPr txBox="1"/>
          <p:nvPr/>
        </p:nvSpPr>
        <p:spPr>
          <a:xfrm>
            <a:off x="8775534" y="64265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FE5B8D19-FC04-A1B9-33D6-CB862F27396D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CDE0BB05-0C40-695E-7F95-6896D675CBDA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5B42893B-6A01-3291-A08E-7B025DAD12C2}"/>
              </a:ext>
            </a:extLst>
          </p:cNvPr>
          <p:cNvSpPr/>
          <p:nvPr/>
        </p:nvSpPr>
        <p:spPr>
          <a:xfrm>
            <a:off x="12333527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CEC314FF-5E43-6AFC-4143-677A807749C0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2FD7A3F4-146C-65DE-CF51-2FDC24E69CD8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D27A532B-8766-7D39-AB14-B9E295AE584C}"/>
              </a:ext>
            </a:extLst>
          </p:cNvPr>
          <p:cNvSpPr/>
          <p:nvPr/>
        </p:nvSpPr>
        <p:spPr>
          <a:xfrm>
            <a:off x="12333527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B73D9BEF-D019-B05C-FBB8-D3B640FF9F17}"/>
              </a:ext>
            </a:extLst>
          </p:cNvPr>
          <p:cNvSpPr/>
          <p:nvPr/>
        </p:nvSpPr>
        <p:spPr>
          <a:xfrm>
            <a:off x="12333527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2C7CA491-8871-8F1E-4DA4-149AC80D066A}"/>
              </a:ext>
            </a:extLst>
          </p:cNvPr>
          <p:cNvSpPr/>
          <p:nvPr/>
        </p:nvSpPr>
        <p:spPr>
          <a:xfrm>
            <a:off x="12320708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5C10ECBB-54CF-64C4-82C2-D019BE8FEDDF}"/>
              </a:ext>
            </a:extLst>
          </p:cNvPr>
          <p:cNvSpPr/>
          <p:nvPr/>
        </p:nvSpPr>
        <p:spPr>
          <a:xfrm>
            <a:off x="10562178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3031506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CD490-D170-EB50-7175-6A1285E6A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2032C30-BAF2-819F-9933-A4F57DAD0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99DA2-FF67-3786-CE87-938BD93B039E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E2E1B05E-4C11-9EAE-BB3B-7FE82830C9FE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9150B5-1E82-AB04-DDD6-5B443DB4583C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34D14ED4-31A5-E4F9-B0BB-7BB460394E61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2AF19774-A263-D3A5-C7BC-558CAEDEC7F3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C02CFD37-8F8D-8474-B116-A35A5C179B77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90C6D571-3CF1-DD86-885E-C88236546745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31380F-4EA3-7EE3-7ACA-1FB06DD09A3E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507159B-2F99-F393-DD34-0381D1B56CDD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5A698B61-0D1B-03F5-3A73-ACE7EB9A7665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9AB95FC-BD2E-C1DD-76FB-AFCC0CBFD207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7BB9CE6F-74C4-CA4C-3C16-E6F750EEE628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8743A3-4567-0D9E-8AB3-BBD60B1872AB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399295A-C561-1CE0-CFBD-AC2BD55FD7CD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184D11C8-9E7E-88D9-7A6A-BAE8DAF38EDB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9057304D-566E-0A9B-E1EA-64E4A3E783AA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E0ECA786-0735-4DC1-AAC2-FAE29AFD9FEF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D9D9F196-307E-272C-959F-405806B9AC1E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FB55DE3A-3BED-8531-1784-CB273CD53108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CA16508E-74E9-717F-6F60-1B0A72BF9F11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A96F10DB-CF96-C735-63AE-06AE5806FED1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21964ADA-CF59-2161-AEAF-B8DEE341BBBB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D4B294C9-8AD7-D3FD-332F-73A534A438F8}"/>
              </a:ext>
            </a:extLst>
          </p:cNvPr>
          <p:cNvSpPr/>
          <p:nvPr/>
        </p:nvSpPr>
        <p:spPr>
          <a:xfrm>
            <a:off x="7789380" y="5719626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4C7F39D-19E7-785B-50DD-A16143078876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51A73A1-F0C7-DFB4-7B91-28B8F1167ACD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9685445-0508-DFE8-C96A-FF088EF8D89A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D1E87DB4-02E6-6E47-DB6D-6A538DF28370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F5AAC1F7-F966-8BC9-DFFE-7CFE24971107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36D32A3-4165-EE2A-B776-32BB3AB4D5E7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F72062C-E5CF-8BA4-9D2B-D6B31CF76A35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ECCB09E-8753-BCF2-EBBB-EE21468737DA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628FEE5-DC99-2EDD-C5C8-14C22DBC2D67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0284C08-9783-B478-604C-B5E65725F29D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32B8EE8C-B875-E9FB-A952-F154CA0E9067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E2B88CF7-9627-2AC0-6FBA-F6AA7FAB560D}"/>
              </a:ext>
            </a:extLst>
          </p:cNvPr>
          <p:cNvSpPr/>
          <p:nvPr/>
        </p:nvSpPr>
        <p:spPr>
          <a:xfrm>
            <a:off x="8603182" y="5719626"/>
            <a:ext cx="720000" cy="720000"/>
          </a:xfrm>
          <a:prstGeom prst="ellipse">
            <a:avLst/>
          </a:prstGeom>
          <a:blipFill dpi="0" rotWithShape="1">
            <a:blip r:embed="rId12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C42CC25-3A32-70A2-1260-4FD3A11A7D98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9E922E6-658A-C5FC-F293-AE57F9D4443B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1C79EE9-499D-3DD5-2D98-A8CD409CF06A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778C969-2AB5-5249-5130-579D86C04578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F3A28B0-9D77-1115-A1C8-81EB4C0973C0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3AE8257-B63B-B7C4-CBE8-F606529B201D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0B4809F-0550-100E-F2D4-26D6A61D287F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D33001E-027F-094F-2224-B45FFE463D42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9701CB0-11D9-424F-B6DC-2FBB2DFB4ACE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6A831DD-731D-C8B6-0189-C3B7FD36299C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50B4DEA-F416-A717-2B65-5377192AD14E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167F19C-E33F-9B9A-8066-6E4D2BF7E09E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5882829-E4D0-2BC4-A45F-A8C58493E40D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FAE98B0-832C-DBA4-18B6-098BC34E936F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713C65E-0A9E-2E20-25EC-9848D3CCBC69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F344078-88F2-F6CE-200E-08E22908AC60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BFB5FE8-D90A-1A65-FD0A-E2CFDE58D046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24C55C0-1D17-E5BF-C4EF-F10AD4686116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E8C7225-6AD2-01A2-EB93-0BC691C41FB1}"/>
              </a:ext>
            </a:extLst>
          </p:cNvPr>
          <p:cNvSpPr txBox="1"/>
          <p:nvPr/>
        </p:nvSpPr>
        <p:spPr>
          <a:xfrm>
            <a:off x="7988890" y="64595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6659DF7-9F26-EA7E-5D9F-4D8FF45F0191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A4865BD-0903-2070-20A9-5CE76CC87F06}"/>
              </a:ext>
            </a:extLst>
          </p:cNvPr>
          <p:cNvSpPr txBox="1"/>
          <p:nvPr/>
        </p:nvSpPr>
        <p:spPr>
          <a:xfrm>
            <a:off x="8775534" y="64265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32A9132D-4D63-7A1C-7640-756094FF2759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773F0AD3-2B4D-13D1-A0FA-B2FD5CB8D1C6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E411ED8F-3CFF-F70C-5D68-D29479C2FCED}"/>
              </a:ext>
            </a:extLst>
          </p:cNvPr>
          <p:cNvSpPr/>
          <p:nvPr/>
        </p:nvSpPr>
        <p:spPr>
          <a:xfrm>
            <a:off x="12333527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E0D1B471-FF26-F3FB-2F10-F8A86DE90CEF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79000AE4-EF53-B237-BEA5-78EB1A833E96}"/>
              </a:ext>
            </a:extLst>
          </p:cNvPr>
          <p:cNvSpPr/>
          <p:nvPr/>
        </p:nvSpPr>
        <p:spPr>
          <a:xfrm>
            <a:off x="10562178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26823D2E-B287-2FB6-14CA-531E884E032B}"/>
              </a:ext>
            </a:extLst>
          </p:cNvPr>
          <p:cNvSpPr/>
          <p:nvPr/>
        </p:nvSpPr>
        <p:spPr>
          <a:xfrm>
            <a:off x="12333527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B065BB70-AD77-9089-87E4-BDAC1DD63596}"/>
              </a:ext>
            </a:extLst>
          </p:cNvPr>
          <p:cNvSpPr/>
          <p:nvPr/>
        </p:nvSpPr>
        <p:spPr>
          <a:xfrm>
            <a:off x="12333527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A3C9CFE6-4C9F-1B21-958D-4B8F1964D88F}"/>
              </a:ext>
            </a:extLst>
          </p:cNvPr>
          <p:cNvSpPr/>
          <p:nvPr/>
        </p:nvSpPr>
        <p:spPr>
          <a:xfrm>
            <a:off x="12320708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C694FBED-3382-E914-695F-58A4DD7DBD9F}"/>
              </a:ext>
            </a:extLst>
          </p:cNvPr>
          <p:cNvSpPr/>
          <p:nvPr/>
        </p:nvSpPr>
        <p:spPr>
          <a:xfrm>
            <a:off x="12320708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3060493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ADBA3A-77B3-DE86-FC57-D780DE16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ECA7703-EA74-D192-5D84-273354EAB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87A47-6377-7D98-BD53-DF88A6D26161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15DB1463-720D-710E-5631-EB160B116358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612BF5-8E69-ABC6-D36D-36ED4B678D05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DD3D8B1A-6F43-A518-7795-942AFA1CA60A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569F99B2-093D-E448-CF70-20BA6EBCB69E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31BC0308-2170-03D4-7BCF-471E3C32F113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65660B6E-C86D-E614-CF91-2DEB3A9A79ED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003FED0-BBA8-8900-27A9-6CBC2F93961D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13D6930-5F01-7C0F-082C-05F343AEDE74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FA6CE3A6-2170-1019-02B3-81A400FFC85F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824BF15-45CF-1411-2CD9-17A73F3F8091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7143EC83-35D1-8A1B-CC5E-1DCDF09B8F91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8FBFFE-0802-3E78-9C0B-5D55050DC69E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DE64FDA-5D70-48E5-0B19-711A1E2039BF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282C742C-2F72-5750-438A-F741544C73FB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C41E48EF-6E1F-81AA-B9F9-5391A0ACC696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5FC5AD48-C9D9-4CF8-3B16-DFC0B59FF110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FED04BA1-AB80-AA83-DF96-E96E41157E46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94AC1CDB-05C0-A198-DC58-3E8C629CDEA2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A381603B-FBCC-C780-12C2-4320B86845C4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CBF5CC47-6865-754B-A4BC-1FC9470035C2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3703F034-E3CC-AD49-A328-5E910AAD99E2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906341C9-EA70-F7C5-07EE-EFA31DADBD67}"/>
              </a:ext>
            </a:extLst>
          </p:cNvPr>
          <p:cNvSpPr/>
          <p:nvPr/>
        </p:nvSpPr>
        <p:spPr>
          <a:xfrm>
            <a:off x="7789380" y="5719626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1C9C750-E70F-50BE-E0E2-199632BA7930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BA31DAC-651C-593C-1847-60014F63EF7B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6CFB23E-E0E6-36CF-F51F-E48D2390DC52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64A118B6-2A87-069F-4332-0FEDFEA27268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882DCBEA-7BC6-CA58-4B35-ADBACD4021C6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DF8A80D-9FBD-798B-BE4C-A37C7D5DDE5F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33689B7-BCDC-C52F-9429-992DE803D5A0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66A5446-2146-0375-F7E6-2BC019F9D281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673E5CC-D8EF-8895-3BA6-AE577AC8780B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8FAD290-690E-ECC4-3D08-D8A7F2BDCF22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FCEDD3DD-2F44-BCD1-3A71-1D8B359A8795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10EAE587-CE5D-730B-74E0-68A94497F609}"/>
              </a:ext>
            </a:extLst>
          </p:cNvPr>
          <p:cNvSpPr/>
          <p:nvPr/>
        </p:nvSpPr>
        <p:spPr>
          <a:xfrm>
            <a:off x="8603182" y="5719626"/>
            <a:ext cx="720000" cy="720000"/>
          </a:xfrm>
          <a:prstGeom prst="ellipse">
            <a:avLst/>
          </a:prstGeom>
          <a:blipFill dpi="0" rotWithShape="1">
            <a:blip r:embed="rId12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C74BCC9-BBF4-FA6E-12D9-36F386E5CD08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06B8D0A-6AF0-B0BE-94F4-0A35F0ED9C0D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70D2BF9-6EB7-9BD6-AC65-F79D47144414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BB03F4C-4844-34D8-F3D5-6C4670CCAB11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F54295A-05A7-D78D-AC55-185FC1697B47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5288DF3-27BB-C893-4A45-26BB79FD292B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0A86161-E9E7-BD37-1B89-A41DE44774B2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DC065CE-43CF-F370-D30B-1D1EA858E949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D5F7583-83F4-570A-C7B0-67E762611E57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2DDFABA-9B2F-F849-03B4-3BD6A3D29112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6454371-6DE4-5C81-416B-9A48B409011A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A5A8830-A586-E614-F4EA-E7D53D0EBD23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6F96288-0F6D-6A6A-F259-03330958C28F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A8BFAE1-725C-C2FC-7059-0AA92ACC1354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E227316-2FCE-42E0-BDD8-E58A41BF1C9E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389F72B-9178-0FB6-2DB2-C2B61C55DD84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F534A25-FC84-4493-D4D5-0E97A1CB409B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CD60EAF-82E4-A447-4D02-F1E1660D4D80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C562950-29AC-E3E7-6F52-5C12ABB9CBC7}"/>
              </a:ext>
            </a:extLst>
          </p:cNvPr>
          <p:cNvSpPr txBox="1"/>
          <p:nvPr/>
        </p:nvSpPr>
        <p:spPr>
          <a:xfrm>
            <a:off x="7988890" y="64595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0991403-A9B8-AFA1-880B-D0E6D6CB33EB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2885417-EF56-083A-6844-F5F81BCF14FC}"/>
              </a:ext>
            </a:extLst>
          </p:cNvPr>
          <p:cNvSpPr txBox="1"/>
          <p:nvPr/>
        </p:nvSpPr>
        <p:spPr>
          <a:xfrm>
            <a:off x="8775534" y="64265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BDFF3485-46B9-EE71-48A0-6D97B093C358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FDD92C93-6599-06A9-B02B-A0FA20E1E836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69B9CDA4-5C49-75D9-94A3-42C86BCC9214}"/>
              </a:ext>
            </a:extLst>
          </p:cNvPr>
          <p:cNvSpPr/>
          <p:nvPr/>
        </p:nvSpPr>
        <p:spPr>
          <a:xfrm>
            <a:off x="12333527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466AA522-A417-2078-EA4F-04A33A8FA565}"/>
              </a:ext>
            </a:extLst>
          </p:cNvPr>
          <p:cNvSpPr/>
          <p:nvPr/>
        </p:nvSpPr>
        <p:spPr>
          <a:xfrm>
            <a:off x="10555373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000686B8-A679-F1FF-1033-67CAD4E75115}"/>
              </a:ext>
            </a:extLst>
          </p:cNvPr>
          <p:cNvSpPr/>
          <p:nvPr/>
        </p:nvSpPr>
        <p:spPr>
          <a:xfrm>
            <a:off x="12311494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91B3894D-6EF9-92AB-BD93-D73C0A86C7FE}"/>
              </a:ext>
            </a:extLst>
          </p:cNvPr>
          <p:cNvSpPr/>
          <p:nvPr/>
        </p:nvSpPr>
        <p:spPr>
          <a:xfrm>
            <a:off x="12333527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8E12EF5C-F890-5987-963E-D90354A13CED}"/>
              </a:ext>
            </a:extLst>
          </p:cNvPr>
          <p:cNvSpPr/>
          <p:nvPr/>
        </p:nvSpPr>
        <p:spPr>
          <a:xfrm>
            <a:off x="12333527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D0213E34-2809-D610-EBAB-20457C77DC9A}"/>
              </a:ext>
            </a:extLst>
          </p:cNvPr>
          <p:cNvSpPr/>
          <p:nvPr/>
        </p:nvSpPr>
        <p:spPr>
          <a:xfrm>
            <a:off x="12320708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383E3A85-C42C-1D1B-CEC3-80E61161974A}"/>
              </a:ext>
            </a:extLst>
          </p:cNvPr>
          <p:cNvSpPr/>
          <p:nvPr/>
        </p:nvSpPr>
        <p:spPr>
          <a:xfrm>
            <a:off x="12333527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31996821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75F14B-95DB-6782-F3EE-C73BDDB0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F7CCF8D-278C-DE00-CBB7-A6066A426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92A29-4330-89EB-76FB-EF450440A553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56945903-537A-FFF7-CE14-4CE7BDE0722F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82D251-EF76-E6C6-011C-FF4CBB83645E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ACC5DEC8-8E02-2A01-48AF-C8F23C9CACC6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01674AC6-6740-7781-700C-07B5D5BB0E1A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1FAE34B6-5975-549B-869F-ECDCE55DF6BA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96965579-02DE-B1FC-864C-2846CEC3A419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C604542-5E46-8A93-EB50-EA24B21EBD3E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9F7BA34-CB2C-355D-C166-0CC95CAF0C13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7583D365-1CD9-FCA7-FDB1-50161DD4DF14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B700A00-A97B-DB5E-9C65-AD6785009240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209B92EF-67A3-A4DE-917B-77021C910B07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DB62A2-A81A-CE71-C4A5-74DE48AFE786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959736C-EDD2-0167-9716-2D3619DC3011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E8E9E713-C926-E32E-AA73-ADDDCA9B37E4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798DCFBA-8CAC-8AFA-1159-2470F11DC983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3202DF7B-EDCE-BC10-D78A-B84A8633D6C8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25D74F66-91C2-74AE-A0AF-2BDE1AD8A942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3FD2420E-6AA8-89ED-F868-441D31C684B4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63DF8147-71BF-4912-B60D-F6C8E43826D7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D2B155B4-DB41-AACD-F017-5BEC6472C362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E18D48B8-3864-6380-78B7-231E8641C491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D4C8BCAA-E51A-28BD-131E-9BC4B30C311B}"/>
              </a:ext>
            </a:extLst>
          </p:cNvPr>
          <p:cNvSpPr/>
          <p:nvPr/>
        </p:nvSpPr>
        <p:spPr>
          <a:xfrm>
            <a:off x="7789380" y="5719626"/>
            <a:ext cx="720000" cy="720000"/>
          </a:xfrm>
          <a:prstGeom prst="ellipse">
            <a:avLst/>
          </a:prstGeom>
          <a:blipFill dpi="0" rotWithShape="1">
            <a:blip r:embed="rId11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5A3F074-E784-C75F-8049-7B5A4227FC13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8733613-4208-3216-59A2-7276DD433FAC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3E81381-7064-8B76-0BD7-6A8381846832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293A1BA2-D7A7-6937-5DBC-E868E554E4DC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0B1EF3D6-760F-9AE6-E76A-E99810D63784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7210011-F684-3F67-B065-7BAC4F9C5FFA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0B93447-4AE4-306E-A30A-DE6C9302B508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D6A6C24-145D-A5E4-5A5D-C786283EAD87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15B1F32-B4FC-5BF0-80AD-3DED72F95632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A16EF04-5422-DA47-8793-D9DD97D18E3D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65CA2DA4-383A-3697-484B-2360FE0978A9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EBBBCBBD-7DD7-063A-8C12-E2E25A7A5757}"/>
              </a:ext>
            </a:extLst>
          </p:cNvPr>
          <p:cNvSpPr/>
          <p:nvPr/>
        </p:nvSpPr>
        <p:spPr>
          <a:xfrm>
            <a:off x="8603182" y="5719626"/>
            <a:ext cx="720000" cy="720000"/>
          </a:xfrm>
          <a:prstGeom prst="ellipse">
            <a:avLst/>
          </a:prstGeom>
          <a:blipFill dpi="0" rotWithShape="1">
            <a:blip r:embed="rId12">
              <a:alphaModFix amt="20000"/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7F0B483-320D-6AFB-2385-270B21888A8C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E6C1D93-5C74-FE6E-436A-E055822A9A88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CA39FEF-C5BB-EDCC-D5CC-4FA8D4E75223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12FB609-B94A-DB46-6EA3-DA278C7356F2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2A9168F-1DCA-853A-82B2-02F358162603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E1C9D45-6C01-B981-5ADB-17B13CA2B693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49D6037-E509-ECCE-0ACD-9D784D29D51E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83938C6-8C19-2657-FC86-70B2BD15A6CB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5D9AFF-4EE0-EA15-3BF9-BB5B4BA868E1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2B2DE88-8B32-D022-6E61-59510FDA8F68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9EEB295-7CC0-2CF4-188E-6BF3737E5257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9679E97-E7A3-EF59-BEF6-9CCB32C98A80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AFAF3DF-11AE-973A-CCA7-F50CCD75045D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A00BD19-2EA9-4CC1-3220-E8E212710E99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4856A7D-3F1A-4CA4-BF4A-4C5641159E38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F8F9E9B-2326-8072-D2EB-E9B1BB5C2292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933FA30-4AFA-8303-84D3-CA941DDC3015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BEEA2F3-66EE-8697-B4D4-A5AE809A351D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BB32F5F-22D7-0B66-36F1-0820D95FA25C}"/>
              </a:ext>
            </a:extLst>
          </p:cNvPr>
          <p:cNvSpPr txBox="1"/>
          <p:nvPr/>
        </p:nvSpPr>
        <p:spPr>
          <a:xfrm>
            <a:off x="7988890" y="64595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BFF76EC-DD3F-E669-5F3A-310F949680F6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3D15617-25B9-8F77-8E0B-6E0F2A6D245A}"/>
              </a:ext>
            </a:extLst>
          </p:cNvPr>
          <p:cNvSpPr txBox="1"/>
          <p:nvPr/>
        </p:nvSpPr>
        <p:spPr>
          <a:xfrm>
            <a:off x="8775534" y="64265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>
                    <a:alpha val="20000"/>
                  </a:schemeClr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72F1C522-40A5-8927-2AD0-6AF52D808806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CF468E00-6092-6941-23C4-2E256E9D96DF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EBCF474C-2CF7-316B-081D-703AA0005E89}"/>
              </a:ext>
            </a:extLst>
          </p:cNvPr>
          <p:cNvSpPr/>
          <p:nvPr/>
        </p:nvSpPr>
        <p:spPr>
          <a:xfrm>
            <a:off x="12333527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25D8ABB3-76EE-6FD7-41B6-A91483E1AF79}"/>
              </a:ext>
            </a:extLst>
          </p:cNvPr>
          <p:cNvSpPr/>
          <p:nvPr/>
        </p:nvSpPr>
        <p:spPr>
          <a:xfrm>
            <a:off x="12338252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79126EBF-E1F4-BA96-F5B2-D573554EF8F3}"/>
              </a:ext>
            </a:extLst>
          </p:cNvPr>
          <p:cNvSpPr/>
          <p:nvPr/>
        </p:nvSpPr>
        <p:spPr>
          <a:xfrm>
            <a:off x="12311494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FF85D174-31C0-0A69-F878-0B78AE26D63B}"/>
              </a:ext>
            </a:extLst>
          </p:cNvPr>
          <p:cNvSpPr/>
          <p:nvPr/>
        </p:nvSpPr>
        <p:spPr>
          <a:xfrm>
            <a:off x="12333527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61A635DB-7B2D-177A-81AF-F34A4E56023D}"/>
              </a:ext>
            </a:extLst>
          </p:cNvPr>
          <p:cNvSpPr/>
          <p:nvPr/>
        </p:nvSpPr>
        <p:spPr>
          <a:xfrm>
            <a:off x="12333527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01AE773D-F06F-43BE-4E32-6C0DD19F26A0}"/>
              </a:ext>
            </a:extLst>
          </p:cNvPr>
          <p:cNvSpPr/>
          <p:nvPr/>
        </p:nvSpPr>
        <p:spPr>
          <a:xfrm>
            <a:off x="12320708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67386D72-550C-D808-5F00-A9648657C3E1}"/>
              </a:ext>
            </a:extLst>
          </p:cNvPr>
          <p:cNvSpPr/>
          <p:nvPr/>
        </p:nvSpPr>
        <p:spPr>
          <a:xfrm>
            <a:off x="12333527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291853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B1D14-AD43-53C3-5829-03E056FC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F20424-FCD3-3A31-E384-E5B49330D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Depth First Search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E24C0-8944-958F-8BAD-1A6585C0E6AB}"/>
              </a:ext>
            </a:extLst>
          </p:cNvPr>
          <p:cNvSpPr txBox="1">
            <a:spLocks/>
          </p:cNvSpPr>
          <p:nvPr/>
        </p:nvSpPr>
        <p:spPr>
          <a:xfrm>
            <a:off x="647952" y="2900223"/>
            <a:ext cx="5313123" cy="23780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8286FC36-558D-63A3-8DC8-6249F92B19FD}"/>
              </a:ext>
            </a:extLst>
          </p:cNvPr>
          <p:cNvSpPr/>
          <p:nvPr/>
        </p:nvSpPr>
        <p:spPr>
          <a:xfrm>
            <a:off x="2521165" y="2709288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8F1A58-DE23-0538-8B39-FCBC2CF0E5BD}"/>
              </a:ext>
            </a:extLst>
          </p:cNvPr>
          <p:cNvCxnSpPr>
            <a:cxnSpLocks/>
            <a:stCxn id="4" idx="1"/>
            <a:endCxn id="26" idx="5"/>
          </p:cNvCxnSpPr>
          <p:nvPr/>
        </p:nvCxnSpPr>
        <p:spPr>
          <a:xfrm flipH="1" flipV="1">
            <a:off x="2303680" y="2244811"/>
            <a:ext cx="322927" cy="56991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 descr="Man with facial hair">
            <a:extLst>
              <a:ext uri="{FF2B5EF4-FFF2-40B4-BE49-F238E27FC236}">
                <a16:creationId xmlns:a16="http://schemas.microsoft.com/office/drawing/2014/main" id="{D5C265B3-B081-AE21-64AB-9286CAA03AB0}"/>
              </a:ext>
            </a:extLst>
          </p:cNvPr>
          <p:cNvSpPr/>
          <p:nvPr/>
        </p:nvSpPr>
        <p:spPr>
          <a:xfrm>
            <a:off x="1689122" y="3797071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4" name="Oval 23" descr="Man with facial hair">
            <a:extLst>
              <a:ext uri="{FF2B5EF4-FFF2-40B4-BE49-F238E27FC236}">
                <a16:creationId xmlns:a16="http://schemas.microsoft.com/office/drawing/2014/main" id="{7CDB2019-5187-D8F2-1E9A-169981E02464}"/>
              </a:ext>
            </a:extLst>
          </p:cNvPr>
          <p:cNvSpPr/>
          <p:nvPr/>
        </p:nvSpPr>
        <p:spPr>
          <a:xfrm>
            <a:off x="2458640" y="4586364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5" name="Oval 24" descr="Man with facial hair">
            <a:extLst>
              <a:ext uri="{FF2B5EF4-FFF2-40B4-BE49-F238E27FC236}">
                <a16:creationId xmlns:a16="http://schemas.microsoft.com/office/drawing/2014/main" id="{6DD1D7BF-50F0-C683-1796-52B8BE0CF0E9}"/>
              </a:ext>
            </a:extLst>
          </p:cNvPr>
          <p:cNvSpPr/>
          <p:nvPr/>
        </p:nvSpPr>
        <p:spPr>
          <a:xfrm>
            <a:off x="859321" y="2712804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6" name="Oval 25" descr="Man with facial hair">
            <a:extLst>
              <a:ext uri="{FF2B5EF4-FFF2-40B4-BE49-F238E27FC236}">
                <a16:creationId xmlns:a16="http://schemas.microsoft.com/office/drawing/2014/main" id="{6A43CE53-86BD-DF89-2CC9-57EE07AF1827}"/>
              </a:ext>
            </a:extLst>
          </p:cNvPr>
          <p:cNvSpPr/>
          <p:nvPr/>
        </p:nvSpPr>
        <p:spPr>
          <a:xfrm>
            <a:off x="1689122" y="163025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9241E43-E29F-FD6A-7E15-D60E63C22169}"/>
              </a:ext>
            </a:extLst>
          </p:cNvPr>
          <p:cNvCxnSpPr>
            <a:cxnSpLocks/>
            <a:stCxn id="25" idx="7"/>
            <a:endCxn id="26" idx="3"/>
          </p:cNvCxnSpPr>
          <p:nvPr/>
        </p:nvCxnSpPr>
        <p:spPr>
          <a:xfrm flipV="1">
            <a:off x="1473879" y="2244811"/>
            <a:ext cx="320685" cy="57343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611C8F4-6BAD-14C9-BD5F-81025D28EB10}"/>
              </a:ext>
            </a:extLst>
          </p:cNvPr>
          <p:cNvCxnSpPr>
            <a:cxnSpLocks/>
            <a:stCxn id="23" idx="1"/>
            <a:endCxn id="25" idx="5"/>
          </p:cNvCxnSpPr>
          <p:nvPr/>
        </p:nvCxnSpPr>
        <p:spPr>
          <a:xfrm flipH="1" flipV="1">
            <a:off x="1473879" y="3327362"/>
            <a:ext cx="320685" cy="57515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Oval 39" descr="Man with facial hair">
            <a:extLst>
              <a:ext uri="{FF2B5EF4-FFF2-40B4-BE49-F238E27FC236}">
                <a16:creationId xmlns:a16="http://schemas.microsoft.com/office/drawing/2014/main" id="{0B5877B8-7DC0-9D13-3D63-D9F2CDA89C66}"/>
              </a:ext>
            </a:extLst>
          </p:cNvPr>
          <p:cNvSpPr/>
          <p:nvPr/>
        </p:nvSpPr>
        <p:spPr>
          <a:xfrm>
            <a:off x="919896" y="4500659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407B26A-99A8-90A8-545D-E2E222D5F0EC}"/>
              </a:ext>
            </a:extLst>
          </p:cNvPr>
          <p:cNvCxnSpPr>
            <a:cxnSpLocks/>
            <a:stCxn id="23" idx="3"/>
            <a:endCxn id="40" idx="7"/>
          </p:cNvCxnSpPr>
          <p:nvPr/>
        </p:nvCxnSpPr>
        <p:spPr>
          <a:xfrm flipH="1">
            <a:off x="1534454" y="4411629"/>
            <a:ext cx="260110" cy="1944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Oval 42" descr="Man with facial hair">
            <a:extLst>
              <a:ext uri="{FF2B5EF4-FFF2-40B4-BE49-F238E27FC236}">
                <a16:creationId xmlns:a16="http://schemas.microsoft.com/office/drawing/2014/main" id="{72866115-D383-5BC3-D6AF-50604C382954}"/>
              </a:ext>
            </a:extLst>
          </p:cNvPr>
          <p:cNvSpPr/>
          <p:nvPr/>
        </p:nvSpPr>
        <p:spPr>
          <a:xfrm>
            <a:off x="3753822" y="341330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DB0667-B5B8-5273-917A-DE98C7D2062D}"/>
              </a:ext>
            </a:extLst>
          </p:cNvPr>
          <p:cNvSpPr txBox="1"/>
          <p:nvPr/>
        </p:nvSpPr>
        <p:spPr>
          <a:xfrm>
            <a:off x="2554590" y="3373435"/>
            <a:ext cx="62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Jethro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D84F27-8801-1622-796B-483B49B0006B}"/>
              </a:ext>
            </a:extLst>
          </p:cNvPr>
          <p:cNvCxnSpPr>
            <a:cxnSpLocks/>
            <a:stCxn id="43" idx="1"/>
            <a:endCxn id="4" idx="5"/>
          </p:cNvCxnSpPr>
          <p:nvPr/>
        </p:nvCxnSpPr>
        <p:spPr>
          <a:xfrm flipH="1" flipV="1">
            <a:off x="3135723" y="3323846"/>
            <a:ext cx="723541" cy="19489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 55" descr="Man with facial hair">
            <a:extLst>
              <a:ext uri="{FF2B5EF4-FFF2-40B4-BE49-F238E27FC236}">
                <a16:creationId xmlns:a16="http://schemas.microsoft.com/office/drawing/2014/main" id="{4820FE87-8180-C0BF-6010-8F8C1E4D680C}"/>
              </a:ext>
            </a:extLst>
          </p:cNvPr>
          <p:cNvSpPr/>
          <p:nvPr/>
        </p:nvSpPr>
        <p:spPr>
          <a:xfrm>
            <a:off x="1268405" y="5673956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7" name="Oval 56" descr="Man with facial hair">
            <a:extLst>
              <a:ext uri="{FF2B5EF4-FFF2-40B4-BE49-F238E27FC236}">
                <a16:creationId xmlns:a16="http://schemas.microsoft.com/office/drawing/2014/main" id="{2D2EF08B-396A-B40B-75D2-497399488141}"/>
              </a:ext>
            </a:extLst>
          </p:cNvPr>
          <p:cNvSpPr/>
          <p:nvPr/>
        </p:nvSpPr>
        <p:spPr>
          <a:xfrm>
            <a:off x="2049122" y="5673956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8" name="Oval 57" descr="Man with facial hair">
            <a:extLst>
              <a:ext uri="{FF2B5EF4-FFF2-40B4-BE49-F238E27FC236}">
                <a16:creationId xmlns:a16="http://schemas.microsoft.com/office/drawing/2014/main" id="{DDD412AF-3499-DF5D-0B31-A992CBF24F33}"/>
              </a:ext>
            </a:extLst>
          </p:cNvPr>
          <p:cNvSpPr/>
          <p:nvPr/>
        </p:nvSpPr>
        <p:spPr>
          <a:xfrm>
            <a:off x="2897832" y="569674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59" name="Oval 58" descr="Man with facial hair">
            <a:extLst>
              <a:ext uri="{FF2B5EF4-FFF2-40B4-BE49-F238E27FC236}">
                <a16:creationId xmlns:a16="http://schemas.microsoft.com/office/drawing/2014/main" id="{31E5F7F2-E73F-05E6-EA8C-0913A333DA8F}"/>
              </a:ext>
            </a:extLst>
          </p:cNvPr>
          <p:cNvSpPr/>
          <p:nvPr/>
        </p:nvSpPr>
        <p:spPr>
          <a:xfrm>
            <a:off x="3732862" y="5693832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>
              <a:solidFill>
                <a:schemeClr val="lt1">
                  <a:alpha val="20000"/>
                </a:schemeClr>
              </a:solidFill>
            </a:endParaRPr>
          </a:p>
        </p:txBody>
      </p:sp>
      <p:sp>
        <p:nvSpPr>
          <p:cNvPr id="60" name="Oval 59" descr="Man with facial hair">
            <a:extLst>
              <a:ext uri="{FF2B5EF4-FFF2-40B4-BE49-F238E27FC236}">
                <a16:creationId xmlns:a16="http://schemas.microsoft.com/office/drawing/2014/main" id="{7102148D-5667-EB13-2E43-E130E612A2D2}"/>
              </a:ext>
            </a:extLst>
          </p:cNvPr>
          <p:cNvSpPr/>
          <p:nvPr/>
        </p:nvSpPr>
        <p:spPr>
          <a:xfrm>
            <a:off x="4567892" y="5671032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9" name="Oval 68" descr="Man with facial hair">
            <a:extLst>
              <a:ext uri="{FF2B5EF4-FFF2-40B4-BE49-F238E27FC236}">
                <a16:creationId xmlns:a16="http://schemas.microsoft.com/office/drawing/2014/main" id="{6C163425-73DA-F090-836E-424C98B7F6A2}"/>
              </a:ext>
            </a:extLst>
          </p:cNvPr>
          <p:cNvSpPr/>
          <p:nvPr/>
        </p:nvSpPr>
        <p:spPr>
          <a:xfrm>
            <a:off x="6194632" y="5693832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0" name="Oval 69" descr="Man with facial hair">
            <a:extLst>
              <a:ext uri="{FF2B5EF4-FFF2-40B4-BE49-F238E27FC236}">
                <a16:creationId xmlns:a16="http://schemas.microsoft.com/office/drawing/2014/main" id="{90F802C0-0425-B849-420F-57DC471E57F5}"/>
              </a:ext>
            </a:extLst>
          </p:cNvPr>
          <p:cNvSpPr/>
          <p:nvPr/>
        </p:nvSpPr>
        <p:spPr>
          <a:xfrm>
            <a:off x="5381963" y="567395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71" name="Oval 70" descr="Man with facial hair">
            <a:extLst>
              <a:ext uri="{FF2B5EF4-FFF2-40B4-BE49-F238E27FC236}">
                <a16:creationId xmlns:a16="http://schemas.microsoft.com/office/drawing/2014/main" id="{9BA4D8C3-F65D-89D4-2FC3-E40E2755D7B3}"/>
              </a:ext>
            </a:extLst>
          </p:cNvPr>
          <p:cNvSpPr/>
          <p:nvPr/>
        </p:nvSpPr>
        <p:spPr>
          <a:xfrm>
            <a:off x="4836790" y="2708242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2" name="Oval 71" descr="Man with facial hair">
            <a:extLst>
              <a:ext uri="{FF2B5EF4-FFF2-40B4-BE49-F238E27FC236}">
                <a16:creationId xmlns:a16="http://schemas.microsoft.com/office/drawing/2014/main" id="{6302DBAD-3535-FEB2-0A9A-C48681F495B8}"/>
              </a:ext>
            </a:extLst>
          </p:cNvPr>
          <p:cNvSpPr/>
          <p:nvPr/>
        </p:nvSpPr>
        <p:spPr>
          <a:xfrm>
            <a:off x="7789380" y="571962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681E6D5-3C88-EA62-EC7A-295B2E17E6F0}"/>
              </a:ext>
            </a:extLst>
          </p:cNvPr>
          <p:cNvCxnSpPr>
            <a:cxnSpLocks/>
            <a:stCxn id="4" idx="3"/>
            <a:endCxn id="23" idx="7"/>
          </p:cNvCxnSpPr>
          <p:nvPr/>
        </p:nvCxnSpPr>
        <p:spPr>
          <a:xfrm flipH="1">
            <a:off x="2303680" y="3323846"/>
            <a:ext cx="322927" cy="57866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A3C97D8-564D-E5F1-5F35-4106542925A9}"/>
              </a:ext>
            </a:extLst>
          </p:cNvPr>
          <p:cNvCxnSpPr>
            <a:cxnSpLocks/>
            <a:stCxn id="24" idx="1"/>
            <a:endCxn id="23" idx="5"/>
          </p:cNvCxnSpPr>
          <p:nvPr/>
        </p:nvCxnSpPr>
        <p:spPr>
          <a:xfrm flipH="1" flipV="1">
            <a:off x="2303680" y="4411629"/>
            <a:ext cx="260402" cy="280177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70A054C-BC3B-6581-D485-253D1631AF6A}"/>
              </a:ext>
            </a:extLst>
          </p:cNvPr>
          <p:cNvCxnSpPr>
            <a:cxnSpLocks/>
            <a:stCxn id="71" idx="2"/>
            <a:endCxn id="4" idx="6"/>
          </p:cNvCxnSpPr>
          <p:nvPr/>
        </p:nvCxnSpPr>
        <p:spPr>
          <a:xfrm flipH="1">
            <a:off x="3241165" y="3068242"/>
            <a:ext cx="1595625" cy="1046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 descr="Man with facial hair">
            <a:extLst>
              <a:ext uri="{FF2B5EF4-FFF2-40B4-BE49-F238E27FC236}">
                <a16:creationId xmlns:a16="http://schemas.microsoft.com/office/drawing/2014/main" id="{BAE7B0DE-C9D5-F220-9BA9-1AE44E75036E}"/>
              </a:ext>
            </a:extLst>
          </p:cNvPr>
          <p:cNvSpPr/>
          <p:nvPr/>
        </p:nvSpPr>
        <p:spPr>
          <a:xfrm>
            <a:off x="3751636" y="1931154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Oval 76" descr="Man with facial hair">
            <a:extLst>
              <a:ext uri="{FF2B5EF4-FFF2-40B4-BE49-F238E27FC236}">
                <a16:creationId xmlns:a16="http://schemas.microsoft.com/office/drawing/2014/main" id="{70164FE9-6CBB-CA8F-0080-EC71E153209E}"/>
              </a:ext>
            </a:extLst>
          </p:cNvPr>
          <p:cNvSpPr/>
          <p:nvPr/>
        </p:nvSpPr>
        <p:spPr>
          <a:xfrm>
            <a:off x="4590768" y="1322449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9E4B7CC-2D9F-73FF-70F1-6BCC3011AC35}"/>
              </a:ext>
            </a:extLst>
          </p:cNvPr>
          <p:cNvCxnSpPr>
            <a:cxnSpLocks/>
            <a:stCxn id="43" idx="0"/>
            <a:endCxn id="76" idx="4"/>
          </p:cNvCxnSpPr>
          <p:nvPr/>
        </p:nvCxnSpPr>
        <p:spPr>
          <a:xfrm flipH="1" flipV="1">
            <a:off x="4111636" y="2651154"/>
            <a:ext cx="2186" cy="76214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CE5D4E9-59AB-A746-15AA-4D681A4AA03C}"/>
              </a:ext>
            </a:extLst>
          </p:cNvPr>
          <p:cNvCxnSpPr>
            <a:cxnSpLocks/>
            <a:stCxn id="76" idx="3"/>
            <a:endCxn id="4" idx="7"/>
          </p:cNvCxnSpPr>
          <p:nvPr/>
        </p:nvCxnSpPr>
        <p:spPr>
          <a:xfrm flipH="1">
            <a:off x="3135723" y="2545712"/>
            <a:ext cx="721355" cy="269018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EA7E01B-42E7-AFAC-51EE-1A766C055DD3}"/>
              </a:ext>
            </a:extLst>
          </p:cNvPr>
          <p:cNvCxnSpPr>
            <a:cxnSpLocks/>
            <a:stCxn id="76" idx="5"/>
            <a:endCxn id="71" idx="1"/>
          </p:cNvCxnSpPr>
          <p:nvPr/>
        </p:nvCxnSpPr>
        <p:spPr>
          <a:xfrm>
            <a:off x="4366194" y="2545712"/>
            <a:ext cx="576038" cy="267972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83E1F10-7B50-E368-579B-0ECBE9691E07}"/>
              </a:ext>
            </a:extLst>
          </p:cNvPr>
          <p:cNvCxnSpPr>
            <a:cxnSpLocks/>
            <a:stCxn id="43" idx="7"/>
            <a:endCxn id="71" idx="3"/>
          </p:cNvCxnSpPr>
          <p:nvPr/>
        </p:nvCxnSpPr>
        <p:spPr>
          <a:xfrm flipV="1">
            <a:off x="4368380" y="3322800"/>
            <a:ext cx="573852" cy="195945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095BE72-C6DC-0A08-A016-7499853CBE21}"/>
              </a:ext>
            </a:extLst>
          </p:cNvPr>
          <p:cNvCxnSpPr>
            <a:cxnSpLocks/>
            <a:stCxn id="77" idx="3"/>
            <a:endCxn id="76" idx="7"/>
          </p:cNvCxnSpPr>
          <p:nvPr/>
        </p:nvCxnSpPr>
        <p:spPr>
          <a:xfrm flipH="1">
            <a:off x="4366194" y="1937007"/>
            <a:ext cx="330016" cy="99589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Oval 82" descr="Man with facial hair">
            <a:extLst>
              <a:ext uri="{FF2B5EF4-FFF2-40B4-BE49-F238E27FC236}">
                <a16:creationId xmlns:a16="http://schemas.microsoft.com/office/drawing/2014/main" id="{B61682B2-EB55-8097-6B4E-CBD1EF1ADFB7}"/>
              </a:ext>
            </a:extLst>
          </p:cNvPr>
          <p:cNvSpPr/>
          <p:nvPr/>
        </p:nvSpPr>
        <p:spPr>
          <a:xfrm>
            <a:off x="6992006" y="5678574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4" name="Oval 83" descr="Man with facial hair">
            <a:extLst>
              <a:ext uri="{FF2B5EF4-FFF2-40B4-BE49-F238E27FC236}">
                <a16:creationId xmlns:a16="http://schemas.microsoft.com/office/drawing/2014/main" id="{EB3AFFD3-C088-1F5E-5A7C-F63B23C81143}"/>
              </a:ext>
            </a:extLst>
          </p:cNvPr>
          <p:cNvSpPr/>
          <p:nvPr/>
        </p:nvSpPr>
        <p:spPr>
          <a:xfrm>
            <a:off x="8603182" y="5719626"/>
            <a:ext cx="720000" cy="720000"/>
          </a:xfrm>
          <a:prstGeom prst="ellipse">
            <a:avLst/>
          </a:prstGeom>
          <a:blipFill dpi="0" rotWithShape="1">
            <a:blip r:embed="rId12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3DF9C00-FD67-3740-ECE5-AAD161AAA9FD}"/>
              </a:ext>
            </a:extLst>
          </p:cNvPr>
          <p:cNvSpPr txBox="1"/>
          <p:nvPr/>
        </p:nvSpPr>
        <p:spPr>
          <a:xfrm>
            <a:off x="3818834" y="1620647"/>
            <a:ext cx="659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b="1" dirty="0"/>
              <a:t>Winna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EE5358-7BD9-00C4-AC18-D6D827F7D0AF}"/>
              </a:ext>
            </a:extLst>
          </p:cNvPr>
          <p:cNvSpPr txBox="1"/>
          <p:nvPr/>
        </p:nvSpPr>
        <p:spPr>
          <a:xfrm>
            <a:off x="1875282" y="234119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24DEFFC-CBA9-1BE3-F9EE-3554C48496B3}"/>
              </a:ext>
            </a:extLst>
          </p:cNvPr>
          <p:cNvSpPr txBox="1"/>
          <p:nvPr/>
        </p:nvSpPr>
        <p:spPr>
          <a:xfrm>
            <a:off x="1057914" y="338169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91F0E41-9491-0D67-B759-7A5763FF57F1}"/>
              </a:ext>
            </a:extLst>
          </p:cNvPr>
          <p:cNvSpPr txBox="1"/>
          <p:nvPr/>
        </p:nvSpPr>
        <p:spPr>
          <a:xfrm>
            <a:off x="2691747" y="337465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1C56CED-F3A5-9A06-B6F6-36E9FD49F209}"/>
              </a:ext>
            </a:extLst>
          </p:cNvPr>
          <p:cNvSpPr txBox="1"/>
          <p:nvPr/>
        </p:nvSpPr>
        <p:spPr>
          <a:xfrm>
            <a:off x="1098584" y="5141328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D3B3FB8-7B5E-F14B-803D-95DA7E9AA6F0}"/>
              </a:ext>
            </a:extLst>
          </p:cNvPr>
          <p:cNvSpPr txBox="1"/>
          <p:nvPr/>
        </p:nvSpPr>
        <p:spPr>
          <a:xfrm>
            <a:off x="1864092" y="444860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0C946FB-1D3C-55D6-C704-C348D56385CE}"/>
              </a:ext>
            </a:extLst>
          </p:cNvPr>
          <p:cNvSpPr txBox="1"/>
          <p:nvPr/>
        </p:nvSpPr>
        <p:spPr>
          <a:xfrm>
            <a:off x="2626607" y="524257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9DEB7B8-B829-72B8-649F-F525615A42E1}"/>
              </a:ext>
            </a:extLst>
          </p:cNvPr>
          <p:cNvSpPr txBox="1"/>
          <p:nvPr/>
        </p:nvSpPr>
        <p:spPr>
          <a:xfrm>
            <a:off x="3950705" y="40972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C3574F6-9A74-4A9E-10BE-0159AC5D1F48}"/>
              </a:ext>
            </a:extLst>
          </p:cNvPr>
          <p:cNvSpPr txBox="1"/>
          <p:nvPr/>
        </p:nvSpPr>
        <p:spPr>
          <a:xfrm>
            <a:off x="5009142" y="3369897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6B2F87-EFBB-BA4C-0A9A-6703F35A8511}"/>
              </a:ext>
            </a:extLst>
          </p:cNvPr>
          <p:cNvSpPr txBox="1"/>
          <p:nvPr/>
        </p:nvSpPr>
        <p:spPr>
          <a:xfrm>
            <a:off x="3990899" y="153203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C5AB744-885F-9474-E5E3-991C60B792D7}"/>
              </a:ext>
            </a:extLst>
          </p:cNvPr>
          <p:cNvSpPr txBox="1"/>
          <p:nvPr/>
        </p:nvSpPr>
        <p:spPr>
          <a:xfrm>
            <a:off x="4808497" y="199134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FD7785E-2B5D-5E12-7956-354FC2DC60E8}"/>
              </a:ext>
            </a:extLst>
          </p:cNvPr>
          <p:cNvSpPr txBox="1"/>
          <p:nvPr/>
        </p:nvSpPr>
        <p:spPr>
          <a:xfrm>
            <a:off x="1475398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9A3D70E-1922-9AA4-4879-1107AD3E1396}"/>
              </a:ext>
            </a:extLst>
          </p:cNvPr>
          <p:cNvSpPr txBox="1"/>
          <p:nvPr/>
        </p:nvSpPr>
        <p:spPr>
          <a:xfrm>
            <a:off x="2266176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FCAE421-F65F-003B-CE35-E5F16A7E05CA}"/>
              </a:ext>
            </a:extLst>
          </p:cNvPr>
          <p:cNvSpPr txBox="1"/>
          <p:nvPr/>
        </p:nvSpPr>
        <p:spPr>
          <a:xfrm>
            <a:off x="5581473" y="641383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E128AB1-82FA-2EEC-8E45-3368B37DB222}"/>
              </a:ext>
            </a:extLst>
          </p:cNvPr>
          <p:cNvSpPr txBox="1"/>
          <p:nvPr/>
        </p:nvSpPr>
        <p:spPr>
          <a:xfrm>
            <a:off x="3869258" y="6393620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1CDDF43-79DB-63C8-96AC-166147C1ACBD}"/>
              </a:ext>
            </a:extLst>
          </p:cNvPr>
          <p:cNvSpPr txBox="1"/>
          <p:nvPr/>
        </p:nvSpPr>
        <p:spPr>
          <a:xfrm>
            <a:off x="3097342" y="6428995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7D69C77-7EC0-FC4C-C466-999C0755F595}"/>
              </a:ext>
            </a:extLst>
          </p:cNvPr>
          <p:cNvSpPr txBox="1"/>
          <p:nvPr/>
        </p:nvSpPr>
        <p:spPr>
          <a:xfrm>
            <a:off x="4740244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8E842D9-1032-EDAD-5696-54D0B702417F}"/>
              </a:ext>
            </a:extLst>
          </p:cNvPr>
          <p:cNvSpPr txBox="1"/>
          <p:nvPr/>
        </p:nvSpPr>
        <p:spPr>
          <a:xfrm>
            <a:off x="6394142" y="6405831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4646097-2754-A6E0-7C3C-592B52376B9F}"/>
              </a:ext>
            </a:extLst>
          </p:cNvPr>
          <p:cNvSpPr txBox="1"/>
          <p:nvPr/>
        </p:nvSpPr>
        <p:spPr>
          <a:xfrm>
            <a:off x="7988890" y="6459502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FAEADBE-8D70-8352-4667-73584CE81178}"/>
              </a:ext>
            </a:extLst>
          </p:cNvPr>
          <p:cNvSpPr txBox="1"/>
          <p:nvPr/>
        </p:nvSpPr>
        <p:spPr>
          <a:xfrm>
            <a:off x="7159793" y="6380946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9483372-55D6-57D7-4C13-BFE5FC9E4E4C}"/>
              </a:ext>
            </a:extLst>
          </p:cNvPr>
          <p:cNvSpPr txBox="1"/>
          <p:nvPr/>
        </p:nvSpPr>
        <p:spPr>
          <a:xfrm>
            <a:off x="8775534" y="6426584"/>
            <a:ext cx="375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J</a:t>
            </a: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38356151-8F35-C979-4BF8-EB5F08B7E797}"/>
              </a:ext>
            </a:extLst>
          </p:cNvPr>
          <p:cNvGraphicFramePr>
            <a:graphicFrameLocks noGrp="1"/>
          </p:cNvGraphicFramePr>
          <p:nvPr/>
        </p:nvGraphicFramePr>
        <p:xfrm>
          <a:off x="9868498" y="1148543"/>
          <a:ext cx="2107360" cy="554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06560095"/>
                    </a:ext>
                  </a:extLst>
                </a:gridCol>
                <a:gridCol w="1899080">
                  <a:extLst>
                    <a:ext uri="{9D8B030D-6E8A-4147-A177-3AD203B41FA5}">
                      <a16:colId xmlns:a16="http://schemas.microsoft.com/office/drawing/2014/main" val="1197102839"/>
                    </a:ext>
                  </a:extLst>
                </a:gridCol>
              </a:tblGrid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70285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0214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8223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9190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7241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5268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262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7975D358-42CA-8F48-F2FF-E356F56106BD}"/>
              </a:ext>
            </a:extLst>
          </p:cNvPr>
          <p:cNvSpPr txBox="1"/>
          <p:nvPr/>
        </p:nvSpPr>
        <p:spPr>
          <a:xfrm>
            <a:off x="10562178" y="752432"/>
            <a:ext cx="71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17" name="Oval 16" descr="Man with facial hair">
            <a:extLst>
              <a:ext uri="{FF2B5EF4-FFF2-40B4-BE49-F238E27FC236}">
                <a16:creationId xmlns:a16="http://schemas.microsoft.com/office/drawing/2014/main" id="{E78E95A5-2E3B-FF38-98C7-985AEA9DDDDC}"/>
              </a:ext>
            </a:extLst>
          </p:cNvPr>
          <p:cNvSpPr/>
          <p:nvPr/>
        </p:nvSpPr>
        <p:spPr>
          <a:xfrm>
            <a:off x="12333527" y="1172036"/>
            <a:ext cx="720000" cy="720000"/>
          </a:xfrm>
          <a:prstGeom prst="ellipse">
            <a:avLst/>
          </a:prstGeom>
          <a:blipFill dpi="0" rotWithShape="1">
            <a:blip r:embed="rId11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40BBA5AC-364C-2A78-1C49-A47B7C6BC7C6}"/>
              </a:ext>
            </a:extLst>
          </p:cNvPr>
          <p:cNvSpPr/>
          <p:nvPr/>
        </p:nvSpPr>
        <p:spPr>
          <a:xfrm>
            <a:off x="12338252" y="5972543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C941AA92-5535-A02C-DF63-8B5B22C2FC3F}"/>
              </a:ext>
            </a:extLst>
          </p:cNvPr>
          <p:cNvSpPr/>
          <p:nvPr/>
        </p:nvSpPr>
        <p:spPr>
          <a:xfrm>
            <a:off x="12311494" y="5121099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0" name="Oval 19" descr="Man with facial hair">
            <a:extLst>
              <a:ext uri="{FF2B5EF4-FFF2-40B4-BE49-F238E27FC236}">
                <a16:creationId xmlns:a16="http://schemas.microsoft.com/office/drawing/2014/main" id="{1C894E20-127C-427A-E907-63AF3E283E5D}"/>
              </a:ext>
            </a:extLst>
          </p:cNvPr>
          <p:cNvSpPr/>
          <p:nvPr/>
        </p:nvSpPr>
        <p:spPr>
          <a:xfrm>
            <a:off x="12333527" y="350891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1" name="Oval 20" descr="Man with facial hair">
            <a:extLst>
              <a:ext uri="{FF2B5EF4-FFF2-40B4-BE49-F238E27FC236}">
                <a16:creationId xmlns:a16="http://schemas.microsoft.com/office/drawing/2014/main" id="{E7DDD090-32C1-7CA2-CBF5-F6A9D45203DE}"/>
              </a:ext>
            </a:extLst>
          </p:cNvPr>
          <p:cNvSpPr/>
          <p:nvPr/>
        </p:nvSpPr>
        <p:spPr>
          <a:xfrm>
            <a:off x="12333527" y="2742326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22" name="Oval 21" descr="Man with facial hair">
            <a:extLst>
              <a:ext uri="{FF2B5EF4-FFF2-40B4-BE49-F238E27FC236}">
                <a16:creationId xmlns:a16="http://schemas.microsoft.com/office/drawing/2014/main" id="{505E7CCA-E6F7-7BCC-307B-2F5C082F4DB8}"/>
              </a:ext>
            </a:extLst>
          </p:cNvPr>
          <p:cNvSpPr/>
          <p:nvPr/>
        </p:nvSpPr>
        <p:spPr>
          <a:xfrm>
            <a:off x="12320708" y="199546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Oval 2" descr="Man with facial hair">
            <a:extLst>
              <a:ext uri="{FF2B5EF4-FFF2-40B4-BE49-F238E27FC236}">
                <a16:creationId xmlns:a16="http://schemas.microsoft.com/office/drawing/2014/main" id="{7B797C63-E64B-CD9C-ED18-93F119A85200}"/>
              </a:ext>
            </a:extLst>
          </p:cNvPr>
          <p:cNvSpPr/>
          <p:nvPr/>
        </p:nvSpPr>
        <p:spPr>
          <a:xfrm>
            <a:off x="12333527" y="4327134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6C6B9D-E44D-0F2B-CF19-1A976A2EF753}"/>
              </a:ext>
            </a:extLst>
          </p:cNvPr>
          <p:cNvSpPr/>
          <p:nvPr/>
        </p:nvSpPr>
        <p:spPr>
          <a:xfrm>
            <a:off x="1127704" y="5593335"/>
            <a:ext cx="8395944" cy="126466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03082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1961</TotalTime>
  <Words>2727</Words>
  <Application>Microsoft Office PowerPoint</Application>
  <PresentationFormat>Widescreen</PresentationFormat>
  <Paragraphs>3479</Paragraphs>
  <Slides>113</Slides>
  <Notes>113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17" baseType="lpstr">
      <vt:lpstr>Arial</vt:lpstr>
      <vt:lpstr>Calibri</vt:lpstr>
      <vt:lpstr>Calibri Light</vt:lpstr>
      <vt:lpstr>Office Theme</vt:lpstr>
      <vt:lpstr>Graph Traversal</vt:lpstr>
      <vt:lpstr>Graph Traversal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164</cp:revision>
  <dcterms:created xsi:type="dcterms:W3CDTF">2022-05-11T03:47:05Z</dcterms:created>
  <dcterms:modified xsi:type="dcterms:W3CDTF">2026-07-01T08:31:21Z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2026-06-07T05:59:52Z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d7665017-5dc7-426d-aa34-f05dacd38e2d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