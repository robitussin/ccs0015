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1"/>
  </p:notesMasterIdLst>
  <p:sldIdLst>
    <p:sldId id="327" r:id="rId5"/>
    <p:sldId id="444" r:id="rId6"/>
    <p:sldId id="443" r:id="rId7"/>
    <p:sldId id="446" r:id="rId8"/>
    <p:sldId id="330" r:id="rId9"/>
    <p:sldId id="328" r:id="rId10"/>
    <p:sldId id="329" r:id="rId11"/>
    <p:sldId id="332" r:id="rId12"/>
    <p:sldId id="333" r:id="rId13"/>
    <p:sldId id="334" r:id="rId14"/>
    <p:sldId id="335" r:id="rId15"/>
    <p:sldId id="336" r:id="rId16"/>
    <p:sldId id="337" r:id="rId17"/>
    <p:sldId id="338" r:id="rId18"/>
    <p:sldId id="341" r:id="rId19"/>
    <p:sldId id="339" r:id="rId20"/>
    <p:sldId id="325" r:id="rId21"/>
    <p:sldId id="448" r:id="rId22"/>
    <p:sldId id="445" r:id="rId23"/>
    <p:sldId id="343" r:id="rId24"/>
    <p:sldId id="344" r:id="rId25"/>
    <p:sldId id="345" r:id="rId26"/>
    <p:sldId id="346" r:id="rId27"/>
    <p:sldId id="347" r:id="rId28"/>
    <p:sldId id="348" r:id="rId29"/>
    <p:sldId id="349" r:id="rId30"/>
    <p:sldId id="350" r:id="rId31"/>
    <p:sldId id="352" r:id="rId32"/>
    <p:sldId id="353" r:id="rId33"/>
    <p:sldId id="351" r:id="rId34"/>
    <p:sldId id="354" r:id="rId35"/>
    <p:sldId id="357" r:id="rId36"/>
    <p:sldId id="358" r:id="rId37"/>
    <p:sldId id="359" r:id="rId38"/>
    <p:sldId id="360" r:id="rId39"/>
    <p:sldId id="361" r:id="rId40"/>
    <p:sldId id="362" r:id="rId41"/>
    <p:sldId id="363" r:id="rId42"/>
    <p:sldId id="364" r:id="rId43"/>
    <p:sldId id="365" r:id="rId44"/>
    <p:sldId id="366" r:id="rId45"/>
    <p:sldId id="367" r:id="rId46"/>
    <p:sldId id="368" r:id="rId47"/>
    <p:sldId id="369" r:id="rId48"/>
    <p:sldId id="371" r:id="rId49"/>
    <p:sldId id="372" r:id="rId50"/>
    <p:sldId id="375" r:id="rId51"/>
    <p:sldId id="376" r:id="rId52"/>
    <p:sldId id="377" r:id="rId53"/>
    <p:sldId id="378" r:id="rId54"/>
    <p:sldId id="386" r:id="rId55"/>
    <p:sldId id="379" r:id="rId56"/>
    <p:sldId id="380" r:id="rId57"/>
    <p:sldId id="381" r:id="rId58"/>
    <p:sldId id="382" r:id="rId59"/>
    <p:sldId id="387" r:id="rId60"/>
    <p:sldId id="383" r:id="rId61"/>
    <p:sldId id="384" r:id="rId62"/>
    <p:sldId id="385" r:id="rId63"/>
    <p:sldId id="388" r:id="rId64"/>
    <p:sldId id="389" r:id="rId65"/>
    <p:sldId id="399" r:id="rId66"/>
    <p:sldId id="390" r:id="rId67"/>
    <p:sldId id="391" r:id="rId68"/>
    <p:sldId id="400" r:id="rId69"/>
    <p:sldId id="392" r:id="rId70"/>
    <p:sldId id="401" r:id="rId71"/>
    <p:sldId id="393" r:id="rId72"/>
    <p:sldId id="394" r:id="rId73"/>
    <p:sldId id="395" r:id="rId74"/>
    <p:sldId id="402" r:id="rId75"/>
    <p:sldId id="396" r:id="rId76"/>
    <p:sldId id="397" r:id="rId77"/>
    <p:sldId id="398" r:id="rId78"/>
    <p:sldId id="403" r:id="rId79"/>
    <p:sldId id="404" r:id="rId80"/>
    <p:sldId id="405" r:id="rId81"/>
    <p:sldId id="406" r:id="rId82"/>
    <p:sldId id="407" r:id="rId83"/>
    <p:sldId id="408" r:id="rId84"/>
    <p:sldId id="409" r:id="rId85"/>
    <p:sldId id="410" r:id="rId86"/>
    <p:sldId id="411" r:id="rId87"/>
    <p:sldId id="412" r:id="rId88"/>
    <p:sldId id="413" r:id="rId89"/>
    <p:sldId id="414" r:id="rId90"/>
    <p:sldId id="441" r:id="rId91"/>
    <p:sldId id="415" r:id="rId92"/>
    <p:sldId id="416" r:id="rId93"/>
    <p:sldId id="417" r:id="rId94"/>
    <p:sldId id="418" r:id="rId95"/>
    <p:sldId id="419" r:id="rId96"/>
    <p:sldId id="420" r:id="rId97"/>
    <p:sldId id="421" r:id="rId98"/>
    <p:sldId id="422" r:id="rId99"/>
    <p:sldId id="424" r:id="rId100"/>
    <p:sldId id="425" r:id="rId101"/>
    <p:sldId id="426" r:id="rId102"/>
    <p:sldId id="427" r:id="rId103"/>
    <p:sldId id="428" r:id="rId104"/>
    <p:sldId id="429" r:id="rId105"/>
    <p:sldId id="430" r:id="rId106"/>
    <p:sldId id="431" r:id="rId107"/>
    <p:sldId id="432" r:id="rId108"/>
    <p:sldId id="433" r:id="rId109"/>
    <p:sldId id="434" r:id="rId110"/>
    <p:sldId id="435" r:id="rId111"/>
    <p:sldId id="436" r:id="rId112"/>
    <p:sldId id="437" r:id="rId113"/>
    <p:sldId id="442" r:id="rId114"/>
    <p:sldId id="438" r:id="rId115"/>
    <p:sldId id="439" r:id="rId116"/>
    <p:sldId id="440" r:id="rId117"/>
    <p:sldId id="449" r:id="rId118"/>
    <p:sldId id="450" r:id="rId119"/>
    <p:sldId id="451" r:id="rId120"/>
    <p:sldId id="458" r:id="rId121"/>
    <p:sldId id="452" r:id="rId122"/>
    <p:sldId id="459" r:id="rId123"/>
    <p:sldId id="453" r:id="rId124"/>
    <p:sldId id="460" r:id="rId125"/>
    <p:sldId id="454" r:id="rId126"/>
    <p:sldId id="461" r:id="rId127"/>
    <p:sldId id="455" r:id="rId128"/>
    <p:sldId id="462" r:id="rId129"/>
    <p:sldId id="463" r:id="rId130"/>
    <p:sldId id="456" r:id="rId131"/>
    <p:sldId id="464" r:id="rId132"/>
    <p:sldId id="465" r:id="rId133"/>
    <p:sldId id="466" r:id="rId134"/>
    <p:sldId id="467" r:id="rId135"/>
    <p:sldId id="457" r:id="rId136"/>
    <p:sldId id="468" r:id="rId137"/>
    <p:sldId id="469" r:id="rId138"/>
    <p:sldId id="470" r:id="rId139"/>
    <p:sldId id="471" r:id="rId140"/>
    <p:sldId id="472" r:id="rId141"/>
    <p:sldId id="473" r:id="rId142"/>
    <p:sldId id="474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485" r:id="rId154"/>
    <p:sldId id="486" r:id="rId155"/>
    <p:sldId id="487" r:id="rId156"/>
    <p:sldId id="488" r:id="rId157"/>
    <p:sldId id="489" r:id="rId158"/>
    <p:sldId id="490" r:id="rId159"/>
    <p:sldId id="491" r:id="rId160"/>
    <p:sldId id="492" r:id="rId161"/>
    <p:sldId id="493" r:id="rId162"/>
    <p:sldId id="494" r:id="rId163"/>
    <p:sldId id="495" r:id="rId164"/>
    <p:sldId id="496" r:id="rId165"/>
    <p:sldId id="497" r:id="rId166"/>
    <p:sldId id="498" r:id="rId167"/>
    <p:sldId id="499" r:id="rId168"/>
    <p:sldId id="500" r:id="rId169"/>
    <p:sldId id="501" r:id="rId1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>
        <p:scale>
          <a:sx n="100" d="100"/>
          <a:sy n="100" d="100"/>
        </p:scale>
        <p:origin x="305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59" Type="http://schemas.openxmlformats.org/officeDocument/2006/relationships/slide" Target="slides/slide155.xml"/><Relationship Id="rId170" Type="http://schemas.openxmlformats.org/officeDocument/2006/relationships/slide" Target="slides/slide166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slide" Target="slides/slide145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2" Type="http://schemas.openxmlformats.org/officeDocument/2006/relationships/slide" Target="slides/slide18.xml"/><Relationship Id="rId43" Type="http://schemas.openxmlformats.org/officeDocument/2006/relationships/slide" Target="slides/slide39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139" Type="http://schemas.openxmlformats.org/officeDocument/2006/relationships/slide" Target="slides/slide135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8.xml"/><Relationship Id="rId33" Type="http://schemas.openxmlformats.org/officeDocument/2006/relationships/slide" Target="slides/slide29.xml"/><Relationship Id="rId108" Type="http://schemas.openxmlformats.org/officeDocument/2006/relationships/slide" Target="slides/slide104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5" Type="http://schemas.openxmlformats.org/officeDocument/2006/relationships/slide" Target="slides/slide71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61" Type="http://schemas.openxmlformats.org/officeDocument/2006/relationships/slide" Target="slides/slide15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51" Type="http://schemas.openxmlformats.org/officeDocument/2006/relationships/slide" Target="slides/slide147.xml"/><Relationship Id="rId156" Type="http://schemas.openxmlformats.org/officeDocument/2006/relationships/slide" Target="slides/slide152.xml"/><Relationship Id="rId172" Type="http://schemas.openxmlformats.org/officeDocument/2006/relationships/presProps" Target="presProp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162" Type="http://schemas.openxmlformats.org/officeDocument/2006/relationships/slide" Target="slides/slide15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52" Type="http://schemas.openxmlformats.org/officeDocument/2006/relationships/slide" Target="slides/slide148.xml"/><Relationship Id="rId173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163" Type="http://schemas.openxmlformats.org/officeDocument/2006/relationships/slide" Target="slides/slide159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3" Type="http://schemas.openxmlformats.org/officeDocument/2006/relationships/slide" Target="slides/slide149.xml"/><Relationship Id="rId174" Type="http://schemas.openxmlformats.org/officeDocument/2006/relationships/theme" Target="theme/theme1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slide" Target="slides/slide144.xml"/><Relationship Id="rId164" Type="http://schemas.openxmlformats.org/officeDocument/2006/relationships/slide" Target="slides/slide160.xml"/><Relationship Id="rId169" Type="http://schemas.openxmlformats.org/officeDocument/2006/relationships/slide" Target="slides/slide16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75" Type="http://schemas.openxmlformats.org/officeDocument/2006/relationships/tableStyles" Target="tableStyles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microsoft.com/office/2015/10/relationships/revisionInfo" Target="revisionInfo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963B9-1872-D30E-AA7C-AF4DC2871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B4FDB-E561-0EC0-D575-932938E7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547CB-5EDE-EB80-0381-B256248797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976C4-2087-19B3-B371-567F12A16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672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8B3ED-36B0-4EE6-EBED-D9F96D68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833D8-BCDE-B64B-FCBC-86736E8E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D5065A-B2C7-E091-31A1-AA5FFFD06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0011B-032C-EE4B-9D24-ED31685AB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6424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B888-BEE6-3658-DD76-670659D0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957CB-B97F-D181-29F1-0FF81169A1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9DFCD-8619-C270-B094-EEEB1E288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B66D8-A247-2567-0420-F78E80BC6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5424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4C35-EDA1-5749-9A50-D1233F107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D18B-70FC-8A38-92D7-DF6415E15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75278-73E2-6829-2D07-02F44313C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92121-9CAA-BF26-9244-C6CC70C4A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2228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7D775-B1B0-4A92-FDC0-2FFE7A8E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0B393-E3D4-C5A0-15E3-DD3CB8A79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8C2F0B-DF3B-B3DE-5FEB-E1F104B1D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8DC67-BBAF-A70E-0C9D-F257AA61B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37474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E27E1-7307-4D8B-9017-C21D3F3E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49227-E6D7-25AD-07AA-A32488544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8F16E-1231-5EAC-9A87-6C7032FB6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75F42-FC1C-8131-7061-8B46ACED7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0900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EEEE-88A6-1C69-9ADD-7A4669FE6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4A149-E1C0-5608-B492-A2C317119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1E669-F91F-DC31-9983-0F73CCE17D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98139-98DC-3F64-0575-D21049A88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56141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3AE2-A7FD-03D2-75BB-4FEFD89D0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13111-1418-25B2-4852-7F66F924B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1A143-B39A-F7B1-C362-F9B3C472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018D2-E254-60B1-0599-61E1DB9F34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55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542C8-9382-FB40-8723-2D93CB57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C0274-18A0-AD33-86E7-69381011B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214E9-27BC-694F-9E3C-2BB36602F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7EFE-7B37-CB1C-6587-172521EA11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982170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36AE2-E6C5-C7A5-0888-915087F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E46D6-6845-83DF-9925-82FCD01DC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AB90-EAB0-96CB-BFE4-7369968CA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C3EC-12FD-1BBC-C1B8-1DB7A6ADC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824593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D552-E09A-4804-1E4B-8B253C067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783145-86EA-7A60-1BFE-AE8459ECF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51A8B-56B7-448B-8FC1-F83E2D0C3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082FC-29A6-9860-4A15-18BD1CA7E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8579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C29C3-2924-A7DA-06A8-667118E6E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F2179B-D85F-2A2B-8650-21786C4D1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4BD69-87DE-F27A-5902-CDD611069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F711-F962-681D-4DEB-F6895C4B3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0225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C0A43-9EDF-E935-0160-3E772117A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4409E-49EE-81BF-9A5A-C5C161E59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56E0C-022D-BEA8-27A9-EA5149FC9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D6354-5984-177E-BB52-189650865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4587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70C5D-1C47-8DDA-8ECC-E4FF0BA2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040A3-0EF5-2B79-C76E-6A9644823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5B38B7-96D1-EF1E-D2B8-57F97737CA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11B1-0C30-3C9A-D5D3-621D776B0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58424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A786-EC2F-4FFB-6825-7F9029BB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E622A-EEC4-F137-C06C-51213B200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6FE60-CBB2-6CEC-362C-DEFF35FFA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22654-B961-2A30-A711-1F5A4E6E4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37846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FE288-48A1-9AB4-C1E4-FC787FC7F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9F44D7-E448-D428-2BB0-B1028706C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E34E8-0321-CA4F-A88E-6A7292298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3A01E-999A-8B90-CF16-56CCADD69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1586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8AF26-C8AF-BB07-FCFE-ECBA97E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42B9C-A5DE-50E4-9275-75514541F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7B15B3-B0F5-F496-ED09-FDC0942B6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D9665-D352-6C07-A7D8-FA3C8D287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673092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3450-D290-9D43-D270-2B7DA95E4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DC716-FC92-2587-B0C3-241049CBC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0AA3DC-2B24-739E-0116-B917E6C7B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F9B8D-B47B-8B70-D21D-FC8B070629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75531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B318-1283-BB54-51D0-0B2A7AE4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4557A9-093A-358B-D8B0-70BF1B1F80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6DE1E-5278-A4FE-2FB3-B8EBF47C3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4D615-6FCE-0A59-F8BB-B9A91C580A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076846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6815D-334C-6DE7-B435-4B7A1DC0D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7AAB7-D06F-0FE4-15C3-4A0BCA9DB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F9F5B-80AC-D1E9-7D93-A2D11EAB65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BE1A-762A-DBCB-9B99-257A3397F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65675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1BCB-C66F-3177-2F0A-B0E85A37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D954-14FD-E306-7342-57E8F04217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A466B-BB86-8EFA-67DB-A90362D07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59B5A-1222-9AC1-1704-F54AFC9BE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82354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B6365-CDD0-7F74-727E-89E434D5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B9DF9-D535-0836-5EC8-EDBA04E4A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252BC-5B76-D789-F206-8FD7037E3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7A4D2-9C44-0EA3-A4C9-371132AB0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8749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00403-BEC2-3070-C417-19259AF7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8C59D-337F-BEE0-41BA-6F01511A4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743B-640B-6DB9-DC5C-AF66C15A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F52DB-EADC-2186-41F4-94E8CAC6F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71956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DD5CD-5560-A9CC-134D-C4B1AEC4E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B89093-87BC-96CF-999C-631B0F69A6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DFFE0-BB66-5A5B-1BC7-2C57437A9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0F51A-E1BB-9B96-3E74-C5A563755C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48821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0124-490F-C1F5-6F76-40417C038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F02A8-47EA-E437-AFFD-AC68A4DF5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296AD-67E0-6EE3-C260-72C8685DF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C0C2D-80C7-009F-3AED-FB50C22E8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129703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F0433-2BD6-0813-7AB4-7460D84C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0F26B2-F8EA-AA9C-C6DC-E429F440E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6B1E9-E73E-F89D-AE91-7A5C6BFF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DCE2-72C4-FF6F-4458-AC2E6D5F2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51490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C233C-C736-0309-6EA4-8CD08F9BD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B5AD8-2633-1A2A-584F-EE1ACC455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208E0-C78F-2194-9CB1-033E3D007A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197-DC46-0128-29EC-67381A1BC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318451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E3023-9313-54E4-34A9-C49699873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6F76A-3B78-8581-34C9-AF671406F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CCEB-C43E-E566-9A59-AF934655E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9339C-B6B9-E1E6-99F9-1E815B7989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65242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B613F-576E-31FD-0D1E-AA3513CF7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84DCA-5443-BA4E-8366-01C87B67F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1A223-5B67-0242-5508-97458551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6C503-DD16-5ED0-2B86-3AF34D37E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06914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8403-82AE-6276-6109-411AC4EDF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C9FCC6-D981-3663-944F-337D9372D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B924-23A3-EEB7-D27C-D96DB7D5D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7BA2-5C75-917E-CF99-E7BEBE4049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9128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49E5-691A-E418-7E9B-5A8F40AC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6424C-3898-C81D-1106-4972462DB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D87F3-D5F8-3E0B-A98E-B6F757B09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09CF5-1DD9-F518-A85D-83C2671AB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95965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911-F620-CAEF-BEC3-046CADFA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40BB1-5606-1B7B-AC1A-5E51BF4B4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33DEA6-9A5D-75F0-9E39-051E192EB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182B1-A5DB-E6C7-6570-FCB75AE89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391923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8325B-859D-E22A-F015-A5CFD388E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D6DE1E-D18C-4E90-1252-83759418B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C3FE5-D1AD-47D1-9802-2097E5B0E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A61C1-CF57-4E9E-0D5E-73CA96933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71521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6AB0A-6587-F2AE-141B-A0CFDFF14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6EEDDB-20BD-1C32-AF32-A304CA382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34846-CD57-A67B-3044-BF43B4A64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8D38-235D-4C22-001F-F9B3DBDDF8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994776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ECAD7-E28C-F095-8D52-1EC06E09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ECD66-9155-28D4-C393-4EA501815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22218-2652-9414-A780-F07771D29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A4B-6210-44F5-6928-5267865F57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80211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C624-1C1A-7945-E405-78A2199CA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44841-1153-4EA7-A10E-865571DF6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8E64E-080E-7481-A70B-C6A58639B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A30A2-9DC1-BBDB-678D-9FC4CF3E9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2758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1B1DA-3F66-F00E-5CA4-14F67E457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C9B8D-C448-A98F-1B14-66221FBDF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8A5AD3-F02B-A8B5-7C1F-F45147C65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41283-EF7D-92EA-1FAB-439895920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22927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42817-623A-C0FE-D1FD-F6EAFE099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75650-8889-08ED-03BC-0C196E76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0DCA3-F1B1-325B-0D7A-2D8F98962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4E7D6-6DF5-58FB-4C50-1AF6E5358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63743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CD4D-3303-C137-B35C-921EC87D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58D520-D765-3B96-AFEB-72B0AEAE8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FEBD8-B9C4-E3FA-EDFA-A7D46FC92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3290E-3101-7E8F-8935-D03C8E3FC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514440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B68C-BA13-F8D4-4CBE-FB59BFFCF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BCA42-AD20-6C94-5222-013947ECD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6CEC1-B386-AC48-195D-3A17C0AB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03559-00C8-7ED5-2E02-59C0E8EE11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861932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3CAC-9C5A-EDFD-43B3-92A65E1DD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BCC18-B049-D9D6-CB38-C1550FB4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54079-939B-0463-9F83-E26CFA449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09E9E-2A0C-76AC-6F0B-009725C35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12010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EF17D-2E68-30C9-3DEA-96DA136DE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D4DA7-E2AA-7A08-C4DA-847A55B93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A76DEB-0994-93AD-6EC7-39F88AF3C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42557-B586-FAB4-7A8E-452DEB3C1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5815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932D6-952D-C65E-3220-5BF06B3ED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E5EF1E-ED0A-BC44-57C3-6B7C73A10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390301-5211-C9EF-C24E-8CB2EA03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52F28-5E5A-EB98-7249-407879E61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27462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4699D-4585-3C95-B0DA-91420CB8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EA5C1-557C-A629-734B-7B0274298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46EF2-AB44-1096-BEDF-C53A8A09E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039B8-2AF5-2910-D9D2-D4815940F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408947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A0943-492B-7E71-89BB-946D17F8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93A6AA-A0E4-2D65-BAEB-DDB832B83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43BA70-FE6F-20C8-5266-9A7CB738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BDFC3-A903-AAED-BBF3-0E87DCCC0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80883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50931-8AAA-9611-643B-8D2C83AD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2C088-2D90-50A2-6129-34C7E7E8C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66CB6-1549-1B3A-10CE-9A93290B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682DE-BE5D-BACD-2CB7-B09DA67E0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637331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EE6B-F76D-8206-D6C4-FA3F838E8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5E7551-E81F-7F1D-A08E-E8A1E7C55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64D9C-431A-284B-ED9B-C8255EA53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29399-194A-B263-DE1F-156DAD4D5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181905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FF29-40A5-16F1-FF4D-93923847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4E622C-1242-10C8-9726-EB39D26A5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C9477-98DD-6D37-3AAA-8C20B8401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9BAC3-EBE1-CFDE-FB13-C636DD205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91179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3E51-5849-F452-C49C-7AFAF46C6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59FB63-1D30-5C9B-350A-F3B937F81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E86F2-D97C-6851-470F-574F4FD4B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9AEBC-4131-3947-D65F-EF26634B64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435671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2E910-0E3A-CCE7-E276-A7CAD278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ABA11-B237-59E7-47E5-A6E8D188A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44B9B-4364-1166-B6A4-3006C0C28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BF2B2-C339-495A-6954-3BF967485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008040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08F2-A961-9E3F-8A0C-821AA235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12575-B766-E9C4-BAB4-EBB415199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9BF63A-E337-6D3D-1595-6536F37BF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49485-DB48-3734-7DAD-5EBE4295BF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92903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123F3-A20E-B8A9-A655-4EEF5D7D8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0C82-FC82-A4D9-55C9-A9DB758F1B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94CE3-C56C-DB93-8366-55E72FBDA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0D624-89B7-E09D-E00F-72577D45B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659961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EC1D-69C4-91FA-2AB0-ED7150DBE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4E0EC6-3BDA-3113-F0B0-89451D29D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0900FE-B86B-DC32-C312-77CDDE052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4A548-54D1-0D31-EAD8-63C7BA8EC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58887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71E51-5D59-B001-0424-FF1FF54F5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9C769-11F1-B344-7EAC-CF84818A5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B9A2C-1690-28C1-752A-9CAB27F6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AF38D-C308-F80C-427F-D7FFD153E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501563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CC4C-6A76-588A-47BB-FA76995A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C740CF-4161-17A5-5CD8-78A722C50D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16999-2DDF-3D08-5D6C-015857522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4D76D-2C97-487F-47F6-250059B25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946562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3264-B059-0C72-2677-88F75C76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94EE3-8EFB-462E-BEE7-DBB260BC7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24517-131B-0BF0-EAA1-D7F669469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9A975-4097-3386-9E1C-B4BEC08BA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0332721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3D4EA-B7A3-8686-55B2-2424F734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09421-9908-EC7B-EE15-179223E59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4ADAD-16D0-AC92-5902-A65A4316B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BE07C-8C44-EF74-58B6-2784AB599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18144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4EAFF-1A8D-1B5E-FE87-ADB373A8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846F4-3AA7-FEE5-AF8D-F1F92EB83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FD4F6-75B8-6C29-9902-DC94E5259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88F49-4C67-6987-32E5-4A1194CF0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593208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1C93-CC1B-FCF7-CECB-A2C1FB87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F66B1-5C66-D7A6-1A3D-3BD1171B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FA5A9-A7C5-8056-E48B-5451718C1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BDC82-2E42-1409-E46E-1AFB4F1B1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044722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F47E5-805C-0578-4249-37ADEE23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CA486-87F1-43C9-3D90-BFA385339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8D4BBF-8656-4320-2DC3-5B950FF5D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6095C3-CFAD-87DC-A9E0-986FBFC4B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5821809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7ABC-F87D-2C76-5978-A0D00ABF4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18A4B6-A1BD-05FC-57F7-8AE9D48227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12558D-B5C5-8DA9-C725-DB65112F3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48548-972F-05FB-14F9-31643C851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5453653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DB33-268B-0B3D-907C-7F9E7027E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1FF0-5596-F9FA-64F1-2793B8AF0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FC799-17C3-907E-5D30-F8DDD2B89F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76393-6513-0418-9D46-53FEC32BB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033042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E1730-8405-E487-1081-FB9DBEE6E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C3535-F85F-70C8-D075-7C2788AB5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9F80EB-6245-1F40-C236-442B07A4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AF44B-8CB1-CE5C-B2E8-9DE306C3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2271502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E6ED5-EA2B-EF01-EEAC-70D316B9B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401866-B188-2934-BE3F-EDC7C61E4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49912-FAF0-6412-A077-DAAACB4853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9AC63-CEF2-201B-EF0E-69739AB87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541919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EF18D-C666-9D63-F4EB-CC36198BE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6F325-9B41-9DE1-300B-5B3A84B1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010B9-65DC-A3C0-386A-037635CAC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97554-67D7-63A3-19D4-AE2C80CFD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0468282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0ACDE-AE8E-274D-F35D-02A4341C2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3538E-AC59-651E-FD2A-C818006EF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DF621-71F5-747A-5F5E-B84B524F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C55EA-F087-638D-F670-84C67F163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88425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19EA-4D0D-588D-B502-16F8C9A52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5FFAD-E37B-2837-A929-93A7398B9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8FB5C-2095-ADCF-6477-2654F48D7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5E60B-8DF3-E702-0F90-7433DC652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277204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489A-A76C-5441-D647-17DBDB20D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3DE379-4427-8105-C962-168D05F1C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4EB85-3732-D8F3-9252-6CE163DF6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26B58-6A21-D913-9725-7C859A9E0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5033917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8E4DE-83B0-0ADF-8CE4-5A53DF3E5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FA6B0-8B7E-0191-9B44-EE2A5613E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82384C-673C-9BF5-C2D8-D5248B56B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7D729-AE89-A8BB-FDDF-4DDC18C84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92726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9214-FED4-71BD-F67E-F0E4E1927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AF357-DFA9-2403-44A0-5EF396CD34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69D48-FF79-A212-9ECF-3325096C0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D71D0-2B8B-CBC2-E315-A164431F22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804417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70993-0E65-7861-B7D8-4704CC43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EB6A0-A7B8-B8C4-7CEA-F3E95FB35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4080C-DD55-9FBA-9EDC-525498ED0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705CD-B1D0-0278-65AE-03E8F2613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531978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EFFBA-0459-B4C0-B749-19655EB38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D6240A-E7CC-7778-60D1-067EC5988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A0858-D154-C2E6-2062-CC61CA35E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3DEEB-DCC0-A666-0A5C-EAC228456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473692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D0-6321-5823-AD2B-4107038E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8A123-D5F5-5797-E51F-B7ADC47C3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04A2A-64B3-5243-73A2-8DB82E80C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2F432-E5DB-83C1-0D57-52E8F662C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502894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E325-CC39-A397-E60B-7D37BBB00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53375-089E-C442-B7C8-D30B83FDD3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112B2B-9940-7251-00AC-1E55112AC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A1925-9775-E8B1-6256-822FA38DE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5482383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EF1D6-A274-3CAA-5922-AB96772A4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8CB4F-013D-2D02-E8B5-D158316FDE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A5E71-B00A-9830-0884-09E26E315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DCAE9-CB0F-AF56-655C-6A38E5458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9080790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85C7-77F3-52B8-5711-B886BD888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04996-9947-1F85-9707-0EEE9C8E5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16017-0731-D521-804D-6EBA99286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16E52-E485-B45C-7806-0F12E07BE9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65342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701B-9166-0033-5621-E33CF3BC7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D3DDAA-0768-8960-F904-A7EA627B8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140FA-930A-99DA-5F08-9ECE5D4512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695A6-AB35-A926-ACA5-F098CDEE0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896109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A323-1342-2541-26A3-04B87BFD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569CF-DEC1-AC19-1533-6DD27E021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CE39D-9FC9-B0E7-2CAE-B0BFC282D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7A827-5BA1-6D5E-7174-19D09586A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062520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7F93A-5E04-2515-120B-90EE33956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3358A-72AD-056B-4499-EA3D8ECC1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675DE-A617-D6B4-C08E-A0903BA50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E945B-7AF9-2CF1-2CB1-8B02ECEFD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0174468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DA111-5D6D-BC48-FCF6-507A20554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C5299-89D4-05E4-FD4F-6B7FDC86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8ECD1-852E-843A-39BA-6D26CAAB4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CF19-4C2A-A30E-1BAD-8227140E36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445756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22CF0-17ED-48B8-D16B-80A989BB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BD2844-3A39-3C53-239D-FBE165C63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2E74FF-4EF6-CB81-B006-7686A6B62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1EEE7-3477-C8B9-7B90-4312248D7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1471775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6D165-496D-B90C-AFC4-8578B75F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CC6CC-6C7F-82E6-B9B1-FD611EC2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E9F6DF-00AC-28A1-8011-E25A209F2E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757E-7A54-FA78-5809-E9C729823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7158826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EE122-F19A-3D3B-28D4-321EF91A3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9FF233-AE95-9BDA-644D-AFB10DA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48D68-EEFE-9B8F-544D-6FDAB3E6A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FE1D-9CFE-182F-33C0-8195B0830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3165189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4906-1DFA-D078-04F9-41BCADA5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61B-E4E4-0B76-6C83-8EC8ABD8F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DB257-6C91-14F2-BD3E-F03C83556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4287A-42D7-EF8B-1E6C-CEFE8079A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37154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59FE-38FE-4885-2887-BD534CAFA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603D58-B06D-8800-0D5E-BFF1D5B45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375A-4AD3-3728-CB09-51CD3A86E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C86B-17C8-7765-596D-63A009BA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6796838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3B14D-627D-9F95-52EE-C9F60F512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BD8063-F1E1-943E-BAF1-0FCB47632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174AA-41D3-7BC0-5CC6-45D4A7880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2A444-AF49-C3A7-B78E-406B13C2AD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7356991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89BCC-6DB1-AF7F-4C2E-FE19D1CF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F552C-FDA0-3E5F-6ADF-8391C8D852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3B8BD-2311-F77C-A5D3-EA3312F7E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9D26A-B96C-23BD-5E2A-56F5C326C1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648431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E21C6-B95C-EA53-3851-E97E9387D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1F5C7-E595-71D9-9085-93126BA1A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97BDFF-E2D9-634B-4CAB-5A85B62E2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2CD4-E1A0-5703-6ED3-DCC2BE0DE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54008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B7C2E-28EF-D71F-25F4-4F992436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C8EE2F-E75D-D21D-3AE5-F31F9E971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B946E-5B45-7B95-7A39-A5A8E0356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43FD67-67B6-9B07-D62F-2F20306AB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710014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5DA0F-C027-8B80-FDD7-C69ECC33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8D08F-3617-C7BA-2CB5-9B01C0130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B92C3-88D1-A19A-E2C0-CABE25ACE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00351-D0F4-C70F-FCC2-A261FA875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693927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3CDE2-460B-2946-14D1-2BF8F3A50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6FD88-01A7-C2FB-A4E3-27EA0559D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675D40-0857-902C-3F66-4B654913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048DD-8F81-25BA-CA4B-8CEAFA198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610991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6B1EE-E605-1E1F-3C52-61CB72DA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759F5C-2282-187D-EE30-A13A5F4497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6AC41-97A7-3A16-C14B-907BA7279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A541D-1A30-5F09-300B-C146530E3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3296059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D627-E344-8259-E012-BA762567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E3702-6874-D55B-CCC7-0DDBDED2A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1EB37-CADC-C03C-4734-C73EEBB05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8BDCD-2DE8-E58E-8CFB-780913207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842667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7F87-F6C8-4DDA-7CA9-62A0EA82C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5182D-C729-69D0-323C-47F387ED5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B7F96-AB89-C849-45E4-F41527902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2D0F3-5EED-6F21-CC16-1B74B46FF2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39801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78E5E-E477-C022-E905-A56A692D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0CEC0-7012-6EE8-2BD9-7FEBDEC23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8708A-2F22-D314-3E3B-D115928F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49212-6D2A-B8FC-D285-0D397EF5F1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0662513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1ADE8-6A82-D4C9-757F-9CB0A75A2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5AA35-E83F-BACC-7BD9-C9810F6114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D0808-AAB7-8959-C4E3-ECAABB540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4D8F4-3EF7-9746-36F3-C7C84393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5358513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8A96A-CC22-D530-0FB4-F731A4008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AE4BB-FA20-8C62-0313-49E5883B8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7DE10-0549-E29F-5FD1-AB02A9698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B19DF-ACED-0497-F423-CB93EC8C5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031576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92B32-1668-C9C0-8D89-28B67C98D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7F52D-C92A-9F96-EC26-EFC1CDF2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70789D-6652-1D0B-33C1-83B114AA4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274AD-F657-B17F-4A3D-68E362357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25827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49919-45BB-C49C-E80B-F7917C3D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A4356-6A24-A7D4-7E93-A33E92262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6DD9D-DB00-253B-7B80-2CC22FE6D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A79EA-CCBD-238D-BB60-D9637F027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74041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B481-3778-E9E6-7122-50865696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327370-E40B-2DD0-2B65-2BD82FFFC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73610-0BA2-F094-44D9-61E5B97E7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41915-404C-74CD-EF9A-978B7C984C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323565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6B3BF-A6E9-95EE-E42D-BC7798B2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80C587-85C9-B379-8B41-CD0BC8C0B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C9813-364A-8906-0E92-3FC290041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9B659-154B-8181-B5DF-61FC765A2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654087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CF854-2EF0-2349-AA07-1D3677A61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270AB2-0070-9EF5-FBEF-9AEE0823E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FE946-1C35-AAEF-9115-17E9029FE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5B873-6C68-0DE0-5BAE-08346A6DB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337380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33622-9563-51A1-D711-2698503D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B6C01-3E2D-736E-049F-504FB96F6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E1217-6B04-CC4C-057B-D48A8EE44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E01B2-BFEF-790C-3FAB-9143924A7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729360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39FD-30B7-BD2C-7D27-03D6D1F1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3F82A-6F7B-FDE8-94B5-4F6A4236D1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9AD9A-420C-6F03-3D10-C4374DB7C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C3546-F2DA-E441-C895-01F3F4908B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3754378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24C7-9DF0-4922-3145-0227B442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11DFBF-13AD-03CC-5210-7A40C0346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7A056-7718-CF8F-9F02-C1D94DFF6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DB19-D6C7-F4EF-E5F2-B61A51CBF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351439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8E491-6F0B-57A4-216A-EEE0EA1D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AA893-8DC0-1085-20EC-1D29C905B8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428480-F1AF-B140-057E-83EDE754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30FD1-9B57-B61C-1616-7F5D508D0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069386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708E1-FA98-5CB7-91BC-FEB44C52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94DB7-475B-E389-B1B8-6D14D7FE8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54E03-06E5-A150-7008-0A8310B70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2336-A5F3-EF34-7544-2BB0A0CE5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327007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DD4ED-C1C5-5011-E37D-3D5E00504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28F8B-E8D9-382E-6321-3F759C33C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CC9AFD-41BC-48DC-4767-18D7C3C19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78843-0AF8-3446-A383-6DED7950B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0075013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23200-0827-EBF8-74C9-81D0497A9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6AE54-9445-E623-4980-7C39042FA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5E9A5-7F9D-AEF5-A508-0EFB03A11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76D05-C7D9-6D9C-98F6-4BFD37B13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908567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B412C-4F19-96E8-ACCE-1384F7BB7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CF89B-DDBA-1C2C-B771-EF57EEBE6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9A760-3407-B213-8EAB-56800A487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1F2FE-9538-0267-BA40-AA2B68835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0376841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FF8E-7D15-03A5-EE4B-1CFC5B959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74B07-7BDE-4D5C-8C34-2F09A9CBE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A20BC-324E-1474-694F-37CE45B3A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1DA71-8E4D-7882-0621-760E014CD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162671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BD1D5-D99B-1771-6745-532575DF8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22F69-02B4-BFC4-F579-6AEEEC7C7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061A2-BB67-92F1-E8CE-B90903D43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11743-8672-52AE-8F51-3A78E7CA0A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551559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1184F-F329-72B1-6A41-88920B81F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F3B5B-33ED-5C24-36DE-E1330D0C5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C6FE3-81DF-2A62-8BC4-C5A109D1A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BB54F-4180-3434-D0A3-29D1AA865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6996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3A48C-1292-DCA7-0C1F-A66683A05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5FE9E-2E3C-CC1C-C737-924EB3BAF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F1C12-53EC-3F71-ECD5-74B31EE85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5B6CD-9287-3FE4-D540-F2E423A23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260664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0A087-4986-0031-B932-1B0979D60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8C5B0-3B28-6E2C-A415-9B633EFF7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F1C1A-335C-9354-8D5D-3414EAC40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CD654-050C-830A-89E6-2391514C3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1181935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CE910-4667-E1F0-3841-3D8C803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CD25F-73D3-BDEB-A010-8A103095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D8533-7AAC-D5A9-4E2C-065004112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F0138-7DE1-E3C2-DA11-2D04EA21A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3045636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BE7F-09AB-2C48-6058-CB90265CE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5A4F0-8782-4FBD-5D44-47C9E0980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C4A67-5BBB-C5DC-5A6F-4564EAB80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B6183-7EBA-68D5-A77B-93E4F6A4D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3207687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131A8-476C-8F84-BD75-F608B895D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97807D-1030-747D-0385-0E1DEBC36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A4406-1413-4095-9FAC-0F1C5601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FB3166-2395-90CC-7387-89A92F0B9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597021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3EBE-9DB7-FB75-1ABE-C57955B1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3B119-0A0C-E08B-F4DC-47E4A3951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30623-B4E9-3480-A80A-40DFFCEF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20BD4-C8A9-88F6-2CD7-64FE00AC4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72496969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A4664-48D5-A241-062F-CAFF4674C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C52D8-457A-E360-2D32-EEB19F2AF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067E6-5E5E-0EF8-4525-1589D2968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AAA86-B942-1CFD-909B-6CDFC903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8050878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A3B58-EF60-1D4E-2CC2-B37E3408A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8B7E80-3E5B-AB69-9D93-E67064CFF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A7698-313E-65C5-BF38-304530A29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9CDF0-7057-D158-DD80-5D58217C1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442067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D6C65-EF0F-4CF1-95CF-BBB760B7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45FAC-7922-5075-2E21-259308A62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776EB-0D00-8446-DDF3-2585DF8B8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E247B-CD49-BE2D-A5A5-DCDEF3CC4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6905332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43EF-F8AB-443E-DAC0-3926F583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7C221-D735-5792-C447-931E3F01B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03E9C-A4B8-E8D4-575C-50690EBE8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823F6-2585-D08F-FDD8-607165D09C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8654278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8FA41-86D4-2260-2C4B-336129E5D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98728-7A34-B06C-FBD1-2E55EFD1B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D144D-FF78-6780-521A-F02A45D89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AD8F4-9C8A-C3A7-B496-56CA6D045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427863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1DDB3-A30A-DBC6-0FBE-EED6E78D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9D1233-A759-7BAF-30E0-340C52BE2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2B450-31F1-4597-FB2C-44564DA93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93AB6-60E2-8ED3-DE90-8E99E30CE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356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395D0-8CF3-431B-E27E-FF8D66F9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FBAB0-8BEA-BAE4-9824-383D2F343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02BF3-555D-2E80-8A7B-18331457D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33F2A-D423-3D29-05E6-0F59F2EE2D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1371210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13D40-9F62-CD8D-3EFF-E15583E2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C56D8-E21B-1A31-CA04-BF1951A893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8ED16-D009-D44B-7E0A-CB4BB3729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A6FFA-DBDA-7D58-613A-8DE809020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385570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873B9-D13F-3A5D-03D7-BA412903F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5B1E7-1F46-77E4-5A7A-3A4D79259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AF3CEE-53F5-B63B-A016-D5DC536D8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3D104-9A24-718C-011E-14654F9AE7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7860291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3A2E9-7032-8634-DCD3-801F9AB21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8DB8B-A920-37B6-5D94-6414CAD37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88ED5-E71A-F5D4-4749-43F64A4A0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2E810-AD46-D002-1188-346829E9D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4133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52021-F8DA-3AD1-5A03-9C501E5C5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CDE9BD-B97D-6A11-150F-A75AC8129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950B0-6D2B-9FB9-9311-1061ECD46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33921-5DF6-C280-8E71-6E81F347C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5986445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73E90-7763-641E-AFA8-6C406B9B2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74289-A580-E37A-CCEC-8011812888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710A4-F5CA-54F6-5D57-2F853E8D4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71FD9-BD7E-5265-D32E-686BF7535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3173922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AE9CB-FE35-5244-6871-C0250CD77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F0B73-A93D-5600-7079-8AD1497795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ECBF1-1F5D-A6C7-4778-D1C0167C0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69F90-03ED-74E7-F4C4-DE3319F9D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991961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D8CB1-44FA-7CC8-78B0-99D0BFFE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578AE6-2912-5EAD-03B4-979F7442A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837CD-170A-BE18-EBC1-386B93E4C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49FF0-FD25-2B43-11EC-BD9AAA4C2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84196488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16AA3-B558-A2D6-9EFA-82F87F2C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DD2771-8D1B-D6B5-4319-5F551255B5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E7A63-9E25-502F-5C81-6B4C3B0A1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AE0BD-78D0-10A9-76EF-A3C729F75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2097394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ED311-97C1-36B6-F3AF-E7F7599B7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02FEB-3E8B-0120-5643-B62AEBA4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94054-8606-29D1-83B7-10329CEC1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6252B-316D-ECDB-1BA6-341F82E59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2861930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03D96-F989-B4E3-7830-84FCF0203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27ADB-8225-302A-4F7E-7016548EC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9C6FA-173D-05B7-94CB-FDE507AFF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ADEA3-2BE8-E023-8124-CBEE4A45B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910169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171F1-0524-B186-E6F8-6C765A181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F0B8C-286F-124F-1889-2DA915F64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F6256-AE52-993F-B453-F8AA61E3F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B9577-B0C3-5431-F4CF-5DCB2383E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372256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5E131-9370-3337-76AA-15E392643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8476E-35E8-1099-7E88-D8FB62372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1645D-188B-DA0C-A4C0-A110BB8AA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4B6B9-C4A7-CA82-26F6-375A73685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403521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C41E3-8E68-1EC4-8DA7-37B878F18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906DF-D88A-9DAA-4B5F-B5BC49F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1E90E3-5449-19E8-6AFE-654E76FFB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EF2B8-34F4-832C-410B-E0B06C682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9787080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A8FA9-9155-4E25-FEC4-CF46CAD4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85094-C8F5-F50D-6524-4415C7CA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3C976-53F9-C4BD-CAF6-10730C0B4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D8E71F-38DC-D3B1-8C1F-D68BE5E30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064993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5478-0797-3A09-A105-284E3A6A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89A26-503A-B1DD-7DF5-33772B545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850A7-07AA-FE36-89FC-2B6AD9FB8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848C0-490E-E4AA-20E0-16BB4D99B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3657069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C01A-3781-B6B6-FF22-DD98F877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A1FAD-CF9E-07FD-C4CD-C81AD6C3D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45A48-BD49-1C5E-36C2-6B52BBFA4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23F63-36B9-476F-FD4A-64DDEC75C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243092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58795-CAF2-6826-5F49-EB92DFE3D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73286-FD98-F749-F2E8-8059CA8B4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428E3-460E-8D86-BFC8-29B04D398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32964-BA4E-9F31-1B84-7C11936D5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08420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E4967-2712-5D7F-42AC-661CC216E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0B8E5-CF8D-C6A0-960A-17564DC1C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1EBAE1-D7F2-1E75-675A-86E616312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7B98E-8CFC-E311-DAAF-BD880169E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16749846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B23A3-611B-CAAE-A2E4-8A9AC411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8094D-0415-FF2C-E11B-90617C8C3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0B65BC-17A9-1EFE-2591-7B95BCC5B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A2F18-0AFF-6C22-C3D4-3EE8DB750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406712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832C3-2CEC-9280-E584-2893916F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427FF-C88A-8B4A-9292-216E31EA6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A29D5C-AFDC-9836-640B-B0DB51970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89AD7-8CDA-D341-C4CC-563C19CF8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771544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CB62-A2B2-0880-8A96-5F0F99201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32544-24A5-74CF-DDD7-6DFE32729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57135-4903-68D5-B46E-F53992C31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D63F-4DC2-7F19-5808-5EC98D068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331952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313E4-C76F-4465-3322-262D81D0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C9B946-ACAE-4054-A180-24DA098AB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F6DDE-0ADF-978A-530E-EAB828386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49B7A-C98D-611A-4458-D9CB91A655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812189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3354D-8D78-96EB-B9EE-569A7976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B4BA59-77E1-0808-73E4-1E308C767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7725-CBC5-F761-40E0-FD03A39D50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550C9-F7BB-A404-5B35-E1C4B45D3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8662160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266-37A8-A39A-C0FF-9B79F04F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FC36A-5D51-1628-3990-D34EA285C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E86B7-F28D-4BF4-3511-C4D69FD53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0EA5E-5A43-66E0-A649-9B3152B62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222017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ED358-1287-2B2D-DB49-6669ED09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5658B-5BF2-83A9-74A0-DB95B58DB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15B25-B65D-5944-2856-60B3E3276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61328-EFDA-7C7A-7BF3-26A0AB62C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7988043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7CD65-89B5-B733-9643-418DB94D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6801B9-34AF-B9BC-31B5-831FCD01A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FC39B-E8B9-75E3-C8E8-E3C38B4E3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EB74E-31C2-F83B-4E9F-7660CA7B1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775846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24991-185D-6A0F-D6E9-D35C969EB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8AE58-D595-4978-5876-4527CC312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1A4BC6-9417-1394-1F34-F11689824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9C936-2090-05AC-A5B5-F81FA6A1A1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642043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16740-576B-F603-1FF7-E032B7B9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302F0E-3274-CF80-46C3-58DD0A6AE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8A248-29F1-6F35-5885-EB4018E54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B5ECC-4B89-A542-AA03-ADF2CBBE3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3601342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1FA0F-B8C5-FCEF-569E-EBC39377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E3D7F-CE5E-303D-9D76-1CC5918FC3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B44E1-656F-CB82-BA3C-B43C0ABBD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94E50-2FFA-E9B3-9718-65BD78C57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6182154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95852-5EA7-7233-C416-6A0D614F6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C5EA6-AEED-1CD6-0B79-5D2365C70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DF79D-9F48-EF3A-B0B0-E736059E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0BAA-E124-062F-8BA2-62F8E3FDC2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11244980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0A55F-A467-B784-3603-4E1F067E7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7868F-1A7A-73F2-9358-78D714834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53929-C349-6F67-D053-FC25B45C9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BE054-876D-BB4E-4E73-F3F44A47EA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8177678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8DF12-11B9-C40C-3D3C-3AA22DAE7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30CF2-BD40-FAAD-6824-1A168900F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64504-9A02-5859-7A72-8BECC5216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F1449-0341-6928-53DE-A9906619D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403068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5B9B8-7716-46C4-7E4E-FD9BC7D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A4994-97F8-01D9-9305-1173705477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B462A-5F6E-9141-4D65-AA4797612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AB4BD-84AB-4E1D-C446-D0245FAE0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9636269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DDC89-053A-C3CF-B8FD-C696ABDB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5268D-9841-FABE-41EE-0F5A83568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673BE-0C3A-8106-2C06-B158B87F6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9FBD1-00AB-1AB2-628B-2FBBE6440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1300340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74B98-B8EF-4E5B-7ECE-A1563E728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E6C91-264B-0C38-9FE2-443BC521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DE88F8-86F7-F69C-97DB-4E41F715E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6FC80-432C-F98B-4D56-21BB088D5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04188528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1CC1-D17D-5028-131D-B28F0B49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DFB4A-4AED-CDE6-10C0-A78C17D4A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E842-49F6-AC5E-5EFC-35EC8C272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AD459-DA04-62DE-2349-49E165791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20811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B4A72-A3F5-C762-1793-5562D789F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41FE2-A7C3-6A88-C02A-25981FEA6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0E22D-E4B4-0F84-04C5-A76CD6D45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99530-0D00-6CF1-18C1-7A1205220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175975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E798-AF33-A052-26C8-75458224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8CCCE-8ABE-9FB9-4248-888D779DD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7848C-9C98-70A2-1CB6-B584A6565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57419-453E-BB79-C550-871D7256B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70154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E17F-E959-EBE3-15B9-85A4FA947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7076D-5592-8292-F72C-9E9B313BF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4FB62-0C57-863C-961B-4836F1059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C2081-C369-FCCF-F822-45656E1A2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153863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5E5B-D6F9-812E-1015-580BFD309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AC6CA-4754-EEA1-25E5-5E40E6D65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6A657-47BA-C7FA-0906-C21E05960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6D3F1-24EF-1BA8-72DE-5BFB3878F3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1318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10E46D-9CC5-D965-35CE-8F93EFC1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7E0A05-E87C-AC0C-E8D7-A07E534DF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Graph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E9C698-1737-1A76-7395-A65B30FAF18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13F3DA82-1018-E3E5-7DAE-E4C539664816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E914BD-29B5-82D0-9060-FD07F8FCC95B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B02241-74C0-06D3-DD82-D4909B9ECA6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2F074F7-6130-2898-F07D-16A78DE12BB5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BE1E3FF-1CEA-B3B3-85F3-EEC632825B8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F1F1468-35C2-E553-2E6F-21F94841EB15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D70EEFD8-BB1D-B3D2-2CF1-34FE59C09935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A404FF2-49B1-54B9-0860-7BB50E35A23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A67AACD-5D6B-77B8-66D7-18219216BCE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691769B-D156-3DCC-B836-DF9C9CA2E961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D6DF0F-9A4D-B0AC-2D79-11F28C225098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8828F65-9DF6-CA36-FD82-52843C122F37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8266B2-6B64-8D8A-2BA6-5A1E624788A3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5FD789-1DA1-1390-2B21-67A96097AA6E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998AEA-1724-D76C-A7C4-4CEB618468C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B949D3-CBFE-660C-C02E-EC934D943FA8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F5B9C3-24F1-27EC-B484-5ACD115891D1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98BEB1-BD74-898E-6F18-771E6AFDED28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2F413B3-46AB-94CF-E7E8-0D45A59D6EF6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C3A7E76-8EC2-EFE2-1FF5-7CDE963ADE4D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44D6B87-14F7-8C9D-7D06-D67497138EFD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765A3B6-5C5C-C1C6-88D4-D2FFF3DDBA3D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E220544-5448-F134-4BE9-7A9298519915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138C91D-5B2E-1BC7-58D2-88E986CCC6F0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37043F5B-EBE4-78A0-EFC0-E9DB0BFA42BE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72FA5A2-DCF3-BF0D-D6C7-5282AB2063CF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D3E85B75-E51F-B651-F60F-1B78548966D6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7AECFD-B548-25D9-DA2C-8AB7661C15AD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BB94CD9-57DF-9401-E1F0-F186527FCE96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40E4E76-A0C4-913A-5507-55DF00579116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8F60B6A-B6F0-BD3F-6F0E-2A08C7868EE4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F5D9AB-14D6-C8B8-29C1-40BBB8FBD478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C992294-AD7F-B0FB-D918-C66279319308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662C05-D82F-89C1-B771-481282F070A1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B7F5B4-08B1-B607-D776-E2A88F5264D9}"/>
              </a:ext>
            </a:extLst>
          </p:cNvPr>
          <p:cNvSpPr txBox="1"/>
          <p:nvPr/>
        </p:nvSpPr>
        <p:spPr>
          <a:xfrm>
            <a:off x="481012" y="5385364"/>
            <a:ext cx="1122997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Graph traversal </a:t>
            </a:r>
            <a:r>
              <a:rPr lang="en-PH" sz="2500" dirty="0">
                <a:solidFill>
                  <a:schemeClr val="bg1"/>
                </a:solidFill>
              </a:rPr>
              <a:t>(or graph search) is the process of systematically visiting every vertex (node) and edge in a graph exactly once. </a:t>
            </a:r>
          </a:p>
        </p:txBody>
      </p:sp>
    </p:spTree>
    <p:extLst>
      <p:ext uri="{BB962C8B-B14F-4D97-AF65-F5344CB8AC3E}">
        <p14:creationId xmlns:p14="http://schemas.microsoft.com/office/powerpoint/2010/main" val="1301684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634102-D215-F222-0C35-196EFB703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3658DF-C190-5B47-44EC-EF12358B0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Graph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6063C2-2879-1B73-AF91-AC9298A04CE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1D0EB332-0726-1E93-C93F-B168BDF23978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DCCFC-B5A1-9B18-947F-1A615CF78E95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BAF396-88E5-7554-4D9D-844925B10D8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84389A70-80DC-BAED-1715-E727DFBFC009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EBB0866-2119-D90B-A30E-D03F6DFFA3AA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72BFB11D-140B-78D8-95A6-015339C6A411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65D21538-BEA6-A4FA-2ACD-8EEEA7FA49C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E0564CC-6BC4-AA8C-A15F-5D51F8B8A6F0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83C9FE-F9A3-AD47-B879-BF505679C937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115D4DD-9788-F993-8CC9-65B113573E92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421A6A-D522-35E9-50A8-5BDE998E820D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9D619D6A-0F7B-B5BF-7D68-52B1658A8A36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F567A1-34CB-7EB0-050B-46BC2A78A142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B90B90-12FA-2100-DAC1-D1B2F17BD484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4AAEE7-C9D4-0E0D-0C40-2A22F347270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DC5CE7-CD8D-444D-40BA-6362ACDE4D40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893D80-4D0A-145E-BA7B-232971EA3F6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034ABF-0A01-39D9-A5A5-37D942C0EE4C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167D75F-28CA-00AF-8CB5-27EFE976614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C70C384-CBD2-F561-074A-1CC1DAB630AB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275579B-1183-5E02-5073-77CFB60CEB2F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6C611F8-43E3-C02B-D3B1-247FDCE91EDD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1D84D31-969F-DAE3-26C2-A5F87496A32A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11B2660-1E17-B4B1-3B26-D42FA472C6EB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CCBCA75C-B9D5-71EB-574D-3DC4756FCF8A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92FE2F47-B0F8-CC34-FFCC-05483233D21A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9EF59DA6-E59D-CA29-E85C-86F793C55A46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D3F0C5-3D56-6687-37E7-99834DFFA1BA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8F0237-3DC1-EAD5-ED3A-4C02B91F24C7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939E39-F829-D41F-149C-91C0093199AE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96AFA9-105F-B224-B433-8F8B8EBA0B55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41460E-A5CC-70DC-3C06-92112D930792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BB5996C-31AD-0E6A-BD42-B6E1FCA64EF3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C10895-49FD-F0EB-1EF6-3AE63265C4A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08D77D-847E-2FBB-BE91-157110A2F678}"/>
              </a:ext>
            </a:extLst>
          </p:cNvPr>
          <p:cNvSpPr txBox="1"/>
          <p:nvPr/>
        </p:nvSpPr>
        <p:spPr>
          <a:xfrm>
            <a:off x="481012" y="5315804"/>
            <a:ext cx="1122997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graphs can contain cycles (loops), traversal algorithms </a:t>
            </a:r>
            <a:r>
              <a:rPr lang="en-PH" sz="2500" b="1" dirty="0">
                <a:solidFill>
                  <a:srgbClr val="00B0F0"/>
                </a:solidFill>
              </a:rPr>
              <a:t>rely on a "visited" data structure </a:t>
            </a:r>
            <a:r>
              <a:rPr lang="en-PH" sz="2500" dirty="0">
                <a:solidFill>
                  <a:schemeClr val="bg1"/>
                </a:solidFill>
              </a:rPr>
              <a:t>to keep track of explored nodes and prevent infinite loops</a:t>
            </a:r>
          </a:p>
        </p:txBody>
      </p:sp>
    </p:spTree>
    <p:extLst>
      <p:ext uri="{BB962C8B-B14F-4D97-AF65-F5344CB8AC3E}">
        <p14:creationId xmlns:p14="http://schemas.microsoft.com/office/powerpoint/2010/main" val="327733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6C66C-5CB0-A0D5-35D5-DD81656CE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295668-CCAC-0C60-8728-BB5F0220AC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495679A-76B8-F0BE-FB80-9B5068CF24C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B6DFFDB1-F640-7B92-DB4A-BDC35DE90A02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447400-29EB-7CF7-B686-F2CB725166AD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64AFFC4-1731-C2B1-66E9-7F07316A425B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A75B0B4-2367-CA8F-B8D9-27E80271E7C4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6288026-57CA-F51C-6169-541BFFE0515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CE386DE9-FD06-24D2-3980-A1DAF5DEF9EC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CCA4D6AA-A8E4-5490-9537-8960D8A88679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04C9F6-F943-3144-3081-6877C80F7EA0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08CDBA0-6C21-0D9C-1DB5-015008E9E095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DC1CE13-462F-BEA1-ED7C-ABB32CC2F899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D760949-3568-351D-202B-A3D13D17A138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D81B8557-6824-544E-B881-1EB7D4ABD560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1C2E42-6FB3-4D52-1BAB-5014805028A1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623280-6DC9-7A11-BF32-1527E76BA127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0410CA-0CBB-E4E7-E22E-1C31292FA3E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96774B-22FC-118D-A1C8-C322370687D0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4275F4-0674-82DF-0B0A-2DBAE40ED20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BCF75A-F106-6399-B453-4F0FA30927A5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38EB966-1951-AD37-C772-50A4BDD67BE0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91DC7E-9D08-604D-8A60-ADDADC0FCCB4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01A9DCA-ABFC-A373-7246-10DE81F19E32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F63733E-70D5-9867-315D-A2566EE82F73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EE3AA4A-CCA9-C665-F4B5-B255E6FAD254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DF89037-FCA9-5427-5C6D-0E99DA0C1BB9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79CE4A40-BEAA-ED8F-8E53-33840446898C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B9356F4-8E5F-0272-116D-37FCFBAD0C94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9FEBF68F-E713-55CC-D160-D61BC94964FF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097F226-7FB0-2433-4DB5-1BAEF2F0B6E6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0D75E68-6701-DA82-A314-A4BC68394520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CC034D-E7F6-CBC5-7B2F-B1914DA6864C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868BDC-8CC9-3EFC-CEDF-7D1363E7AEBC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484FCA-1AA2-9EF6-8E8C-282396F236CF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6A431BD-22D5-1EA5-B05F-3756A4272FFF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6C9D60-8100-58E2-30DD-D27A78DAE47C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8814C-2E3E-8AB7-419F-0548C8D0CAD1}"/>
              </a:ext>
            </a:extLst>
          </p:cNvPr>
          <p:cNvSpPr txBox="1"/>
          <p:nvPr/>
        </p:nvSpPr>
        <p:spPr>
          <a:xfrm>
            <a:off x="450483" y="5449437"/>
            <a:ext cx="1129103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en-PH" sz="2500" b="1" dirty="0">
                <a:solidFill>
                  <a:srgbClr val="00B0F0"/>
                </a:solidFill>
              </a:rPr>
              <a:t>BFS</a:t>
            </a:r>
            <a:r>
              <a:rPr lang="en-PH" sz="2500" dirty="0">
                <a:solidFill>
                  <a:schemeClr val="bg1"/>
                </a:solidFill>
              </a:rPr>
              <a:t> explores the graph level-by-level, examining all direct neighbors of a node before moving deeper into the network. </a:t>
            </a:r>
          </a:p>
        </p:txBody>
      </p:sp>
    </p:spTree>
    <p:extLst>
      <p:ext uri="{BB962C8B-B14F-4D97-AF65-F5344CB8AC3E}">
        <p14:creationId xmlns:p14="http://schemas.microsoft.com/office/powerpoint/2010/main" val="2456290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40AADC-75EC-E7C9-FE43-1DF1824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D9461E-865F-1DC6-01C7-03A5BF9F0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A7FFDBE-4349-7532-59F0-1CC6F88DF10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7B595AB5-F757-3A25-B839-157E8973006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A0D5FF-41F8-E55F-45D8-42F89500A90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42DD86C-4855-4210-0C80-5AB739F7DBA3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E04BF68-4D98-8B1B-D969-2B3577242118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DF0192BC-C6CB-3D19-636A-31F41AB270F9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1FFB9411-A42E-AB1B-1E60-9A5A0BC9352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EEE86D71-30C0-338E-5F02-E98466709060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8B43A3-96EC-9DB6-57B9-B394C94A06DB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B96AF91-3C1F-683E-2394-AE9270C9108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7A1E4B3A-7B2A-DAC5-9780-FD2737A53A74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D81ACC4-44AF-B871-20FD-9981A500F5DC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6E6D363-BBC0-66DF-FB8A-F47CBAAE581D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EF82AA-E767-1791-F5F3-983134972AE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56B0B9-846E-215B-8869-FC657BA156A0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B6FC78-B436-00F7-38F1-27687F610A1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F104C93-05DE-BFE6-4277-387900671DDD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19C812-0917-3DFB-C0DD-A867DE12087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902A53-7E65-89F4-69E5-3EB592C42965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4CFFB2E-0D45-BD71-2C5F-58091D8D953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64350FA-7FBA-8780-E948-F1E3A7CFF3E1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CEC4FA7-2FA3-A24F-08C9-2336FFCC5F48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F4B668F-CCE4-C6DD-7848-3E9685C6C2EC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81006F9-B5CE-3E62-DF55-9C6660537D09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D6DC393-EDEF-08C0-61F6-3B58B25589F0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8390D4FC-45C6-D793-BD1A-E57FBE3206D2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6512AB42-9436-064F-1E5C-C9192D7CA6C0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B686EF8D-8B0E-30AC-5432-ABC0D91829D1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AEF186-929E-3D32-6C46-FF04365B0548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594557-FCA7-A5A9-BD3D-BBA4C2B99511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44FCD2-E6AD-F035-7D28-9F5DF040F060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5E8746-DA1E-F70C-A291-1115567A9D95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FAD3C1-E47F-138A-9E7D-D91E3E877EB6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F86016-C538-CCD9-72C8-87F38284F892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10002A-D4D9-A958-DC63-F70471BCB376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E3F25-6731-3DB1-DD75-D63D34F6099E}"/>
              </a:ext>
            </a:extLst>
          </p:cNvPr>
          <p:cNvSpPr txBox="1"/>
          <p:nvPr/>
        </p:nvSpPr>
        <p:spPr>
          <a:xfrm>
            <a:off x="450483" y="4195500"/>
            <a:ext cx="11291034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Start</a:t>
            </a:r>
            <a:r>
              <a:rPr lang="en-PH" sz="2500" dirty="0">
                <a:solidFill>
                  <a:schemeClr val="bg1"/>
                </a:solidFill>
              </a:rPr>
              <a:t> at a chosen root node. 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Visit</a:t>
            </a:r>
            <a:r>
              <a:rPr lang="en-PH" sz="2500" dirty="0">
                <a:solidFill>
                  <a:schemeClr val="bg1"/>
                </a:solidFill>
              </a:rPr>
              <a:t> all its direct neighbors (adjacent nodes).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Proceed</a:t>
            </a:r>
            <a:r>
              <a:rPr lang="en-PH" sz="2500" dirty="0">
                <a:solidFill>
                  <a:schemeClr val="bg1"/>
                </a:solidFill>
              </a:rPr>
              <a:t> to the neighbors of those neighbors.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PH" sz="2500" dirty="0">
                <a:solidFill>
                  <a:schemeClr val="bg1"/>
                </a:solidFill>
              </a:rPr>
              <a:t>Use a </a:t>
            </a:r>
            <a:r>
              <a:rPr lang="en-PH" sz="2500" b="1" dirty="0">
                <a:solidFill>
                  <a:srgbClr val="00B0F0"/>
                </a:solidFill>
              </a:rPr>
              <a:t>Queue</a:t>
            </a:r>
            <a:r>
              <a:rPr lang="en-PH" sz="2500" dirty="0">
                <a:solidFill>
                  <a:schemeClr val="bg1"/>
                </a:solidFill>
              </a:rPr>
              <a:t> (first-in, first-out) to keep track of all visited nodes</a:t>
            </a:r>
          </a:p>
        </p:txBody>
      </p:sp>
    </p:spTree>
    <p:extLst>
      <p:ext uri="{BB962C8B-B14F-4D97-AF65-F5344CB8AC3E}">
        <p14:creationId xmlns:p14="http://schemas.microsoft.com/office/powerpoint/2010/main" val="334299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0238C-7DA8-F9A9-0851-46C8962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DAC8768-A313-8C50-6834-97BB926DDC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7F5844-7783-D84D-F475-E9B540B3EBB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365D5EE-0776-FC49-94B8-72676013DB7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6E31E82-60CA-9A6D-171F-9D647CCDD9D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97CAAB-B246-ACD8-6547-48122BA749F8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5C250FE-6D1A-3CCD-84AC-FF4F5AD99D7B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24CCCFE-3568-49ED-932D-7A3A56F9DF0E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560B9200-5C7B-19BE-FEBC-64C8E9CDE00F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B2143EF-8DC7-9A47-BDB0-6C942D705ECE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727B11A-ADC7-1471-020E-1D0B1C97CB4E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02A584-84CE-AE25-90FA-AEDA6CDD198C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BC10873E-E038-8E80-CA8D-550F030CE19F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F0B732E-A808-8394-9D3D-22D02C04AFFE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C7EAAD1-C28E-8D0C-5ACC-FD7117F19602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147128-26FA-AD11-FE75-20B0F9E5144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A57DFA-A976-9157-2C83-A208696206E2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37C909-4029-68FE-327F-868D8B6B4832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D52B63-2E88-DD54-90CD-C121D5B70F2B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E9D5D7-358B-4F5A-1DF1-7C3D9D7A81CE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D6DB00-D8AB-BD43-336C-DC88EAAB0412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BF3533-4D0E-B34F-2B45-C2ADFF4F2FE0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88AB1E9-4A55-9AF7-DDFD-F18C00B610F8}"/>
              </a:ext>
            </a:extLst>
          </p:cNvPr>
          <p:cNvSpPr txBox="1"/>
          <p:nvPr/>
        </p:nvSpPr>
        <p:spPr>
          <a:xfrm>
            <a:off x="6182801" y="775792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7A71CA9-ED9B-7AAB-D046-EFF6BC9C1E1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B5E5A2-0769-8E50-57FF-9A44E4BD5693}"/>
              </a:ext>
            </a:extLst>
          </p:cNvPr>
          <p:cNvSpPr/>
          <p:nvPr/>
        </p:nvSpPr>
        <p:spPr>
          <a:xfrm>
            <a:off x="2847516" y="7037925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A19F3A8-06D4-42E3-593B-99FC5E065E8D}"/>
              </a:ext>
            </a:extLst>
          </p:cNvPr>
          <p:cNvSpPr/>
          <p:nvPr/>
        </p:nvSpPr>
        <p:spPr>
          <a:xfrm>
            <a:off x="3897914" y="703792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2D0C326-2B19-BBBA-6B18-84E0EE9DFE8E}"/>
              </a:ext>
            </a:extLst>
          </p:cNvPr>
          <p:cNvSpPr/>
          <p:nvPr/>
        </p:nvSpPr>
        <p:spPr>
          <a:xfrm>
            <a:off x="4980003" y="706974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C75F4E0-F564-76F3-7193-3097188D5A26}"/>
              </a:ext>
            </a:extLst>
          </p:cNvPr>
          <p:cNvSpPr/>
          <p:nvPr/>
        </p:nvSpPr>
        <p:spPr>
          <a:xfrm>
            <a:off x="5996841" y="703792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0166B6C-7629-8BEF-6690-EA8D244DAEBB}"/>
              </a:ext>
            </a:extLst>
          </p:cNvPr>
          <p:cNvSpPr/>
          <p:nvPr/>
        </p:nvSpPr>
        <p:spPr>
          <a:xfrm>
            <a:off x="7111910" y="70697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F1C1833-7DFD-DC37-9F7F-19005C360D69}"/>
              </a:ext>
            </a:extLst>
          </p:cNvPr>
          <p:cNvSpPr/>
          <p:nvPr/>
        </p:nvSpPr>
        <p:spPr>
          <a:xfrm>
            <a:off x="8226979" y="706974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1092FB-FAAD-9260-DF2C-9859E35FBBA4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8EC4BA-8D28-AF4C-DBD3-C01E3AADABD8}"/>
              </a:ext>
            </a:extLst>
          </p:cNvPr>
          <p:cNvSpPr txBox="1"/>
          <p:nvPr/>
        </p:nvSpPr>
        <p:spPr>
          <a:xfrm>
            <a:off x="3058272" y="7757924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979BFE-0FB2-E1EA-D90D-0A169C38079A}"/>
              </a:ext>
            </a:extLst>
          </p:cNvPr>
          <p:cNvSpPr txBox="1"/>
          <p:nvPr/>
        </p:nvSpPr>
        <p:spPr>
          <a:xfrm>
            <a:off x="4093076" y="7757924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F296AE-4DE4-587A-0ECD-0E62A9B949D4}"/>
              </a:ext>
            </a:extLst>
          </p:cNvPr>
          <p:cNvSpPr txBox="1"/>
          <p:nvPr/>
        </p:nvSpPr>
        <p:spPr>
          <a:xfrm>
            <a:off x="5169978" y="7752580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423169-D71C-844B-7C64-1C118101B837}"/>
              </a:ext>
            </a:extLst>
          </p:cNvPr>
          <p:cNvSpPr txBox="1"/>
          <p:nvPr/>
        </p:nvSpPr>
        <p:spPr>
          <a:xfrm>
            <a:off x="7318801" y="775258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B4A3AB-ECAA-84D7-BF0A-35B59085CE71}"/>
              </a:ext>
            </a:extLst>
          </p:cNvPr>
          <p:cNvSpPr txBox="1"/>
          <p:nvPr/>
        </p:nvSpPr>
        <p:spPr>
          <a:xfrm>
            <a:off x="8403417" y="775792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838B56-CA04-93F7-51D0-EDAB0850C4D5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88575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E8940-B216-B98C-8CFD-D0D6CD8D4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C8ECB0-6B47-A580-89AC-D418958C3F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E4791F-467F-1F1D-EE75-97DC83D46062}"/>
              </a:ext>
            </a:extLst>
          </p:cNvPr>
          <p:cNvSpPr txBox="1">
            <a:spLocks/>
          </p:cNvSpPr>
          <p:nvPr/>
        </p:nvSpPr>
        <p:spPr>
          <a:xfrm>
            <a:off x="-2155888" y="517183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2A31FC7C-35B0-21D2-EAD0-CC76658537E9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2C4DA3-DB03-7941-EE6C-F1FB9051315A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1CC4955-3B5A-0920-D951-BBB4F9C24ED6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58DC376-B6EC-B9E6-6B6F-3873F0BD99E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600A6D07-9E4D-84E8-89D8-F16521CFB6AC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EEE532E5-30A3-0240-720A-B4C187CADACF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4A91CBF-ECE7-1F07-E074-2ED8751A42A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6C36F14-322D-B84A-7942-652CEA5BC64C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CE12AC-5C98-B739-3487-E4CFEBFF5FDC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23AC26F-2009-57AD-AEF2-00BD4AC2D21C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88501B-CF0A-2EA2-C280-265FA7825A3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A1DD036-A5E1-8DE0-448D-421130C210AE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800EA6-4273-0229-09BD-1330795603BE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EAF071-EF2E-E692-E08B-17EAC394598F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5F2263-8A86-CA64-9C3C-D3CAE8DAFAB8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CE137B-3EF0-DF24-8C9A-9B25FC47A67C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8D6BD1-6649-7A34-0D1F-84803D463E8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416BDFF-EC4D-D069-9794-20587CA72F64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91DC2D7-6FA9-97DD-5441-8736CBA9CC9B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2375AE3-EEF0-51F0-2310-724813586642}"/>
              </a:ext>
            </a:extLst>
          </p:cNvPr>
          <p:cNvSpPr txBox="1"/>
          <p:nvPr/>
        </p:nvSpPr>
        <p:spPr>
          <a:xfrm>
            <a:off x="6182801" y="775792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CF70D2C-38D3-08DE-65E2-F9FF9539E719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6C4143A-8276-B004-0ACF-9784907D3658}"/>
              </a:ext>
            </a:extLst>
          </p:cNvPr>
          <p:cNvSpPr/>
          <p:nvPr/>
        </p:nvSpPr>
        <p:spPr>
          <a:xfrm>
            <a:off x="2847516" y="7037925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B2500BB-31DD-7D17-B24B-4E9AAD6C9216}"/>
              </a:ext>
            </a:extLst>
          </p:cNvPr>
          <p:cNvSpPr/>
          <p:nvPr/>
        </p:nvSpPr>
        <p:spPr>
          <a:xfrm>
            <a:off x="3897914" y="703792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B56AE9D-5DD1-6C8B-3EFE-E8325F9D31D2}"/>
              </a:ext>
            </a:extLst>
          </p:cNvPr>
          <p:cNvSpPr/>
          <p:nvPr/>
        </p:nvSpPr>
        <p:spPr>
          <a:xfrm>
            <a:off x="4980003" y="706974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EFEAF3B-55B0-4111-D890-474932BE81E5}"/>
              </a:ext>
            </a:extLst>
          </p:cNvPr>
          <p:cNvSpPr/>
          <p:nvPr/>
        </p:nvSpPr>
        <p:spPr>
          <a:xfrm>
            <a:off x="5996841" y="703792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27A6383-A4CC-1443-31BE-31F3441A2AE2}"/>
              </a:ext>
            </a:extLst>
          </p:cNvPr>
          <p:cNvSpPr/>
          <p:nvPr/>
        </p:nvSpPr>
        <p:spPr>
          <a:xfrm>
            <a:off x="7111910" y="70697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7C81B878-5A1B-22CF-93CA-94DE8FCCDE0D}"/>
              </a:ext>
            </a:extLst>
          </p:cNvPr>
          <p:cNvSpPr/>
          <p:nvPr/>
        </p:nvSpPr>
        <p:spPr>
          <a:xfrm>
            <a:off x="8226979" y="706974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3CB1C90-E03A-6F61-A243-4075F31ADB1B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28D1DB-3A39-12B3-B897-A1FA5E388813}"/>
              </a:ext>
            </a:extLst>
          </p:cNvPr>
          <p:cNvSpPr txBox="1"/>
          <p:nvPr/>
        </p:nvSpPr>
        <p:spPr>
          <a:xfrm>
            <a:off x="3058272" y="7757924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08B1E4-F0E4-9BF4-EDC0-5965F05B8B8C}"/>
              </a:ext>
            </a:extLst>
          </p:cNvPr>
          <p:cNvSpPr txBox="1"/>
          <p:nvPr/>
        </p:nvSpPr>
        <p:spPr>
          <a:xfrm>
            <a:off x="4093076" y="7757924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AEFA85-1E8F-956C-E1A6-58155FB488E7}"/>
              </a:ext>
            </a:extLst>
          </p:cNvPr>
          <p:cNvSpPr txBox="1"/>
          <p:nvPr/>
        </p:nvSpPr>
        <p:spPr>
          <a:xfrm>
            <a:off x="5169978" y="7752580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6D0E7C-AF20-C444-4F14-DC6A4CAAEF98}"/>
              </a:ext>
            </a:extLst>
          </p:cNvPr>
          <p:cNvSpPr txBox="1"/>
          <p:nvPr/>
        </p:nvSpPr>
        <p:spPr>
          <a:xfrm>
            <a:off x="7318801" y="775258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A6EA17-489A-3FB1-1711-A3E39DEB60FF}"/>
              </a:ext>
            </a:extLst>
          </p:cNvPr>
          <p:cNvSpPr txBox="1"/>
          <p:nvPr/>
        </p:nvSpPr>
        <p:spPr>
          <a:xfrm>
            <a:off x="8403417" y="775792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3166FB-2A66-99B9-F261-0A7697816DB8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06A472B-347C-8C94-C0BF-ECAE970E4F0A}"/>
              </a:ext>
            </a:extLst>
          </p:cNvPr>
          <p:cNvSpPr/>
          <p:nvPr/>
        </p:nvSpPr>
        <p:spPr>
          <a:xfrm>
            <a:off x="1977118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D56C8-C61D-A14F-5126-3E5637B224A8}"/>
              </a:ext>
            </a:extLst>
          </p:cNvPr>
          <p:cNvSpPr txBox="1"/>
          <p:nvPr/>
        </p:nvSpPr>
        <p:spPr>
          <a:xfrm>
            <a:off x="1706995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397087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402E7A-B7CD-52FA-907F-061A3D285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0AAC6CB-8E6E-EE96-A059-3C4B9D9F25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418B70F-56C4-FEA3-CD9A-54FF7773AB5D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4AA0E86D-F0F5-6D21-495D-21A0366F5FDC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650686-CDFB-1898-8BF7-8C802A3634FD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9BC294-7A0C-4334-FD66-32A1AB51DC0E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ABC510F-E728-10D6-8985-01ED7008708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1FB58D6-C149-EB00-B939-49724742B60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C016ADCF-EE86-E0B9-DFFB-4EFCFAC50778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E9F8DDB-FF33-02C8-3BD2-2D926958383E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C50427-EA9C-3BB0-FC72-88C9720092C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A72CED9-6E42-0FFB-7DE2-89D3AB7F486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933EEBE-D6AC-87CC-1F8B-A1581DC315F2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7ADDBB7-D958-F18E-B3E0-82774B970A4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56A3885-31BD-54C0-C124-7589D4B27F0D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CE508A-C388-2DFE-19A3-628ECEAB13B1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6BD4AA-EE85-E202-D932-FBEF9A81E43B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2D6342-E0D2-363E-F01F-F3E76B8EDBED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140E02-B438-0537-ACD1-1A33496DBD05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A1CEC6-4C73-6765-01FF-98259619A8A0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3C5E0-A514-805C-0285-45309A0084BF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A4E0192-92DF-5D10-0893-FB4FA982AD96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3ABFC6B-3110-B2C2-F62C-62D953CA044B}"/>
              </a:ext>
            </a:extLst>
          </p:cNvPr>
          <p:cNvSpPr txBox="1"/>
          <p:nvPr/>
        </p:nvSpPr>
        <p:spPr>
          <a:xfrm>
            <a:off x="6182801" y="770077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E8489D9-8366-6FB9-7A5D-25E201475557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A94B4C8-EDFB-3A0A-C623-A1653B6793C6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675DDB2-9374-5850-5A49-75037C859821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8575E23-6FB4-4D64-E865-6B9F410DCB1F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8584746A-D672-B2D9-39D6-BA6413DBE740}"/>
              </a:ext>
            </a:extLst>
          </p:cNvPr>
          <p:cNvSpPr/>
          <p:nvPr/>
        </p:nvSpPr>
        <p:spPr>
          <a:xfrm>
            <a:off x="5996841" y="698077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04559B4-7B75-20FA-F279-54ABBA5858A8}"/>
              </a:ext>
            </a:extLst>
          </p:cNvPr>
          <p:cNvSpPr/>
          <p:nvPr/>
        </p:nvSpPr>
        <p:spPr>
          <a:xfrm>
            <a:off x="7111910" y="701259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6F5A588-A44E-1640-2A39-11F7B308FF78}"/>
              </a:ext>
            </a:extLst>
          </p:cNvPr>
          <p:cNvSpPr/>
          <p:nvPr/>
        </p:nvSpPr>
        <p:spPr>
          <a:xfrm>
            <a:off x="8226979" y="701259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FAB242-C18E-53CD-BC87-5317A9E26C60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5AF8B7-95C4-7D57-B14E-12BEA4F81472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41AA29-CBF1-4581-3C8B-7E761C1659B4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39D07B-3241-5C0E-A5C6-BF8102D19F9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7946DF-943A-7449-66EF-B65E84A67301}"/>
              </a:ext>
            </a:extLst>
          </p:cNvPr>
          <p:cNvSpPr txBox="1"/>
          <p:nvPr/>
        </p:nvSpPr>
        <p:spPr>
          <a:xfrm>
            <a:off x="7318801" y="769543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85D6A1-A399-1103-F81C-257712F10F56}"/>
              </a:ext>
            </a:extLst>
          </p:cNvPr>
          <p:cNvSpPr txBox="1"/>
          <p:nvPr/>
        </p:nvSpPr>
        <p:spPr>
          <a:xfrm>
            <a:off x="8403417" y="770077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32822F-E2D5-4064-BAF3-7E5BC3D17E51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2CE3EA96-A356-B39F-EE39-20714728DAF0}"/>
              </a:ext>
            </a:extLst>
          </p:cNvPr>
          <p:cNvSpPr/>
          <p:nvPr/>
        </p:nvSpPr>
        <p:spPr>
          <a:xfrm>
            <a:off x="1977118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41746-23E8-E5CA-B9E7-6952443E788B}"/>
              </a:ext>
            </a:extLst>
          </p:cNvPr>
          <p:cNvSpPr txBox="1"/>
          <p:nvPr/>
        </p:nvSpPr>
        <p:spPr>
          <a:xfrm>
            <a:off x="1706995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459659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812900-8E8B-1A6C-1BBC-6E917B06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946BB3-323C-2B84-F2FC-9E99ABAD3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BA1996-F19C-8A6F-A88F-D64A03FD276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AEB8419-C06B-02A2-E663-F90957CEFDEA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D058FAE-A4E1-993E-0869-3068CD43066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2E2240B-E3CF-D915-B83A-A4E711F3A246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936DC6B-E6FA-1D98-73A7-700F9D37F4EA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65FEE88-2F96-E9A5-36E3-B1DCA2B2CE23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2022FF31-E1D6-F791-9B1A-A3E93CFB492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BFAD40F-C3FF-4930-A7FA-ACED1478A724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2FFD7A-FAEB-75C1-E8E7-DA8D9BA38403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FF1CBA8-3F30-2150-89A3-95B085464AB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9BF0787-08B2-48E4-46AF-D3635A80855A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D5B8FD-7E08-85B2-89B3-52DEFB369A7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8265997-8202-25D7-B738-C4F42A23CF41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899E48-222E-68C9-BD58-AB8E70484BBC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2EAFD4-E47E-2875-7B96-41E223F379D1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B7A6F-04A7-9CBA-07F3-AC2BD70A9D01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C8902E-A13E-BD4B-329B-A329CDBDEAD7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0B3F7E-8E35-5E6E-23E9-53B0CC2D921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C67A9B-399A-8EAF-53C2-909173484E5B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CD969A-FE67-7CAA-C3C7-AB0D9B059041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120ACFD-536A-9758-7471-392F2C7B1E57}"/>
              </a:ext>
            </a:extLst>
          </p:cNvPr>
          <p:cNvSpPr txBox="1"/>
          <p:nvPr/>
        </p:nvSpPr>
        <p:spPr>
          <a:xfrm>
            <a:off x="6182801" y="770077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1788E84-389A-1276-5664-271AF6BE3694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6A54252-733D-5F87-8C04-86C2A746D3A6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C14C837D-DE15-537F-CE26-8AA97679F2A1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E7738B-952F-B97E-E1D4-6B9E12DC1EDA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C07CF7F-D3DC-1158-8E7E-42D49B3A5FE9}"/>
              </a:ext>
            </a:extLst>
          </p:cNvPr>
          <p:cNvSpPr/>
          <p:nvPr/>
        </p:nvSpPr>
        <p:spPr>
          <a:xfrm>
            <a:off x="5996841" y="698077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F109DC4E-900A-4727-C351-D8640AEB0079}"/>
              </a:ext>
            </a:extLst>
          </p:cNvPr>
          <p:cNvSpPr/>
          <p:nvPr/>
        </p:nvSpPr>
        <p:spPr>
          <a:xfrm>
            <a:off x="7111910" y="701259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C381212B-BE7A-D72D-168E-34C9582D4B33}"/>
              </a:ext>
            </a:extLst>
          </p:cNvPr>
          <p:cNvSpPr/>
          <p:nvPr/>
        </p:nvSpPr>
        <p:spPr>
          <a:xfrm>
            <a:off x="8226979" y="701259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D3AB72-FEE2-B939-F68D-5DB8003C1015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83667A-27F6-F181-C71E-E280DFC7B22D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6399EF0-B090-68AE-D61F-BFE2ED9EB2E4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A3472-BF05-44B2-C180-16CE1281538D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25E82F-3A13-C4C8-92BF-34584AFF6509}"/>
              </a:ext>
            </a:extLst>
          </p:cNvPr>
          <p:cNvSpPr txBox="1"/>
          <p:nvPr/>
        </p:nvSpPr>
        <p:spPr>
          <a:xfrm>
            <a:off x="7318801" y="769543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832390-55CC-956D-B736-9AB3AA124B40}"/>
              </a:ext>
            </a:extLst>
          </p:cNvPr>
          <p:cNvSpPr txBox="1"/>
          <p:nvPr/>
        </p:nvSpPr>
        <p:spPr>
          <a:xfrm>
            <a:off x="8403417" y="770077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5D49AC-A76D-D8EB-A6D8-9C7FBB762B4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9FE67221-6BCF-E523-4AD3-0153876D4B05}"/>
              </a:ext>
            </a:extLst>
          </p:cNvPr>
          <p:cNvSpPr/>
          <p:nvPr/>
        </p:nvSpPr>
        <p:spPr>
          <a:xfrm>
            <a:off x="3034509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D1463-A23B-B699-1C53-3C977AA7F2CE}"/>
              </a:ext>
            </a:extLst>
          </p:cNvPr>
          <p:cNvSpPr txBox="1"/>
          <p:nvPr/>
        </p:nvSpPr>
        <p:spPr>
          <a:xfrm>
            <a:off x="2764386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56231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9A3955-A26A-B1E9-3391-F0770EDC7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731968D-EF97-5C52-BAFA-D56F1DC13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D9CF71-4D70-D6D5-76F1-F6D30B87DE3D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97323BC7-BF52-A1B4-7957-B306BA1A2AED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C843F3B-1DAB-FD48-9511-63965C72CE4E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CBF48BC-502F-3EF7-EA48-F3DD3B5D4195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BD8CCF7-5D89-F1E4-879E-295B958D9C51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B5E8B592-5EDF-601B-478E-40A296978934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EBB1C5B-0547-B6F0-1FB7-D5D65E6ED804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4419CEF0-B9DE-4040-CC6F-2342DD07C4CA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3E443F4-6359-3BFA-1E13-1E6DBD396AED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D2BD934-20A2-8E74-F014-9715132302A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79C644E-B920-662B-9779-EC1B8A35462F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C1BB6F-A818-D989-376E-7DC645B0D3C3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BBFF2EF-6B03-A698-58DA-5FA55A82BBFA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EC2F73-FA46-AA6B-3317-8EA0E03A3BF3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38715A-5487-2395-BEF9-26D265D53F1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FDC4CE-1631-0CF8-3C0B-1D51F3D66DD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D6C041-EE4E-905D-496F-A9428E921555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EFB4BB-003B-F807-4BD5-AEB8E5C1FFD9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8DE6519-7FC8-D932-383C-262E5895B217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3B24A2-616F-95D6-7220-2EDE9B093FFF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2728C34-B79A-C2E5-2E25-BF4ACA4ED677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ED516CF-0584-5DFE-C607-BEB30206C15D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CCF9FD-F3CD-FCA3-7282-E960EDD41038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D121266-4137-8DBA-46D4-6CD41515A4E7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B7FAA4C-5331-75C3-F418-1120DFFB328D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D55137B-9A85-6602-C6FB-766617C9B46A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2439CE6-F724-0285-9E51-2773FD91CF86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A5C9772-BFD3-1011-849E-EC0DD142E92A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5AE867F-506D-230D-272D-700A1920F016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479BD-4C53-A471-6E5F-3952264AD254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A6B1B4-62B9-5485-F499-FB41EADCD568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A0799B-ED26-6402-E0DB-A6D9A3CC8289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B17A39-E7E8-8C84-4BAD-B22FD56289E2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09A21A-F1D1-1373-3FBB-2D7F015380F2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4A7C9D-BC55-D3B8-1962-9A3C253EDB57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E6A0AB0-9218-F04B-8F06-AD2F14263AAF}"/>
              </a:ext>
            </a:extLst>
          </p:cNvPr>
          <p:cNvSpPr/>
          <p:nvPr/>
        </p:nvSpPr>
        <p:spPr>
          <a:xfrm>
            <a:off x="3034509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BF8F2-4F9D-5E10-7EE9-6BB989A7AE67}"/>
              </a:ext>
            </a:extLst>
          </p:cNvPr>
          <p:cNvSpPr txBox="1"/>
          <p:nvPr/>
        </p:nvSpPr>
        <p:spPr>
          <a:xfrm>
            <a:off x="2764386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66049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A8FF8-437F-E9BA-524C-B97D73F4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A0A383-526D-82B9-45DF-B4F2D7064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86549C-78C2-DC02-865B-68448A810C35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6FE5F2FB-C5FF-76A4-4208-FEE7D68F5FB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2AB20D0-441E-EE68-2134-B7707FC4C3B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74292B-D96C-C53C-8FD8-04AE6CD83B3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40D1478-70A1-7839-52E7-BD4A1F3585F2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6D3F6C6-4B07-8681-91CC-1FB37583EFEB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9B872D8C-8A0A-8BFF-1FD9-5E4D164C5AC9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E3A5B9A7-EB9E-95EF-2D38-73AF0F3BDC1C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E26AFE-26FB-80FE-FBC5-7115F3A5ED52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1C40454-84F5-009E-FEEC-2DECE48FE01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3C62D0A-95B5-D879-B62E-EDD5D1DDF84B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D560586-296E-E5C7-ADC6-F73FDAAFA777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B834B9A-A469-D2AA-DE8F-A8F4E0AB1BAB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F4571D-C2AA-CB16-E49C-3ADFC2783779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BFB965-F919-41DE-9D57-4FDCDB9DDD8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11D069-1E6F-71A0-842F-AC81239E37F1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CDF91B-33DF-0A89-09C0-5FDCD4773C7E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B332DE-85F1-10FD-7895-59D1A72C7189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C6FE54-6627-FBE2-99AA-D417A4257B0D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98517E1-C439-9959-C7A8-5BA8C22ECA22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CB192AD-EF84-03A5-A582-6EA797BC472C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CB25133-0832-C805-7D4F-24D3F806059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D32F1DB-7D8F-4080-68E2-028FCBCF15D4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3E62DA2-706E-408D-1D58-F211640090CE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D6B3C915-282D-E2D6-1567-35272AA0D160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601D4AC-5D3A-9FB0-CC0E-C1F5C94F581F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9EAFE546-11AB-5937-F6A5-E41489EEDC31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60F583DA-451D-25CA-FFE2-83A4DBC3D892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C269A2-2D5C-18C8-89F6-6E2D37929546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7199E61-0ACF-D1F7-9424-C2FCD8718A62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23863-59FB-419A-A4C2-1EC36BD9DFA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B42783C-7C15-9A09-210B-A989D2FDC94E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B8809A-0928-5154-FA64-0162523F6BF8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12D66D-F09C-12F4-DFB5-B5D2B963ED2F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BFF3064-A057-D5BA-0F46-CE22E6C1C810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711602D-457D-E8B7-006F-4A48553D8FEF}"/>
              </a:ext>
            </a:extLst>
          </p:cNvPr>
          <p:cNvSpPr/>
          <p:nvPr/>
        </p:nvSpPr>
        <p:spPr>
          <a:xfrm>
            <a:off x="4092376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526DDC-4206-7911-F026-C82483701108}"/>
              </a:ext>
            </a:extLst>
          </p:cNvPr>
          <p:cNvSpPr txBox="1"/>
          <p:nvPr/>
        </p:nvSpPr>
        <p:spPr>
          <a:xfrm>
            <a:off x="3822253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07366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373FE-9437-7BB6-2BB7-0E0FA0A7F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71E80D-6455-0FE9-A5E3-C5E8DD134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29A026-3F45-B186-19C3-1CD3439561A2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3FA3A1A-9CD9-1DC9-96CF-07D41DFD217E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C93976B-7F6B-052E-49C1-45B8BF2BFF69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C6DCEB4-7A8F-AB31-0769-4DB38687D6B1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C682AAE0-5171-A14E-D58F-C9BC7713D47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10DA1000-7AB9-E1DA-843F-47B2398CBEB2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044CDCB0-B7B7-16F8-81F5-B1C893F78379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D30449F2-536A-7C10-975B-1E446B610B7A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CF68FD-4ECF-8739-AB6E-02857633DF25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51CA39-DE52-9DAA-1094-5A707CFF25D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3E4888B-BE06-DDD4-40E2-2EC7CD423565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8A16CF-D03E-FECD-F5AA-F66DB17043E2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9CA343AB-1577-E1CC-D5EC-5B454553F855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641A87-BD25-95DA-00D6-FEE541D08C40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8D44C6-09CB-C0E2-FEE0-9B699B86BEAB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15FE7D-5A3D-513B-717D-F9AA456EC79E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FEFFAA-99A9-B609-12E8-E23FACEF3FE4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C542DF-A816-571B-E65B-DD17428D273F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5C113E-8B83-96E2-EA9A-AA25666E0E9D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927B3E2-39E6-AE55-A10E-4118F379DC09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63EF55E-D43D-96DA-5607-420140E304B3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AB030B0-B58F-BB4A-C62B-C8F37A94AA9A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65FC094C-86B6-2FF3-5F5A-C738F167661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9B00073-541D-4FDD-8C1E-A1FB90063C4B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912BD54-A926-362A-91CF-2CC482A657C8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179EA0C9-B4EE-84D0-4D2A-90B71134E1E2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C7C4F806-4331-F281-2837-CC4C90232319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F9C154AE-DC7A-DF47-091F-D32B8B053C44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EA6EDF-C57E-A05F-883C-1EFCDF9E274E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8ED171-F013-8177-E5A9-F4DF6135A32C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9C47F9-9808-3580-580A-90E4DAA5653A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1773F9-B73B-43D0-6CEB-EB3EB5ED299A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FE6D7DB-8C33-E536-4DF3-0EF368CAB13E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5263F0-8079-F23D-D60F-CF4F32D495A2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D29386-EECE-3218-AFFB-8188A1C23700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2050147-EBC7-036B-AE30-879DBBE9F3AC}"/>
              </a:ext>
            </a:extLst>
          </p:cNvPr>
          <p:cNvSpPr/>
          <p:nvPr/>
        </p:nvSpPr>
        <p:spPr>
          <a:xfrm>
            <a:off x="5190546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C3B6D8-179D-A99C-D1AB-551B6B2897F4}"/>
              </a:ext>
            </a:extLst>
          </p:cNvPr>
          <p:cNvSpPr txBox="1"/>
          <p:nvPr/>
        </p:nvSpPr>
        <p:spPr>
          <a:xfrm>
            <a:off x="4920423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66902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B6EEE6-3269-A78A-858D-01F9130AB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F79AB58-B858-1C08-C9AF-2CB12CA6B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35C2888-9173-381E-52B1-E351E6E43C5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D208CE5-D6E0-F42A-25BC-3C0FCFBCC507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4F9AD1-EBEE-44F9-263B-BFEB05C49AD7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20EF3E6-A43F-CFA6-7354-895DE68482C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30F6732D-7D9D-74A4-5D59-A725BEF6C90A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F0656EF-706D-303C-CE4B-4039EDC53B53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B39DBE69-EF70-0292-29C6-7EA0629A95C1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8DAB5B2-A7E0-C032-59D2-8C5C8B62B4D8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7F2482D-AED6-09FB-7829-423D8ADC9A36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76AF7D2-ADAB-49DD-7BDF-CAE871BB52D8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0EFB831-939F-8BFF-9738-9743528CCF75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1D6985-ADF7-FC55-DC4C-21CD9BB3D310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2E89295-5C22-AA51-53DA-CB62CC81CCE2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A61810-187B-89C8-BE77-6D6BAEB849A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4B71E9-D9FF-AE78-6491-1A2B8AE2740F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F31F5B-AC9A-249F-C055-816E982F70B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3A013C-3460-2AFC-03EE-2156AFA7FF59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DC90D-BAAB-0A28-5185-C717389C791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9A2CA2-EA92-96FA-CAAC-C91FC96BF659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B1CC9EC-B44A-10CD-E4A5-76746238B54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57535BA-9538-811A-C5AE-7759BE4DAA6F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2946F13-88BB-9489-F097-0CC7F58E58EA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58E96D2-4DE9-AC10-8FC1-F3BCC3B48517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055BEA5-0637-B88B-BC26-3BE57597CF40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887737C-E948-2431-E9EC-95BCCBE6CA7C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40B661D9-AEE2-B943-DD6A-AF12F9A700A7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26AC0B2-4C94-F2D9-B673-3DFF3DF7C55F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18B4167-47A6-A9EC-90E0-3AEF7B683333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0DF23-B695-051B-6D99-65B1593A584D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CC2325-8001-EAF2-26E6-6F4C2FD7F2BA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B2A51E-43D9-303C-0E44-23ABE9A3DF52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ED05BE-6C99-C72B-9603-807481A5C67A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405EEC-8810-C246-F094-B8E17DC22FFD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B20FD1-6109-87BA-2B7F-AD1CBE43E9AA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29A05FA-1CA0-ED09-1CCE-09287ECE55AF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26544933-238D-9D58-DF94-071298029E70}"/>
              </a:ext>
            </a:extLst>
          </p:cNvPr>
          <p:cNvSpPr/>
          <p:nvPr/>
        </p:nvSpPr>
        <p:spPr>
          <a:xfrm>
            <a:off x="6182801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0AA4B-95C6-366A-33D2-96A5FE627E71}"/>
              </a:ext>
            </a:extLst>
          </p:cNvPr>
          <p:cNvSpPr txBox="1"/>
          <p:nvPr/>
        </p:nvSpPr>
        <p:spPr>
          <a:xfrm>
            <a:off x="5912678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415655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3D241-0881-64C6-D103-2153D9F16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8446FC-E9B5-896D-F65E-28E7A8D2E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9B36E1-EE63-B59B-CD1D-A9C9C099C41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3673EA64-003E-D7A8-9818-9E7EAA11E2C2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191ABE7-531B-86B1-7D96-28098DCF70B7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BDBE16B-A6C7-3B51-5E3D-EBE2148AAC6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EE04767-452F-B7B7-562E-2C9A9C1C0ED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B8A2B90-0352-7DA8-D196-907BEEDB533A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F4B13C5C-EAB2-339A-A43B-1D96FB79528E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08B274D0-94FA-A393-7218-8DBACEE66271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925797-AA88-8268-5B9B-2A0AFBDDA3BB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702483-C493-7E21-EE07-CEB99AB27728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516554D-028A-AE53-A134-E017520D6914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5B6A5B5-F50D-5E2B-C544-E1AE0D9FF5AD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ADF2F1C8-5592-AA75-F443-B8E2AD0A8D48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5E1F99-578B-5142-304B-88D2FEB38318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379097-F0EC-1AD5-5C96-A142E9DEE4C5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057602-13CC-F9A5-25F5-691C46E4D81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68A36F-ECDC-87F8-43DA-0D86E14FBBB8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1E412B-FD33-A4A1-EC2D-6E72119238E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755EA9-EA3C-BABC-8916-2CF2418ACCBE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0F46A3D-52AC-BE5E-72BB-4D16FA1BBF1B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42AD852-691D-7455-5C12-56C495A88364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5C7C9F4-ABB7-2626-AC2B-A53502D3868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DE8472B-4E80-CF4C-7A4F-A271DFB0F1F3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FA40F7E-196B-4042-C20F-C91271485152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A8F93BE-3C7A-2514-15D8-6AD7414961AE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A3B4C00-EB3B-FB14-E007-BB633F3AAEAA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2174F319-28C3-1988-7C5F-496E45B77852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3F58D2F-A054-A914-77D3-AA9BDF837CDE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D5C19A-8522-96FD-916C-55C7261F948E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C33E38-538F-317E-51AC-9F49199A4D75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214807-E50E-16EB-B3D0-D774D3CF217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D9DCD2-6195-6642-B892-6468E2FB006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065F38-7835-5709-09D2-1FF2729378C5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140ED5-D1A4-2A89-ABE4-52DFDCC50423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910A056-2CF5-1761-0707-71A74F563AD6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DAAE76DF-137F-2A5B-1FC2-7B1B21215C9F}"/>
              </a:ext>
            </a:extLst>
          </p:cNvPr>
          <p:cNvSpPr/>
          <p:nvPr/>
        </p:nvSpPr>
        <p:spPr>
          <a:xfrm>
            <a:off x="7318801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686516-63CF-D1C8-6D2B-5150642F48DF}"/>
              </a:ext>
            </a:extLst>
          </p:cNvPr>
          <p:cNvSpPr txBox="1"/>
          <p:nvPr/>
        </p:nvSpPr>
        <p:spPr>
          <a:xfrm>
            <a:off x="7048678" y="3385782"/>
            <a:ext cx="90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4252004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DEB04-3865-67E5-FC90-50668060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A916E2A-7F80-DBEE-27C7-4823F654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2DA23C-4A1D-CC6B-4A2B-E9C8F9F9EDF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EE549C45-BD67-256D-1B3F-6E3E74FB18EC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194FA50-509A-0CB3-948B-5176FA923825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3825850-98A4-A53E-923B-5EB005B1C9D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3FD8B79-6468-5E42-D653-6B267D563AD6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88AA538-2819-F3CA-6979-B803EE726FE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BB7BF784-5B2A-43FC-BE02-BF2E87046617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BCA742A8-49D2-8666-33C9-635A3721EF21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DC55B3-66D7-30B9-A5DB-9CF63246E215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DD0B485-4683-9426-BC33-3FA52CB4A530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CEE56EC-13C1-B16C-973A-C4A6AF8958F0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B99DD6-AC4C-65A8-F94B-0C7D8BB452AB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3EDB96C7-5CF0-528F-2D3E-A3FE502F1B6F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99EE1D-716E-3C39-F2D4-3EE13E7FDC9D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5CF335-B4C4-8418-BDFF-FEAF6AE49519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A71689-53D9-D3D9-2882-8B2EEF710C90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E9FE18-EA68-59F1-067D-27BC19119CB6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8A73C9-C43E-4F96-3569-77A52ED915E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4E4E61-AD94-5262-2DDF-2033FDA12B52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F867E36-7845-F36E-20CE-65D9783E54CC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153F15-14D2-DCD0-D67E-BF432D4EE958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906971D-DE13-1E22-71F4-86A0AD9604E3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995548-F279-1ACF-4460-E6CC2727263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A322F9C-638D-1E35-DECF-49D40F37348C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EBB0657-405C-6BED-8043-AF2C575AEE83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A016CA04-6D0E-FAD6-C3A8-BB4CBC0A2C29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CDC2B256-889C-2207-FCA2-F625B44FDABD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426B41EA-01E2-14BB-FA82-B6776591591E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08BC2BB-7554-504E-DFD5-1989062960BC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846290-AEC0-9BBA-DDE0-227D5E07F9E9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947D83-A23A-753F-88AD-BCBD502EB8B3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081F6C-0CBE-CBC6-96F9-A7B68E876A4B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3CABC8-44C9-F78D-1B4A-CC159491878D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B5EB888-60EC-0CEE-D955-9796633CE0BE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AFC321A-8080-F1A1-D9B6-03D1F19E516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89C2CDBB-B2DD-4FED-8ED1-D1A56385AE7C}"/>
              </a:ext>
            </a:extLst>
          </p:cNvPr>
          <p:cNvSpPr/>
          <p:nvPr/>
        </p:nvSpPr>
        <p:spPr>
          <a:xfrm>
            <a:off x="8463493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45414-4DDA-BA04-DD95-7F7112C865D4}"/>
              </a:ext>
            </a:extLst>
          </p:cNvPr>
          <p:cNvSpPr txBox="1"/>
          <p:nvPr/>
        </p:nvSpPr>
        <p:spPr>
          <a:xfrm>
            <a:off x="8193370" y="3385782"/>
            <a:ext cx="90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595069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98EE8-141E-9A46-C3C1-A9F722A4E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EBF242-C641-4F96-7F97-13244A6E7B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6BDA64-F0CF-ECCC-D0C9-E36D6F06A91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66F05A06-A7CD-A6AA-98B0-DE63B1080BAA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2DBEE93-868E-DE18-307E-1CB3633A71BC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C5B8714-BFE6-6916-0A71-4A9442C4355D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8960699-6F51-220F-D2C7-86F983C71588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BD1FFCE7-3E7E-B6D1-4822-00806FF12DE9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EF94F111-33E9-95A4-00DC-904FB3C1101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0E10307-4BBA-5F45-FB54-BCA3D2B502A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B027FD4-E01C-6930-FBC7-0D0C5163393E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5FB1A89-6F5A-91AA-A077-809C00CE291D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F1072F8-4166-FC20-906B-4B6D842D2170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0F1E2BA-C952-4163-7527-FB892E024400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7F49A5C1-1AC7-C2F6-F31D-570034CD52C3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13730D0-6705-C9A9-D098-FFF8C7A31D3D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2EEA91-5979-73F5-846C-6CA28B3DA757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649535-3DFA-C40B-0AA5-31D7ABBFC829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EFD35A-5AA2-B967-BA60-D4547823E52D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705288-4561-5475-D443-808F78014FB0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28BCC9-1F4E-6B54-EFF8-F3E35536F684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FC3C714-054B-89CA-DE7E-F85ADACE8CB4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3342AEE-D4E3-5695-A276-4D13C4E39E93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8DDDABE-2F92-2E59-A77E-5F35CFE5DDC6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6989D24-6595-96C8-FBE3-114A672022F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81149E1-E881-C989-5B40-9751F587FB03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39A2A14-C763-84E6-D34F-B0F509BE580B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7A967F9D-1B52-0266-C021-1DD81ECE7953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E431BF2C-2F62-EC19-EFB4-A71D523C12FD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26F1FDF3-03B7-36DB-3CBA-7F5F18CC7939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C0C67D-6AA6-8792-56A4-F3E909D97228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E6BBD4-5529-26E5-EC39-CAA465DC79D6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6E537E-F505-030D-E1E4-45207F2B32A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2F9482-0CB1-E0E4-9C17-A9F3D1E3F19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BD705E-9485-AE57-5E28-A0A2F3641BB4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F595DA-B82A-1865-055B-F2469FCAEA4D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9843E63-CD36-744D-C3F6-1AE9366C525F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57489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B643CA-ED3D-0FBE-6612-16524CD97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328F4E-15B5-3B58-0A53-32A70D73C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F51275C-CC95-1FA7-BD5C-65D0321F630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9E9A0463-4962-08A9-7BBD-79BB8B867F5F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2F29BA3-03A0-66EF-F625-33E318711038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7B65503-5572-B1CC-9CF6-8AEED5BFA97A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F46CD1B-A384-15F4-266A-B3E09F0DFDE4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69D8403-C2A7-9185-71DE-5975C62FBE74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2E3AE76-06F8-3E8B-58BF-0A019FDB493C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4F450F78-2E87-686E-DCDA-2E00F7E927B4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C35C15A-9DE9-DCFE-CF04-7D0C93A75DD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4387673-290E-6CB7-181F-78BFE0954EC7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3C192DE-2C7C-43B1-92D5-6BD9FBE9EB3D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9EBEB9-73AE-E966-AF1C-26A00A1BB6FE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5D268D5E-C8F9-CAA1-3BD5-F3002C0FDFC5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E9ED1A-31B4-4D54-2FA6-AB89CA15A62A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87432E-1670-97E1-E6D5-7B03D37C8E3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903DFE-75C7-C5D3-4DDB-D91B6F7C87DF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2D7FF4-8860-7600-1975-A883ED2B92B2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BD6E4B-08AB-A10B-E615-58429C508CD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A74B5A-1850-FEE6-69D5-92E4E0A8C493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6C8270D-EF66-C943-BE93-364E849FB4AA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4E430C3-87A5-D0AD-1D9B-6C8CD122A412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D446D2-A880-0ABC-F90C-75A1C41F43CE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13F0FD3-D7AB-1B18-8094-945DDD699ADD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FA9A77C-28BC-993A-588C-F0B8D02FD73F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7A6CADD-5A7D-94DC-B071-774E8FDC81B7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FB9B064-0FC6-739D-0E7E-4C5C24245775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14D6FE55-A2A7-54BE-F89B-232DAADB4416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6C514FB-1804-FA80-55E6-EE5C65D0F421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71BAB1-A38A-AB84-BB67-93088CD28F1A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14E6035-AC3F-02EC-A2EB-CD188BD73D58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4AB46-0A6E-BB4E-C3B6-2678531C7818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E47AA7-D7B5-66AC-15D9-E576E921255F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BE1034-464E-2C0E-48A2-98F2837E73C7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E101D9-2AA0-7944-5262-CBCF588678F8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96FB70-E010-5173-4084-71260EEEA793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5F6FFF-C225-4EEB-F1EA-F086FE2B8BF3}"/>
              </a:ext>
            </a:extLst>
          </p:cNvPr>
          <p:cNvSpPr/>
          <p:nvPr/>
        </p:nvSpPr>
        <p:spPr>
          <a:xfrm>
            <a:off x="1524000" y="4200525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1977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D6C91-723C-F23D-DB31-002EC5EED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8E23C5-4BFB-CCA8-DC13-82010FF07C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3A28BE-AB72-2FB1-7C91-AA0E2ED137F2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35AB9AC-4B8F-E3A8-8327-F6A83E42792E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A63623-38A1-A359-0ECA-B523CFFA2322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2EA92AC-70AF-12C9-AF2C-18859A5CF291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FA7E787-59AC-3B3B-4CCB-1F8AD924015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8D1DD40-89E9-2929-8BEE-8D93383E5760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341C31B-25B6-4993-11E0-5F591C8BC5AD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0442D81-C2BC-62EC-CB06-35787828EC3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BF11A8-CE73-5A0D-0DB4-B1264EF186AB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32AD7A-CBC4-E1D4-786C-D341405EAA28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4C157B0-B652-DA2E-725E-DB375E91BA8B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549A1B2-E82B-4597-E002-F32887BCD95A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A476871-7062-861E-1138-4377D7A44C6B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F4045D-00A7-25B1-140F-7D37E1F46A5D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83B0CC-91D1-973F-DE4F-C2836993ED8F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7CD36-38D8-1C38-4898-7967C131F69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43899B-BA34-0294-A659-3C49F94CBBD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DC90C5-6A29-DAC5-2560-6E4673E1DBE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5502EE8-2D1A-2AE7-28E1-AA877402F5D5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AB4E01D-EC76-5D7E-ADC2-1674F0D7D500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89C148CB-4617-FE71-AA05-42AFBA44B291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EEC7C3E-1D86-A700-A4C2-9B3FFC39070F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5196F638-7B08-586B-B6A8-AE66FC9A3E6A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3E1658D3-6E0C-C9C3-6E48-1E17D38FDC20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6A061F1-6613-D1BB-ACAF-82DB8AA1B203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3F76267D-89B8-2E68-42BB-D5B0E490CE1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445FD9A0-81DB-9297-6847-2C2732F2E949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5DA456-027A-E113-5D52-7007A02C79B9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6FCA8C-1281-4AF6-56BF-177BC3FFF2A4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DEFD9AF-2451-4216-5496-913B792294CF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6D8A10-5F99-D2B3-D93D-D603EAF361DB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1CE91B-8A37-DD00-180D-453EF0048D12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4A42BA4-312A-FB78-E6B9-806AFE14FB9E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FAC31E5-4023-F78F-5369-66A02613AFA1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860E53-38A6-39CF-8F52-E80B1E9A4E4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4802E9-3136-2EC2-E8D6-8C4903ACB6BE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C1B35E0-32B9-EB38-DC7A-859A26033850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AFCD10E-F5D9-248C-8D72-2B4134BCD1C4}"/>
              </a:ext>
            </a:extLst>
          </p:cNvPr>
          <p:cNvSpPr txBox="1"/>
          <p:nvPr/>
        </p:nvSpPr>
        <p:spPr>
          <a:xfrm>
            <a:off x="246193" y="5623159"/>
            <a:ext cx="1177435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en-PH" sz="2500" b="1" dirty="0">
                <a:solidFill>
                  <a:srgbClr val="00B0F0"/>
                </a:solidFill>
              </a:rPr>
              <a:t>DFS</a:t>
            </a:r>
            <a:r>
              <a:rPr lang="en-PH" sz="2500" dirty="0">
                <a:solidFill>
                  <a:schemeClr val="bg1"/>
                </a:solidFill>
              </a:rPr>
              <a:t> explores a graph by going as deep as possible down each branch before backtracking. </a:t>
            </a:r>
          </a:p>
        </p:txBody>
      </p:sp>
    </p:spTree>
    <p:extLst>
      <p:ext uri="{BB962C8B-B14F-4D97-AF65-F5344CB8AC3E}">
        <p14:creationId xmlns:p14="http://schemas.microsoft.com/office/powerpoint/2010/main" val="23456685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CF32C2-A2E6-C11B-3A3F-25FD1765B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8225D91-2137-56A9-D263-1DA3001C1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2BD2A-6404-E9F8-1772-920A9D61A208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DD0D808-FE2A-8C5F-A562-DD0A848183F9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77DF928-CFB0-F940-92A2-88CAB9B3292C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EB3C06-357B-8DCB-01F4-66CA6DE7650D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05F5D8C-254E-EB7F-4099-A7310F596F9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7160F0D-A069-F554-E519-5AD1AA648F18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3FA3893-9083-F87D-F234-CC1243DD236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40BA13A-DD4D-1AC3-C961-0328A36B63A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D07A91-1CFD-61FA-E760-C202FC1DA9CB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27793A-B0D7-4B57-BB12-04E24B6E6CC4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12664353-274B-DD3B-8A0F-3AACBB4B2246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E3BF8D-8BBC-7152-DDF6-0E67B6F196E5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1521F6A-1EB3-D2F6-3A01-DCB071D77C84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BB4C99-9359-35BA-CE7E-220CE0C76A1A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C641AF-FF7A-0A3C-2ED8-41C2DAE0AD25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72623C-DF79-B50F-1A68-6323336FE86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A0F129-610A-0B66-DD3B-A0688916061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1AF7ACC-E5BC-3969-171D-A07FD2EF3BA0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968744F-3DA6-6242-117B-7AE70219A570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813F76C-06FF-3401-A28D-415FDEB32685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3BDD9E96-7C48-3C62-40BA-43341353F237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32BBBB4-D0E4-CF0D-275F-4C4E205FF038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B32E9436-7DB0-3D6C-6716-D80161CA1092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E31DF2B9-EA01-EF80-D9B6-E5A8BD9FA1E6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D2A2D38-400E-6851-090C-2604F680C494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6FE1B5EF-EE29-2EA0-816C-DCBBD13E62FB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35411AF3-D184-7796-EFB2-F6BCE9C415AD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900E57-7F9B-8B87-1A37-8C7D67B4E0C1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904FA22-A776-5E2E-D4E1-4C989B0964C7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460373-3601-97B5-AE1F-91893D3F7A3B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A3C369-9DC9-85E2-E367-03139CD1F5E1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870353-1C3E-E20E-C5D9-C001E7EFE570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90B226C-F1D9-03AD-BAA4-F439A83AEFB7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8AE207-D20E-7C4A-E787-9F3257CF59A8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E36C96B-DE2D-7BA7-C67F-475AA67EB9C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EA97D5-2CFD-5C2B-B124-C4A1A73F58FE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7452DC8-CCA2-0EBF-9861-1F1577F22060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E2236E2-BF14-4945-ACBB-D645D42D89F6}"/>
              </a:ext>
            </a:extLst>
          </p:cNvPr>
          <p:cNvSpPr txBox="1"/>
          <p:nvPr/>
        </p:nvSpPr>
        <p:spPr>
          <a:xfrm>
            <a:off x="603774" y="4205047"/>
            <a:ext cx="11588225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Start</a:t>
            </a:r>
            <a:r>
              <a:rPr lang="en-PH" sz="2500" dirty="0">
                <a:solidFill>
                  <a:schemeClr val="bg1"/>
                </a:solidFill>
              </a:rPr>
              <a:t> at a chosen root node,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Explore</a:t>
            </a:r>
            <a:r>
              <a:rPr lang="en-PH" sz="2500" dirty="0">
                <a:solidFill>
                  <a:schemeClr val="bg1"/>
                </a:solidFill>
              </a:rPr>
              <a:t> an adjacent branch completely, and then 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Backtrack</a:t>
            </a:r>
            <a:r>
              <a:rPr lang="en-PH" sz="2500" dirty="0">
                <a:solidFill>
                  <a:schemeClr val="bg1"/>
                </a:solidFill>
              </a:rPr>
              <a:t> to the next unvisited branch.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PH" sz="2500" dirty="0">
                <a:solidFill>
                  <a:schemeClr val="bg1"/>
                </a:solidFill>
              </a:rPr>
              <a:t>Uses a Stack (last-in, first-out) to keep track of all visited nodes</a:t>
            </a:r>
          </a:p>
        </p:txBody>
      </p:sp>
    </p:spTree>
    <p:extLst>
      <p:ext uri="{BB962C8B-B14F-4D97-AF65-F5344CB8AC3E}">
        <p14:creationId xmlns:p14="http://schemas.microsoft.com/office/powerpoint/2010/main" val="1887725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643F93-267E-063C-F5C5-58C6412A8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3263AB-5DB5-7B3B-1F0B-FE395D4BD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BE1E6F-E106-6130-069E-2D66A41EBB2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1F65855-848D-D43D-C8F9-B3D4C5CA7AB2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0AC8DA-3E91-83BE-956C-6B4E588CB68F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1962C7-5A41-D2DB-431F-A27D4C125EB5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9A18110-9EF3-6027-C086-C1E979F2ACE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51D4EFF-7F99-FD29-84CF-396333F1FAA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1F08D4CA-9B5B-2A38-C0AF-6AD6A3E7F09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A666A59-D59B-3CFB-5068-5FCC834587BD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361C70-F9B4-AE96-08BE-8081483F1DB0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25C13EC-7468-B9C9-4131-74C1D8C8370A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E1185FC8-FFE3-67F3-A584-1AFD42ED12FF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570E49-19BF-E4BF-03F0-662F851F73C4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596A0241-BE76-F7D8-2D34-3FE8E0EE70F1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375F17-1281-D132-165D-91C7509D932D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1D3BA-038B-DBC8-B7EC-A6B3A01B5399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FC36FA-701D-99B4-EE1C-7B0B20880224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5961EAF-FFF5-510C-93ED-E4F46E91EA0A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E69E2F0-D466-3F71-7F2A-2B3E5FCFC69D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6B57689-5877-C815-66A0-A81BBBFB9BD4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51FD3E3-A7B4-C6A7-2393-931635ECAE4D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D72C39B7-C3F5-268A-DADB-1E217EDBCEAA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6FF4FA70-47AD-8C54-14B5-C17C02F4EB24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F74E7973-B078-3E3D-9707-F3CDC2DF5E2D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8BAB5182-3AA4-5746-9517-09FC3F813641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6C4412A-3A9A-9D6F-41FC-6315C39B3B5C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8F2B4FD-07BA-9CA8-A7CA-848EFDE4BA0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BCE7023A-2D22-802F-24B6-1BC999E11DB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F76FAEA5-B013-66DD-7A6B-9645EC512E54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91B4AC-BDAF-FF7C-C388-739C16755585}"/>
              </a:ext>
            </a:extLst>
          </p:cNvPr>
          <p:cNvSpPr txBox="1"/>
          <p:nvPr/>
        </p:nvSpPr>
        <p:spPr>
          <a:xfrm>
            <a:off x="10860835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7D9852-E406-33B2-ABDE-1150BA6BD827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D0E438-28B6-69C9-7031-3F434BC54D85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FD771-394D-8842-DCD6-10DC5B23FABF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6E77D75-FBCB-8A0A-D153-29676E228EFB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E4CCC19-3692-C2D6-CE24-F2C684CA2101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50AAF4-A511-A858-F16F-4CF8166A4779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A2AEF4-A4BE-EB6D-CEFC-FBEB795709AE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5525E3-D53E-0F66-9A1C-825609391F71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D1D65D3-4C3D-8D19-C3EE-B598DD002FA2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45A3077-0D39-8082-A029-FA35D57D03E3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700860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57232-66C4-7F6E-91DE-AA93C3DE5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E98E94-38FB-856B-3BD3-FB1A47715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29157D-C9F3-CE42-1990-E461C5BAC0A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DC12663-0C01-DE27-7AB8-E14737FB5F60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608152-3D16-30C6-1290-8636E1220B0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D6AD72-B36F-D595-85CA-170F9BE1614C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ED49E8C-F39F-44FA-010D-09E2CFE7125E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53A9772-556B-5F91-41AA-B62DAFC29258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0054E08-26D9-2A35-2532-3CD711C1065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290A03B-D505-9268-2FFB-C3FC7CF9F10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476BEB-B4E4-E7ED-7EE1-8E97E92BDDFE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CE51B4-7C05-9228-72D5-5B4FFF134140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ACC7C212-84F9-A7C7-06D3-2F711DB9785D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1DB0864-5EB8-86B5-CA06-F80EC80A8A3A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514F6D9F-035C-3E8A-AC21-8BBC49FFE67E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E8EA54-B5F3-70A8-868A-0F31FCA691BC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5DBAD9-6E0E-4381-1DF0-0908EB15C43D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6CA01B-E030-7E44-E330-8B3FEF584ACE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175120-2C28-5EF3-6432-BE87074570C5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C612A31-4B67-F4EF-BD29-7F6501D58C02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AFC7ED3-938C-AF48-F4BA-1C4DDF91FF1F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28FB908-72D7-FCA1-33BC-9E2EA158EA17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1EB4A54-9132-46F4-6370-932ED3E11DC5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01E46D69-9EA0-E3FE-CAF9-40BF3F0E87E5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E01A4B49-20E0-CDBA-1A80-4B26708FCC58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183D42DD-3D3E-C277-EBE1-94B0838E1C3D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947B268-36A5-61D2-B168-83BDEBDD49B3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DFFCC58-1695-BEC0-9186-5FA720F5A42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8292F521-D24F-5C54-1F9B-9D57882A277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A357B931-CE29-D4CB-FC7C-3CCFA9F5D847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63AA2B-A1E2-92A1-5581-7DA3919ADD8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23467C-1911-FE21-8410-C8D4E7D0A12B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1544DF-A88C-E6B9-A48B-48C2F0030BB1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6555B7-6626-17B4-1B3D-751AEE94E37D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919577-D48D-22F1-B1C8-B3B70F5603DD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E65EC6-57E8-6CC2-B867-9239D021B432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CF2FF0-B54B-0E90-F01D-C1BF5656622F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1E7CB5B-FD5C-555D-C3DB-0AEDF22A4000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3D934A-CDE0-EE90-F199-D849A40415B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DBE88F-3595-365C-6863-02EE466E4990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CC08E3-63A5-711B-1626-57728C269F6A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30578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522D32-4847-E7C3-3E48-CEE4C5A6C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17E9D1-48C0-1E20-929C-A62EE3A984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FDBA71-1466-6FF7-220A-3A0FAD38ADD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8139AC2-484A-78E4-9B61-6CCF9E8FFBD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BC89B7-135E-878B-676B-A5EBEAB5A350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62B18E-503F-CF4F-31CA-C18C3A6BCF7A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B368B015-AFD1-727C-91DE-6DA217D3BF60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2EE18895-9E04-AFD5-4D04-EE1636A78921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FFA2F63-FFC5-FBE1-1A43-870739C292B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C3A9EE6E-CA56-42D5-8B55-A930684C350B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BF03F0-9D48-0BE7-40F3-BDB40C88E7D4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B62A07-1DAF-5BF7-9BC0-F214686B820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0F186D4-06EE-F8D6-4863-6246FEEB42F9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498192-F461-8FA1-1642-2994BCF683D9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3B3CB2BE-7637-CE47-7881-1758C2E0B6FA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918F7E-215C-1125-848E-7D205C783986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057D9B-D06C-0FA2-997B-4857A2B22690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2F9332-D1AF-BE1E-CABC-CD0633BA239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689DBA5-3559-6D3F-FBD2-CED1D290F56F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7225DC-733B-E5F5-38AC-E43840D971E6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121EF73-332D-A25A-8995-262295C99BB6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B088186-279A-86AC-D20E-61198096C277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46026460-DC28-873C-DAD3-5B678CDD54F2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46B26705-8E93-001E-C975-2E78F144F17F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B648AA86-1E88-3D1F-7D6B-5680A1BDF1F3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57387DD0-5CD7-AC3D-22DC-AD441BF567EB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BF544886-29AD-9540-BD46-553AC2F51DC6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ECF11D72-0745-9B95-3166-BE84EE7C513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96708998-D49E-3801-C7C7-6653654DE7F0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2EEADCC1-5B56-9803-AA58-AF0B8BEC9395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3F7AB5-7A14-1173-8D44-88B72AA7226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09A4F0-5E1E-3BA2-38E4-A0AE7D800793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C268D9-ABC9-7A03-F631-5FC5459C557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9D4C0B-15DD-3012-5AA0-E3A147E55386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39CB552-D76B-800E-6F63-DB0232A04902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F19A3DF-D105-DEA3-CD52-FBCE527D817E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7B30E2-F85D-E52B-C5FA-D30B4F480F19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7E52B9F-3C46-72E2-F4AC-E92F410E7EC5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757D0C-2EC9-5C63-4849-47D49DF74EA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7B63FB-3BF1-AC51-A27A-75B367E077F2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9D6EE0-857F-37E9-48C8-E9BCD843A131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889650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BC1C1-6A34-AADB-7187-C16A2D30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B27D83A-D592-0200-60ED-7B4902B0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C726A-DF89-3EE1-86AA-A9750F5FA34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ED22E111-0DF2-86D9-C504-6123B37948AE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7D0E9FD-4DA8-2096-C6CE-DB64E76E4BCD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7BE1A4-AB2B-85D3-CD1D-BAA0AF4ABAC6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8DD34D63-6BA7-9BB5-2330-85192AA8E649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A1053D4B-0494-F232-5074-33498C60E195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1D74236-F607-C645-81BB-551F7EE83855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183DEA00-48F5-255B-FB1A-CAD5F496A86C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6D57BA-D4B6-E8BB-D7FE-75275C7181E0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0114D4-30E7-C6AF-5F1A-7C62DAB81202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DB86A64E-387B-DD50-8ADB-65EEB6E40824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39D15-E953-4433-C60C-21A582459493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E606B032-506E-1BA2-EB43-C0BEFB0765B6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5D37B-5A98-35AD-709B-9F44AD1599CA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CC50F8-BC30-5DEF-18BA-4FA952A7C2EE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FF149E-7DDC-9133-0558-434DC8D73EC4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4ADE309-9F89-87C7-2340-E9190A53B647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3E4F993-44A4-96E9-A7FD-35F6D8773F0B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94E046B-B964-3E1A-036F-876177586553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19B14ED-CC2C-931E-7984-6A6ED13F92BC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1AFB6537-CD7A-861D-15A5-2805D2A6C151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3B87ACF4-BFA6-FBBE-EDD5-2B5F1F718A67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3B79E3E0-A162-E54D-197D-353758BC390B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580CADFA-928F-A972-45A0-4700B885CB4F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C59415E-5773-C5BA-BF6B-55A8A815850C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E10A9C10-6309-287A-C2FF-F6710656B98C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C6D708D0-6065-D98A-E56F-A05B274CB284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18EDF3DC-D338-9E65-E2F7-A222508696BA}"/>
              </a:ext>
            </a:extLst>
          </p:cNvPr>
          <p:cNvSpPr/>
          <p:nvPr/>
        </p:nvSpPr>
        <p:spPr>
          <a:xfrm>
            <a:off x="1232702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5A6938-AB04-5FEA-D532-BB2DB5A9EC6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04AC7D2-76D4-499E-7DB3-24E6DB4E8184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4249E0-7A23-A737-B252-5B3874610935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655EEF-0C69-10F6-791E-E309449EBF5D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333031-1227-F40A-4355-61486DF44D4F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7D9E28-C044-5756-B46E-96B27CF48842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640507-5062-F00F-E916-0023BE740241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704655-2411-1786-D525-F8C4C3A408F4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58AAD7-E804-6D7B-AE71-2F35FB359BA9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F7DF1E-4434-B907-1CC3-CCB331821883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13E0A8-7E88-28E1-3A60-4207B3AABE88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3705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4C224-5025-87D2-547B-BDC79D5B4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7FA83B4-2EE1-AC7C-5489-9DE421B0D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09347-0999-37EB-99D4-CC0D1925AC2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48CF2AB-7A1C-827B-6625-B755A8BE850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BCD303-DA19-3543-40A7-235931396651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CD20F7-5C6C-3918-2F48-53B7FA7A4331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58E568C-5B3F-FD75-3024-0229086E0660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13541D8A-E44B-1274-B3E5-7ED2A38FFA7A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F35A7DA-8A11-6954-6050-F1BB12E932F8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4E1596A8-232A-0A3B-D484-D21AE3F2BDF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5BF1DD-DE92-1178-C7A5-B34725D91D09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3CF3D84-B24C-A32A-BB5B-167151AEE2D3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933892A-74C3-C129-8BCF-6470F9BEE462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61FE7D-F86B-A927-91A8-0D88CD5378EF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3A86DE8-9C57-46E2-8E2D-4A8FDD514400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7F9DD3-32F7-7151-FB35-4AA945D51CDB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3DA54C-72E6-DA69-568F-50DE837FD016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2673BE-83B3-D247-43B3-628760E01961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3D7786-5698-A70E-D1D5-95368D21AEFE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8C1F2B-E933-2179-AA33-F7D95E45B74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950341B-46E3-2AF8-FC86-FFC0812DEBEF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3973254-DAA8-4A87-D772-B0256878CEBF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BC6C48A-DA39-11C8-6C22-413FFD44BEB2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5398E89E-7F9E-50D9-9138-27CD2C86763A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8F283D4E-B10A-272D-B73E-640C76AF1961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FEF8A692-E6F0-DAD8-3926-62F9EDE8E47B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FCB6D49-2FFD-1AD3-658C-EDDC0AFD0018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9C93A343-C206-64B4-7C17-ED460EDA658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3DE25A5B-5622-6580-EE8B-5CB4E228B8E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4BB97B6D-F9A2-AE20-9D0C-8657448A2F0D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BFCD0B-1735-F77B-1008-25A466BAEAE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BBAFF7-1775-BEF7-E606-3AA51C688348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6EEBC17-8099-2156-D1A6-9CA5F860E897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A0F886-3D69-846C-84EE-A9FF421C0552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F95601-0AAC-ACAA-7BD1-937E11BCF173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87E316-70A4-40C1-B50D-4E4C7778C108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633C8D8-2268-30AC-6B5D-D2D7FBC04738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9D1839-A679-DCA0-75C2-599413FCE8D9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6EDBC4-B94C-8B26-95F0-E8F39A200609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58BC18-A891-F228-7242-7DCDC18A32EA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C51F69B-E9DD-FF54-40A0-49055FB92F13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481738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9C2E3C-3DD1-1D3B-5E4B-659FA6D8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16CDF49-58D0-2455-DCB9-7ED5B0D59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D3317-306E-16A6-896C-5A513D3C46A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3FDF320-6EFD-943A-5782-7B8FA9B2933F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A173294-1686-0C39-9792-FFC360808D65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A41A9B-5EF5-4025-283D-8472BBCF2F29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AD79E12-9D1C-AC68-3C02-4C2B8129360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605D41E-4A96-6C70-C3AE-5834D999E51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E39E2FA-F371-C03F-F59D-DD724266A054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1EDD8420-A275-118C-49BB-CE81A44C858F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42BCD0-3116-D7B5-B086-6691A85BD2B3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5E266E-78D8-7210-0165-9C0DD8EA2BB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A67F15E-F462-B78D-F974-A05A91552BA0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8942B8-DDDA-2741-0CFA-2AF284D4B266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2E28FED-BEC4-9905-1009-7CF812598B93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C1C8E4-1AF4-18DF-2630-75BBA04EAAA9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F3AB-CD0E-2713-9A15-DE23E4F58372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B1030B-9D68-5549-4C40-C555AEE118AC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528F5AD-D492-0672-71C6-922B611FF9F2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8BCDD28-1756-E3FB-B65D-0F72D712A4D0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8797E72-8C17-36FC-C53F-72DC7DD5D609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8486C42-CE3A-0958-4F5C-6C8B7D61BF2F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47E773E-A1CA-21A4-CAED-DF1E7E260259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BEC4210C-B739-7813-1BFB-70497A19BC30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D0F59760-7CDE-CF3D-EA59-461205EC8E9D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EC8F1FC9-2F80-6C63-1E9F-B558A32843AD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DA5DE35-F98A-0DA6-609E-ED137B06AF5B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01205D98-C61A-FBBE-8D87-61BC3A20EE6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60D3F443-F17F-6FBB-ED30-A4C89D930C8F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CEFE0B33-1EB7-D541-2CAE-679BC916308B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651AE9-009E-C4F9-73E9-AF893DE14AB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39A4ECF-B8E0-6386-3C02-051DC5B8F77F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CC4F70-7EC9-9DF4-8C4F-A68308276AE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1A71C8-D205-DFDB-528D-EDE5F5334070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BB8D8-D08F-9749-43E0-ABA0606FCC94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F39F7C-0D44-B0A9-3A47-D309AD6E0DF6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9209EB-D42B-2313-224C-5C140156285C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256767-ABE6-41E7-C690-E7EEF2A5C92F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37D74D1-BA7A-EC46-6E85-2AB4CBAB7C92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53807AC-F7F4-33C7-4D54-04C0CDD53422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142BDA3-53A0-955E-7D56-576285F7EA37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007002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C08DED-E52B-90E4-E3F2-746F5CB2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8AD83D-155D-4C67-7D5E-A8274B748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968BAD-23AA-0CF1-8208-C74B6BD598D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C2A2320-C4DD-CC14-9655-D737092CA714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064962-E798-A3FF-E828-894CEBCCA2B0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BEB31-0D1C-8E02-7484-87A393B462C6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D25C7242-48ED-3450-B02A-BEBF479A60A1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24CEA60-B0FF-0A5F-F379-6FF40A16B3D4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EC7B5B7-B078-C0F4-4832-4D5EE5655601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E18B764-BC94-9E75-2446-3DA48348E59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A3192E5-72F9-C01E-BDB5-09D4D0E01331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521D9F-5E82-DF38-2629-35DF4CB6C93E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0133B5A0-6C84-50D9-6548-F896D0FFF54B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68E495-B31F-1EEE-D911-79ADF8800FA6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DAB98A3D-4E11-4347-FA1C-6D57417975AE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1F41D-DABA-87B9-E738-2C18F8BE3FC2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1A8032-4EE7-7F2E-F6FE-95682E817932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18605C-15F5-F155-0913-DD99B0995ACA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09621A6-5C1A-D466-97B7-43FBCA2075C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63AA743-F938-AEB0-CC56-CE50AD19386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611F1C23-4BDA-C00E-3145-27762DA77823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1F172AD-C420-FE02-4077-5F2E497F2C99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4D005F36-F772-9972-1D97-4DAC8A4B10DB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F64064B7-016F-B7C8-C38C-3AA346CF0E6C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03C69406-68AC-17F0-2651-782CF050C665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F3C6F4A9-3997-EF40-D17C-E1215A95E6AE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7EC613A-1C5C-DFD2-FE82-6466C3644C20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CFA9CE5E-B3B2-746B-7448-701FBBAFEDE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C8CBCAD4-59B2-75EF-D744-9A189690C4AD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5941F019-6A36-8B60-C117-902E4CC861C1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F848DC-4286-4967-0DC7-F297F77DFB4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897BD3-002C-DF84-0E16-CF31EEB5685A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F49E73-E13C-7E77-4FED-4D28C81C2E39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ADB3C5B-07FB-6804-A7CC-FC22D90DE0E3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08B24C-16C5-1690-2438-8A2CC0CC2FCA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145717-BF61-6409-CF19-CC7918B6A8AD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9AC040-9980-DE9D-F4CD-F47CFA44A15A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88BF8D-0FBB-E94D-3BED-624BF6CF62F6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145CBE-3B66-98C0-6497-5B017B85D26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1D1C18-72BB-5A41-F53D-F5D1652C7BC3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CD18F5-1471-78DD-C608-F650083277F9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68487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F7345-D4BD-C4E9-2189-4822479BE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3F74F7-DABC-BC43-1932-0D9DB38899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7A4857-DE77-58D3-0C3A-25298CC0CA6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0472845-0DF8-5B04-A29F-89F90EBB597A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471FD35-9F31-8BBB-A25C-277DDBBC75A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087D671-F7E8-9685-6AFC-A26B564FC3A7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5DBAC84F-BAF3-DA2F-C498-9091E850B309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CE47A20-FF78-0CD7-648C-662F4B59F322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B7054A95-88D2-7883-3287-E7898DA6E0D5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301968D2-8C75-1413-3A55-259A7112E9B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03E01D-04CA-7FB0-34FD-6823AF1EC5D2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6DB788-734F-8ABD-DD2C-2680DFD033F2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466D8A1-12C2-927A-D713-3B084C640A76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5A5B95-6A5D-A6CF-D214-415DAA8E714B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7B5BB066-74E2-DB85-61A2-DD170BC44F87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3D7F9-63F4-43F9-4359-EED00B30A0E1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D3C58-8984-2EA6-272B-716760E6AF3B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2836A3-6C6A-9F12-BE3A-1ACE4B28AA15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B667A64-EEA5-AB11-D77A-353D3E22544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525598C-0016-E450-8E4B-F84775D3F81D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354F68C-A653-B58E-FE2C-118D580CBD27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DB714BB-759D-59C6-D1B1-CD4B485ED17A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FD33656-A4CD-022A-E326-4B93C5CECD1E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AD9F3B1-DF34-C382-351D-0315780947FD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84B12263-7392-F9B3-FC5F-9D369BD04030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7262AB08-E5E5-5B8D-70EB-9C99B67156E2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CE01AC7-D326-404F-81BE-A58F60FFB4AC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BEFF64F-83A2-F6E7-47BD-6CCC1DF8272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7B96CD02-1C30-7EB6-D170-AD83CDDC865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3C282C9F-1DB0-FB07-6CDB-AE70090A369F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9018B9A-4005-08FA-DA8E-357B48D7200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A177FA-48DE-9DFF-3655-58D7C907F945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E29492-AA5B-A3F9-A7B4-38E1249587FE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83B2483-BAAC-4A6E-66C4-FF56935E79F3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A07A72-84E3-2975-ABD3-F100CB6B8B53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4AAC445-AF81-7DC1-68ED-10136D04E799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E4D46F-8382-3D8C-1BDB-693C9B6504F5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105116-31A6-F68D-36DA-3D8E5C964E55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20B9FB9-21F8-BF87-62BB-DE2EFEE5F1E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2F9A72-F219-B5B0-C052-7094C489E299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BCD2180-E8C9-194B-8224-F0A78E1C436B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306028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24761-1C7D-91CF-4EA3-B49EC5837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0B2532F-CFB5-CC20-695C-7D61197AB6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85388-2079-EF00-FC34-89A6A6C3C45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0C44A23-6C4C-EA3C-7070-C3CD8FF5139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9F6CD2-CAC3-C933-38D2-2E9404E67157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5182E2C-2A5C-B7B6-1299-33EC63130094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D879794-3585-6F2B-4383-E70183828EE7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C36B819-0C07-6ECD-630E-3724A3BC13FE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1A6E3C6-7C54-EF71-127F-DBB6797B9EE7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5D2F2F6-FE05-8D51-F7A0-5BB8865EA2E5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C9DE5B2-46A4-1560-FF1E-192F52E99094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E11D4A-F6CC-69C0-271D-C74186C1EB8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0D36DB7-B5E8-3D4B-3C94-1CEC19036571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024B62-4880-A39D-163D-41C822A136A4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1A199759-7AFA-87F8-D409-D645D9667681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73C887-3E18-2F41-1D78-57F291F4ABAE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37B590-AA47-4D08-B07C-2ED4914715E7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DDA955-8868-154D-221F-03B3006BD7B3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15A3ED3-2C67-20D9-86BD-F27FF5976B57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0ED34C4-E5CC-583A-8ADF-EA8BC93CC662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626627C-3108-B01C-CED1-65110451367B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A78F699-2200-5308-0F67-0F67C92D5460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E6A13C9-6C1C-FD8B-FF86-0CAB28E88531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DC0D7854-1C68-AFCA-F87D-B25CF0CD3D3C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A9BE86C2-9976-F37A-EF11-C1CEAE387948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4A558175-9EB2-08E2-7B54-C4622CAE00AA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6CB9E03-88FA-09E6-5E08-B56136CC8AB2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475CB1A-405A-D9D4-A628-5357875EDCF7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1B2F1962-6CC7-06CF-0D1A-63E69B955296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D9FFCB24-0990-C41C-11CA-51FE52B5AF86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8D56CF-3D03-4E47-1C69-56E03BD1C2B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831780-2E84-6B55-324B-95D1E720C7DE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96D849-4960-A65B-651F-634C94F13366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7D1B8B7-CA1A-890C-F981-F129FB89240C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0A196A-56F7-2FD9-87F8-3127A2971294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3AF0D1E-B6F2-3745-5E41-05DEA024C18B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9316B5-D535-CE9B-F5CF-BD84D5D62B89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7A41E5A-5404-F3B5-D4D1-356BE9A15BE6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7BF572A-FCFA-DA0B-4BA2-67AD02470A2D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89EFBA9-C242-1691-80DA-D2BC1F23941D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23ECF3-C329-EA3E-DDF6-F188B3B8DE10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166548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B3E022-4B56-F1A7-D56B-33777D8B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E1D282-8B84-6878-0549-3950E50F03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48DFDB-69D3-F0B9-BC91-DACE3963DB13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6B49A80-C502-D1E6-9112-1DC9274BEEB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1F5635-C199-E8BE-E69E-3594722450BE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9C78C8-8A37-D342-389A-6938B0273849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A56968F-A547-8533-C434-42CD03EB476F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BD344F10-54DF-C79D-1A61-D64936791779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27B16F2-BB14-0BD9-F5D8-E7548D943EB4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9747455C-1596-DCAC-9E62-F425DFA3566A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BDD958A-3340-164C-C9E8-36F6E6472C9F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167B22-20EE-D14F-CC16-B3F58381CBEF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8748F6DC-D461-228F-E78C-24A4000139A4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511C6E9-B08E-71FB-3DC5-644F8D3D9278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60533D6-BC7B-598E-D4EE-0AABBF510DBF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67287-FEB5-50DB-70FF-146973E385E9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7174EA-A663-01A1-E9CF-9609FEFF403A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6E4202-2906-A8B2-B573-17E39063B6AE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094D978-BBF8-EA77-19B1-5ADD85BEEFE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9E8821A-9160-118B-B474-079E189D876E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866520A-4114-5748-097A-9D0F738A56FC}"/>
              </a:ext>
            </a:extLst>
          </p:cNvPr>
          <p:cNvSpPr/>
          <p:nvPr/>
        </p:nvSpPr>
        <p:spPr>
          <a:xfrm>
            <a:off x="1443724" y="4852280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28D9846-DD08-5F56-E2D6-18C2ACA4F692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6EC0E2A-D128-607C-BA9E-0B48F7187724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913061ED-33CD-D291-0C29-B649FB618F90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CE63D991-F053-BDA0-BCB8-FB79CE9DE796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0EA1F4C5-F3D6-D157-92CB-D672B32EE0F3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9B36227-D15A-4C81-0EEB-42EB9A0B9696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71E06D5-3857-651C-7B15-39E5FD3F1911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D568F6F5-A9A4-99CD-484F-93E97EEAAE26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D693E861-E102-6DA9-D482-83D4CB10A57A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E22CC2-4049-CF33-B34C-5109BA3E799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AD1A73A-3240-6048-BEDB-527811DCE624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3BE19BC-2FF8-297C-589B-48A0BF2D56D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E6870D-3551-36D0-8AED-34CCAF157A80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A68CB4-7E93-9EEE-5553-1900D0E8FDC9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D5CB9E3-56C5-E501-2D62-A8F1F5EF2BA0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4CA9D3-B0C6-073E-74E9-8078CE40B84C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3876DE-FE2C-9B7C-CD41-1342AC99FD4C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D89FB1-4B77-440B-BFF6-18588BB12554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192FB03-7816-F222-15DF-49E74458C940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66E694-F1E4-C4CF-A7EC-27B4AEA7E244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342660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C0317-F44A-AA2F-EA55-314135E6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B0524B-8152-79E5-B3F3-DF7F673669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F874C7-789B-0C39-9746-0F8F2F1D707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63E184A-F879-9C22-AF94-DBF677B7E129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0E5481-E8FB-F8EE-EF9F-09B036FCB853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33BABA9-6C36-6008-7A40-5C6119786027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5F85ABE-6F41-07E4-6605-51E7BD465278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B38DFE5-6759-3812-FE2F-AD1DEF2345F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A8BCFB0-DF6E-0000-3874-C336B4DC4E2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69C61417-C3EF-9DBF-F5B7-D179349AB1D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895160A-E1D1-8673-D607-6B01F674DE6C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DC6F07-7508-AECD-1580-B2A1AA79FFC1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76FE5DCA-362C-5EDC-4565-906E731078B5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445B1F-D314-83CC-AD6A-7CB3978D9C8C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CE71DF51-99D7-3996-4661-11C3A2D809B6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A72B75-B1C1-B9A9-27C2-7CDB0586EE48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E5FB4A-0919-DC34-4FD3-1A4F1DC480FC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BF4AEA-0127-02F5-4DEE-D43C6BB3D87B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41048A-D8E0-FB35-2CA1-3CAC06D3D45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4E3A389-C738-A851-07C8-9D3C5BB3B083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8D2FBDF-66A3-BC6D-D22E-1EF52D6219BB}"/>
              </a:ext>
            </a:extLst>
          </p:cNvPr>
          <p:cNvSpPr/>
          <p:nvPr/>
        </p:nvSpPr>
        <p:spPr>
          <a:xfrm>
            <a:off x="1443724" y="4852280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930F362-F155-C8F5-0F52-46FB05B8A887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100FCC6-FCAA-E113-FF37-233DF69F84C1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5429D951-2660-8DE4-040A-E93C20CBFAA5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9499203C-8A2A-A071-2745-298DDB05F2BF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2CC326DA-2F40-5ACD-B1D5-84DBAC8789DC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E09BA27-1354-3D27-997C-0F1440F825F3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D8D0EBEE-7AF8-1A1E-7B8F-29E16B44AD2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F7C34F03-5667-C942-8B88-69F5889D174B}"/>
              </a:ext>
            </a:extLst>
          </p:cNvPr>
          <p:cNvSpPr/>
          <p:nvPr/>
        </p:nvSpPr>
        <p:spPr>
          <a:xfrm>
            <a:off x="1234410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E6D0ADAE-49F4-E511-36D6-CC0CF117CB4A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FD63F-CBE1-7F4A-B70E-C140680D40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C90C68-855D-C8B3-8895-42C4B2AC5F62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D58ECCE-A28F-4D6C-087E-542C75EB8561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C61A8C-55B8-28B5-1B05-9DC47FFC6788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75DDBF-3C79-31C4-0863-8D4961AF2E26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FBA343-7058-3BC3-F7FD-050D967E0EC3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8846669-476F-2312-0F2D-3BE623AF10FB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EFBE75F-86C1-30A7-6721-BF078EB7969B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EB8503-6A64-6D22-66B7-46EC70872F81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2E40529-0B24-C565-E1EF-F94C9B8F4B5C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CB454BF-B1CC-B876-9509-088267C9D959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23592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8BDCAA-8EAD-B276-AAFC-0E9B2265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3CB0BB-CE66-299C-4BF9-937AF5033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0A07B3-F6D4-1F7A-2B3D-A6048180E1F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1DC6652-8B26-F7C4-B8C6-E2FE29CBF950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41C2CF8-66AE-F73C-8C4F-021E9D7FBB5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9273EC-9E6B-3ED2-9D42-8CBF5F013B15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17F5FD4D-E4D0-D694-A526-89F32E408867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E39579D-B64C-200C-3D9A-763069DF1DE0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7ABD40FB-9A4F-9ED5-3717-B9898580EE0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68D27BD-AD9F-EC62-F8B5-8C56EBAE51DF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B305EB-9564-C7FD-50AD-934D883C5356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E8DA3C-EE48-91B8-2384-E4363AC89100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98C211DD-5566-CDCA-BEEC-B2E39D894202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04EB975-FA7E-CF94-119B-E0BC4D53DDB8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44491C7A-FB00-C8AD-3F34-C4C9EBF0A6F8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2B699-CF99-568D-1C25-E2F4E4EFB1EC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486C55-6E2E-93EB-99B4-CFA9A3094B0A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30DE2E-7864-FADC-C13D-14BC23279A2D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77EE6E-6012-F57C-7875-709D40A8DAA1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7EA9D75-FC8A-E958-72A5-B62BBE86FD39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49693CE-4025-A25E-2364-D1CC880A400D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027DEBC-0AD0-5B59-7D2C-6514368C0AE1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8907428-EB6F-460A-D142-87EC977F9AB6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E41E5A7E-443C-E8D7-F6A5-E0DC5ADE214A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C88DBFAD-FA2B-40B0-D222-9A9F1F5FBDE4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A87DF657-3897-676B-EA5A-67D32CB627E0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E3140C5-F434-ED76-CD09-AE8EFAD0F9EB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1CFCE6B-C245-008D-774D-F2A8A73385E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05BADC8B-71DA-ECB2-FEA1-3351D48AEBEB}"/>
              </a:ext>
            </a:extLst>
          </p:cNvPr>
          <p:cNvSpPr/>
          <p:nvPr/>
        </p:nvSpPr>
        <p:spPr>
          <a:xfrm>
            <a:off x="1234410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837CABD2-7C26-AAB5-8176-444AEF688170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9FC623-709C-FB57-05F9-7EB4757186E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4B043A-75F1-65A9-2B5E-2EFBA6A8F517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250CF9-F8B1-BAB4-32E8-9E54756220EE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D4E7DD-A16C-7562-1418-A61C42EE76D2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50EF82-8584-D23C-EF0F-17F30D1AEC26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02C8654-D93D-52D5-7898-703774E53EE8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47ED69D-3F19-EB09-3859-04370FFECDEF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7953C5-EAF2-CA4E-709C-8BABAB0AAC4A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D964BE2-8F93-780A-1EA9-D33DB84A1F4E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637E60-73D5-E9C1-448C-27EEF971B36F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DCA019-497E-8E2B-B198-32AA7D6DC8F4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3BD90-3211-AC7E-8FB9-EA8F6982B8F0}"/>
              </a:ext>
            </a:extLst>
          </p:cNvPr>
          <p:cNvSpPr/>
          <p:nvPr/>
        </p:nvSpPr>
        <p:spPr>
          <a:xfrm>
            <a:off x="1098633" y="4599017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57291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8C881D-E9FF-8A04-63B5-03ABD62B7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4F54D6-9ECA-1361-DE48-8B183FECB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B2A3B0E-84F6-2C45-A8B3-3ABAFF637D0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C7BD4D1-0C47-E784-19DF-77F5551E3AC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2E6C997-7C90-402D-B2FA-86EBAF7B703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B62E880-EFD9-2947-C9B4-437F33DDEB4E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1EB24322-17C5-013F-086D-22E358DCC96A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B753C100-251A-529A-9E90-6FE153242A4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F07FD271-B2FC-03B8-C9DF-78EF7A01A1F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63977F6-515F-F07A-F16A-C7A66AC0798A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9324B4F-DB0D-C7FC-518F-7213F588A13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341B65-863E-FF4E-9102-C916663D1F28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05C9A56-0F5C-6AF0-FE3F-BDCE96CA104A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3ACABA-2884-0F97-084B-2BF17C96D540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A6B9B40-106C-09B5-E7CF-9381D35D558A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2BABB5-07B6-396D-BAC3-AEBEB818F93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405ED1E-635F-1173-F1A9-4FA1402D1596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AEFB6B8-A053-8C81-431C-4FBE1665DF40}"/>
              </a:ext>
            </a:extLst>
          </p:cNvPr>
          <p:cNvSpPr/>
          <p:nvPr/>
        </p:nvSpPr>
        <p:spPr>
          <a:xfrm>
            <a:off x="2663701" y="695801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3191CAED-0C7C-C61B-B7B0-9F5A77FE9C07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5CE2296-CEC8-966D-7CD4-4672552640FF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3517D3D-9559-3F72-150C-B78BE8ED0821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DB45A8D-3D8A-359F-1A72-FC7176F48256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A1E942F-34D0-F8D9-CC80-E0D7E4966F89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066F282-53C8-B31D-3743-742BBA8B9942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1C2F84-5C93-1B01-0ADA-C8084698CA80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A464A1-7EB9-ABF9-2D45-4F9BBC964AB2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893A42-9639-939D-3E5B-3AF7C35F9F61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C51877-6454-61A2-6D2C-1FF1709FF26B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A661AB-52D0-5184-EDD6-76BD8A1E2FD5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7FFDCB-D160-91D2-E2C6-A40587AD799F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DA24DC6-A15F-905E-C159-736FE3409492}"/>
              </a:ext>
            </a:extLst>
          </p:cNvPr>
          <p:cNvSpPr txBox="1"/>
          <p:nvPr/>
        </p:nvSpPr>
        <p:spPr>
          <a:xfrm>
            <a:off x="2836053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D91CDB-286D-A4F7-73CA-688B3BF13C51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D0F5C9-5DD4-2613-A407-28736F3FE940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C4FFAFC-0000-D3B8-381F-E3F3EE7D6ED1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44056C-6D2F-0258-EDA8-87C42B79C304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7E2577D-882A-0728-6A0A-890F2036627E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6A7396-971C-CF03-88F2-7F724393D0BF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81044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E8CB18-829C-4334-B0DF-4721DBE3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66F6C5-3365-CFFA-9E6F-736705F02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2426D16-0EEA-ADD3-A122-2604B9C9CA1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988B838-181B-CD97-E51F-FFB07DF392E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D757EA5-D38F-277B-CC5D-9BCEFDA0575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A894BBB-D92D-1751-EE6E-222B6C522E7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9783B7D-E361-C65E-2AC2-81FD08990A60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FD57D67F-82B3-3E52-5BC2-B6E9252F967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38007EF-AA04-01B4-52F3-E06CEE65EE55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CEC9E60-2456-499B-2FC1-0A9F98701294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2B2769-E223-3F2A-4CB8-2DC23D1B93C1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051E871-A912-67F4-9029-EAECED04560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7D3D0FAE-C167-EBBC-CD31-1D4D4656787F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A154412-BA00-612A-71AD-953EB40EC18E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D83F785-374C-3DC8-B503-24BE5BB75F60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4566B-E6C9-EA7D-29D8-51B93755587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946D7E2-63A5-9B54-2B41-758A04252D6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49C65A92-4F57-390E-7C13-FDEFABAEDF35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C7212BDE-5E00-CCBE-9F87-E7E93246C7BE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E58B48A-6E54-CD66-5995-3A61C07DE9DC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50BC56A-22E4-A686-9933-6AC8A636260D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1FACCA7-43BB-99E9-00AE-BAB61F02742E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76BA32F-C401-BCB8-6B52-16643245D83A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C533A5B-8B8A-8B93-A049-BDEF270BA860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4623C8-C375-7EB9-A84E-FD2F9DC651D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D5AA25-8150-B362-A648-50F14688D994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77FE1-25E9-9F06-75A6-76C8A48EC9AD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F41CBD-13C3-15F0-2476-AC0FA773334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9B7258-6C20-BB5B-AB5E-EAE891FD2EA0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36B041-3BBC-5C3B-A257-F7AD2E2CAF76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8D33CCE-19C2-3FA8-6DB1-6D09693F2483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5D275D-4F3A-215B-B22A-D59F0121A369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085D4-9A5C-AA3B-D275-2ABABDE306DF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9440A4-43CF-CC58-5F8E-134FC0DD7C99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439D02-63E0-E73F-0F85-04CD013C686D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0DAD097-2422-4B70-1F48-3056677B7580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95E1C-3B3A-6C70-4A6B-252461161825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177483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560C5-5537-E5E0-85AC-B1E12055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2F2CAB1-D815-B321-39AF-30A38F5ED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E270ABA-9994-EBEE-3669-789815384A8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F0D6D03-941F-1F97-6C4B-0F8AE5C1528A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0BC2B8B-8B64-DAF1-FF72-9BAFDED6A416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51895-A317-4CEB-02FF-E32E0C497EE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E4211A6F-C356-3ECD-AA5E-9B2D4725BAE6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88CDBE3-C970-A383-D20B-2E48CC5C2676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C1D0EA6-7754-084E-72C6-AF8100BE0641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3D3B8EE-570D-2D18-CF1A-C53DBE7858C6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40585DF-C288-E035-DB3D-4BB91B5F6DF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FFBAF9-DCF1-59E2-080A-0CD52683952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3CD3A8C4-8E57-04DB-E936-74B66DDE7ECA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9CB5D8-A57B-799A-FA9B-DA9B8E724C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AEBBEDC8-ADD1-94C9-B03B-71650899B926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6B7F51-E185-1001-07F8-D473E76A612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203DB09-B6BB-3F37-E06F-823073714A2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F125D6A-5AF3-6A9B-659C-9318A0CE64F8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4B2BD8D-5E0E-9D19-4769-64D8224D8FAE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1B43D8-8EC2-2472-7658-9560AEDF2BF6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A5FABE6-39CF-2D0A-00C9-EFB5F61A3CE7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16F8F85-9B67-7B6C-F474-DCDAE7FEEF85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ADF0189-110F-ECD8-D819-FE12BD47C038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A85535F-DD8B-435F-4222-0A96D87FC46C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FAE41-EA44-08BF-EB9B-7B59EF4A7C3F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23584B-2AA9-1419-81DF-C5C36AFEBA2E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F88907-5ABA-D5A0-CE38-45A3492ABA58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069A2D9-9882-096C-C5B5-5FD1C559E31D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F5DFB-81EE-61CD-1BF5-E37F655940B6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F0CF67-8ABC-6BA8-70A7-F181436F0FDA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3EAC12-0004-0282-3CD5-81D8C5F2ADCF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2EDD321-CD74-17B8-E7EB-54C8B9E4E535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A5320E-1764-B9B6-3FB7-5AEC7F3AB288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BC569C-3932-D465-0F52-5C46F42B9DB9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C43880-D439-E3E3-3E58-65A2BF6C2DF8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C3B6A6-C40A-F868-8686-94543232C323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7FDB1A-F37C-BDA4-3918-54E3CBAAF7EF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BAE689D-0CBE-0DE5-DAD8-0B4E3713F9FD}"/>
              </a:ext>
            </a:extLst>
          </p:cNvPr>
          <p:cNvSpPr/>
          <p:nvPr/>
        </p:nvSpPr>
        <p:spPr>
          <a:xfrm>
            <a:off x="2853916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E8178-FF59-9D79-DEF6-BFD5869FC782}"/>
              </a:ext>
            </a:extLst>
          </p:cNvPr>
          <p:cNvSpPr txBox="1"/>
          <p:nvPr/>
        </p:nvSpPr>
        <p:spPr>
          <a:xfrm>
            <a:off x="2583793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898909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59B2ED-0D9F-D9EE-1B9F-6F7AFD5F6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321FC7C-7976-49A2-130F-0148F173D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CCC589C-46DC-57D2-8A10-BDB0A8EBFA6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108B6C3-0C10-61AC-15DB-27DDCCB982BA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E4DE859-D7C3-29AD-2955-DCD10816833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73D829-4C3F-2D4E-FFDA-BB459218D0E7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218BC04C-0E59-0A7E-8545-1DC4D82202E0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9B1766CC-851E-F7F4-AD41-40625F927B68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5241506-3CBE-903D-5A0B-78847F672B55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7A178FD-606E-BE33-E5A3-35F8B4E2BE5E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D2BEFA9-0DAA-7715-68F1-77F7D9F8CC1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CFF5472-5351-75B8-4ED0-6DE2FC941E74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09BFC88-1C04-42E4-27E4-D1A24F9B3403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96C54-1096-6EC1-4910-EFB90CF40339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492A9FB-F258-62E9-AC2C-65CB28C3F78F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648E64-2D4E-291E-2F36-8ADFC6667F0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17DEA04-0906-40F0-2848-10E95A7BFFAE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C6FFB61-BD49-5B2D-2F76-61E262436477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B1D4B52-5586-556E-DFC8-A41C52505211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7ADE78A-BD05-A40A-8A23-02F61A95AB15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4E0FC10-35A7-A748-2AD1-A537D83B9234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73133B3-8D25-2CDA-C172-539CF86B3326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46D5234-52E4-5AFF-991E-C2E1419EDF46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3C02CA-7858-BB5F-F7E4-EDCEA883E77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77F1BC-4AEB-3081-8A78-8E2EDF1D99AA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BC4B73-B4E1-B6D5-D209-3F43A75DE786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2DCE49-60AF-0EA6-469F-3FFDEAFD5DCA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100D28-E18E-71D2-D368-DF24EBDB45ED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BE553-E887-37C1-4DE5-6065AA8A91A2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96C850-B22B-7EC7-94FD-61F99D046CE7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471AF0-43A3-9A34-5E29-D5CDB14F539A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4FA0CC-8367-3AD7-3659-A399631907DF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D82044-9F2D-7D55-FF9C-2F32B6426444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5794A7-FFA9-47B5-CB99-183024968626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F41D5BA-4F28-54D1-CDF9-7B6392E3426E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030D0-CE5B-99F1-3286-FF1C998668C6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8447750-59E3-6E8E-8DFC-DB76AFBB6B46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1D8AFE5-223E-0CA5-3E74-4940959B1C3E}"/>
              </a:ext>
            </a:extLst>
          </p:cNvPr>
          <p:cNvSpPr/>
          <p:nvPr/>
        </p:nvSpPr>
        <p:spPr>
          <a:xfrm>
            <a:off x="2853916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477073-97DE-1D6C-371F-575B3BD24C27}"/>
              </a:ext>
            </a:extLst>
          </p:cNvPr>
          <p:cNvSpPr txBox="1"/>
          <p:nvPr/>
        </p:nvSpPr>
        <p:spPr>
          <a:xfrm>
            <a:off x="2583793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601666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EA7CEE-A819-6629-A851-57DD66F41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35CA90-924D-691F-2844-22C43B266F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8C3E496-BB9A-E863-9D22-B073BCC0E1C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F7C770B-79E2-1B98-0564-9B644E077E65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67286E-C876-05AF-43CE-96BDEC1178E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6BC6A-70AF-EC61-2340-5A64F947C12D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42FBDDA-BA2D-308C-A1AC-9CA2C072ACA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8E3E2A1F-B516-7B3A-62E9-4267BDCADDA9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B9940A8-1E0B-5B33-5F89-18C389C4A14A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FDF9F8EE-C645-0704-2232-876243521F01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C8F848-7684-A252-AB13-836AFB0BAEE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45EBD76-9281-BCD7-1AD8-A94892170DA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2729616A-23EA-3D8D-D1D0-64BBB6184B0C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83C8283-C93C-2FD0-5964-2130CDE39BB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A25BEF64-F677-9305-EAC0-26603CF22DF7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3212DC-2305-0E6C-52B4-DAEC853E114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66D5AF5-9165-C596-4DF7-0049AA7F6A1E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7C17A23-0AD0-151C-A555-20B6E8DA3057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8456606-832E-1334-61E0-72C2246678B2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9D9629C-D441-2BF8-392B-B898757BDFF0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1C9F2BF-5C5B-A9B6-0AD2-1FDC96E258C3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41005AF-E280-E192-364E-C76C9538059C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5403CB2-7D79-3240-CC53-219EC1BD2E22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41A878-833F-1F1E-E55F-27E2BEC6ECF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B116C6-C0CC-B7E3-B227-A6BD552021E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617753-65BF-41EA-4C43-B6EC99F37FC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4F9588-F407-337A-1836-D9290CC073EE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D8E203-A35A-3AAB-47FE-D43AAAEA87CF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2DE61C-C9BC-5B81-4341-07C7F0BFF3F8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148E63-2ECC-7528-2AD7-FC2C2C211403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05B291F-E1E6-5C78-AF50-CC9FF2CA36AA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5C593-DB42-60F9-5557-08FB3AD549C7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BB9136-8BBE-6B57-2569-FC025D70C19F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6A24AA4-6212-1EAB-473B-958564976F75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EB8D8C-E4CA-C602-5DF8-99BC05344445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573DDB-12C9-2B25-5AB6-3D4C96759EE9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475711F-B9E2-D084-90D1-6548898D1125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C249B48C-AE6C-50AD-8715-4DFCC8A27BBE}"/>
              </a:ext>
            </a:extLst>
          </p:cNvPr>
          <p:cNvSpPr/>
          <p:nvPr/>
        </p:nvSpPr>
        <p:spPr>
          <a:xfrm>
            <a:off x="391104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E47F-3367-C974-FCFA-EFA8BE1E2E59}"/>
              </a:ext>
            </a:extLst>
          </p:cNvPr>
          <p:cNvSpPr txBox="1"/>
          <p:nvPr/>
        </p:nvSpPr>
        <p:spPr>
          <a:xfrm>
            <a:off x="364091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8785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A79157-9AA9-51F7-71FD-C3C119DB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6CF4FE9-11DA-E178-D6BF-98541967A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BEBDFF0-9708-9082-8A87-D63DA5DE891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045D9A2-0BA3-9BF9-5ACB-EDFFEE10F1B6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120F61A-8B62-C899-D03B-255805467B50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6E422-DC79-80DA-2184-AD7F5CB245B4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52D98C4-2637-A922-85F1-196E869A4995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626AA2F-7C05-C62F-CA7A-0661C1D453C4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C12212C-E36A-C6E1-3716-2799C8A403A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458C554-8BCE-123C-6E1C-C7F3E76BC31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6D04CD8-7A97-7157-68B4-503808199B2D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551DF-5776-3D39-05CA-B71C9F2B2D94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EE6CEF1-4C97-1285-477A-9179625D5F95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E10387-BEA7-7C65-89CE-06E42A4DFBA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43B206B-67BA-C1AD-E462-D9BF4A65CE3F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F8920F-F697-2999-1409-EF59615F9FD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7E32BC2-5AA2-817A-ABBC-ED1551C15D4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025263F-C735-32DE-DD64-963ED3ABFA83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7CAAB80C-1BAC-5C90-5C29-C5F76328FFE0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2F180B1-D0DE-AC93-1F98-B6E87E7918AF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E761DE6-F245-C08F-BDB3-685E306E850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8B78A2D-C4D6-9944-8986-3B4F8934C219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988BDB6-69EC-0829-943A-F1B1533F1884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820DB5A-9C52-D6DD-753D-3FD4451877C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5051F0-D301-3A3D-5327-B40C3CD8B9EC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12DCE-12BC-2A54-343E-7EBDF22E5253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D9E7C8-51F2-EC92-4399-496E3E5FBC2C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E80C81-3188-AB2E-38B0-8A7F0B7C99DB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4756C5-F838-A37F-73CD-C21834467279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97F6FB-0964-47EA-76CD-11C995D3B1E2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FFCC83-8C7C-F410-67A5-1A8425C66A5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0E59EB-551B-AF95-9449-80F35F33761E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982102-FED7-4FCA-65B9-2D214A352910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346FFC-C8E5-7E69-C9D1-32D98D42F62F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895B58C-5874-40F1-4910-46C7A9A0822D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1A07C5-12A3-C6D7-D051-0105F001F8DB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E8E874-99BF-64AF-7271-D5AD4990F831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70A8B097-2335-E8E7-BEDA-4D97F5AC17E8}"/>
              </a:ext>
            </a:extLst>
          </p:cNvPr>
          <p:cNvSpPr/>
          <p:nvPr/>
        </p:nvSpPr>
        <p:spPr>
          <a:xfrm>
            <a:off x="391104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418D1E-9898-E3AE-9FAA-1879837C5AE2}"/>
              </a:ext>
            </a:extLst>
          </p:cNvPr>
          <p:cNvSpPr txBox="1"/>
          <p:nvPr/>
        </p:nvSpPr>
        <p:spPr>
          <a:xfrm>
            <a:off x="364091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994836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512439-D1FE-024D-CB21-29BA8FB8D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06A424-C2D4-3119-9B4C-136E56790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B919D60-B7A7-22F0-8596-692DC496D3C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8C85C98-1308-862E-1772-F8CABA3E5423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5149EC8-9754-E6CD-BC03-23845BEB0EB9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B102222-2C5C-1642-9197-DBF4BC37D718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D022DBE6-1465-D2DE-98AC-DAC115ADA53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0517EDB-BF7B-90AF-956E-70F5E76D8292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32CB63C6-39C6-C7DB-EAB5-95AB2C5A5127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14C0467-3A3D-595F-A89B-2A9D2D5AE82D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531D46-3E20-0D5A-D7B1-5636AF2EE55D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EE6AFD-A84E-EE64-F3A1-F7297F9B46BD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62D700CC-C88C-9BB1-47A0-98C1D4113871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2FDB35-6D56-7294-C23A-5C38846975D4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8CF4322-2E29-9996-13F6-59D8AC4122C4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01AA6F-F311-E618-5063-905BE34F09C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2474980-402E-9F21-EE0A-12359586FCF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CB48D72-7584-C51F-D285-B2A975BB9090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64D90AE5-D978-B33A-B57D-B32CDF256051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6D678EB-C8B9-4F40-AC9D-A6583221B88D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2464260-0F9D-CBC7-F230-3C16A9C36ADD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75814ED-BD7D-794F-6B2F-41BF271508EA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2582336-4EEF-286C-F645-9B977A4A441B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B877A77-4FAF-911D-D370-4BCB42D8B825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C8E684-17C1-E264-2761-7D54FAA5916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71BB933-E532-594F-C236-57FBCA13B2E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D7331-054D-0A61-1023-285E8A070484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F12023-8A7A-1DB8-6A49-1B4BD146BF4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04D820-4C2B-802D-4969-901EF9D9ACDC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F55115-D0F3-EB5C-C141-FBE6E815EC2E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734563-ECE8-EF2D-BB8C-080754A678D1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6A37A3-D8B7-E4B4-AD32-76400BB8E42B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3EC797-7577-C1AA-0C27-F12EF8C261E8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9BE461-2C89-E095-DEE6-B1C6B4FEBB2A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364429-A2B1-BD35-FC17-14C0A06196C5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718154-40E9-53B6-A42B-2C05970B6D4D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8C18-0F47-12F8-1763-C8DA5A757838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5B4168A5-0DC9-D226-E6C3-096AE9A389B7}"/>
              </a:ext>
            </a:extLst>
          </p:cNvPr>
          <p:cNvSpPr/>
          <p:nvPr/>
        </p:nvSpPr>
        <p:spPr>
          <a:xfrm>
            <a:off x="5100263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B3EF59-6F82-97FB-DA50-26C8ED3B0AD9}"/>
              </a:ext>
            </a:extLst>
          </p:cNvPr>
          <p:cNvSpPr txBox="1"/>
          <p:nvPr/>
        </p:nvSpPr>
        <p:spPr>
          <a:xfrm>
            <a:off x="4830140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803966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5BA6A-D34D-A303-4560-A7B6C580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78AEEF1-FEF7-6F6F-FD0A-81DCC048E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9AF16FE-F6EF-706B-37C1-DC99EBB30B1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B34DA6D-616C-4E9B-31FF-AE8773001DB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40B0E4-5E16-2DFB-0B5F-F5FB2266CF7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D9B5D70-AED7-B50F-239C-51C38C98657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7923A70-FD32-4343-C701-F2E71B73C8D3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4B81953C-B7AF-D14E-48D9-F255B5EF2B4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5E9F720-6D83-A18A-7452-95E3ECCBD95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8342450-22CE-A84B-3EF6-163AEDBB5014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01F42F4-C966-E9AD-1B5D-3EB5A6E8EC8F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A5C5133-EC02-7D7C-343E-FE565884E798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DD8F2AD-8758-C050-C8D1-E8BC4EF51475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43DCC84-F84A-8B6B-C6D0-7E261F97855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93A6462-11AC-611F-BB7E-237672D57936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1D01C8-BB09-D3CA-96D7-B0C7E3341A8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A4547A-C1E7-EC45-C66A-AB2E0FD2B997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B880C483-6881-DE22-9DFE-22D3649E1CC6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BA733BCA-74BC-8C5D-D824-8979E70F0A64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387E6E9-B66A-E886-3AED-3B6EBAA2C76C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83E491C6-655B-ED37-8BEE-20145107D46D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7C243BD-28BE-D6A2-EB59-0F661834DCA8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77777ED-2E45-74D3-3B8C-2E11B203E7E2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96838A-4E03-914C-5F62-46E572830C63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F36418-CC93-001F-A0E0-F8DEB82EF7B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EF4FC5-530B-733E-A460-1138F2A027FE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BC15A9-FDDD-8C1B-BC1B-DB898DAFBCB3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9FD9EE-0FFA-758B-C119-CD319D0B948E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7948B6B-74CF-318C-3173-3D65634830AC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250E93-ACED-8797-529A-6BCF1C98BDD5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C75A01-95D1-82D9-C771-FBFF9466600E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4035F4-8133-21AA-73C8-F28440021AD0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F7031F-81E3-BF4E-6A85-52D6B56DDCEB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7B2E984-BB32-F827-3A7B-CF12F7A6318A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80FC444-8BC5-37F6-B4A1-968A32A0A9DC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802292-01B5-AC22-6ADC-DBC371B0622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9E32AB6-2A21-FAC2-8702-64196C6CA74D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501AA56-6DE2-8A9C-0C96-D211D799C3B2}"/>
              </a:ext>
            </a:extLst>
          </p:cNvPr>
          <p:cNvSpPr/>
          <p:nvPr/>
        </p:nvSpPr>
        <p:spPr>
          <a:xfrm>
            <a:off x="5100263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2DED7-AC5C-9B71-E72D-C7BFC43A2FB2}"/>
              </a:ext>
            </a:extLst>
          </p:cNvPr>
          <p:cNvSpPr txBox="1"/>
          <p:nvPr/>
        </p:nvSpPr>
        <p:spPr>
          <a:xfrm>
            <a:off x="4830140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98550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41E5C-22B4-AAFD-129F-D9580244F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5E6385C-74B5-B23C-F9E8-88270B511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9E7C3CD-2B41-7D0A-9E6C-33D24A4FC0F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047F6D6-FF7B-A3FC-7880-280A0D0EE3E2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6D177D-3A3E-9395-CE58-F8202487C27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092C74-2366-A1E0-EB7D-841B50CFF674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6E654EBA-06C3-AEB7-7856-8C2748731B39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39CB753-ED61-9EC9-7814-B834E5FCE3E9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790E028-8B76-FC38-4FC2-3E6BBF5B6818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C67306C0-7AC2-CA5D-5A81-8674318EFE47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92B30BA-5F78-9533-7344-64E746389B0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42D03FC-413C-EB05-F543-2E6032AA9BD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BC266957-CA36-7ADD-EB49-927F6178039C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16A0F8-A44F-CBBE-FE01-D5E68DA6387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D62DB08-8FE5-51F5-0D62-2DF3CBD8F4F3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FF925B-70EC-0302-C18A-75130B5FCD6E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D22DAFA-22E5-3EA6-57D2-0CCADCF9C94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CED00FF3-9DE1-08A1-54D0-AAC526099F41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CFE4DB41-8F2F-2ED4-9B6A-3CCF740E30E2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1A32FDC-4C4F-3430-D46F-14EC46A9B354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3F981F0-FCEF-1998-61F5-E38B0F0A5E18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6B0B2C8-9DF3-04A6-FBA4-30BE9C04AB00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3B6F12E-97CE-71AE-1F54-2EEFC6FC7B2F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A7E6C4F-00D7-7F13-A787-7E50BF78EDD4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1AF855-F20A-2F28-D6D2-AC3E94D90AD8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D699A8-F267-D117-FA41-FC90A7D0D8E9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78357B-1AEF-978C-048A-F7450BE11359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5C9BED-D200-79DE-BB1F-4AFF23DB6B11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A3772C6-6ABF-F89A-118D-69C8465E107A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9BD39D-A475-6950-6EF2-F7D9F5FD82C5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908A48-DF34-DD84-ED6D-6EAE73BAEC0E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F19802-EAC8-D6D3-3748-86140C8B2452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C98C9-E55A-258B-2EF2-911AB502984A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CBD2F0-EB65-581F-B206-771E335CB985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E3FA0E-F084-E3D9-87DA-80A8FB259D12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3970CC-F575-4124-D615-0F1196CAA3A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50D4C0-56D1-2F41-C132-80DD6357B8D6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B1113E07-405D-59C8-6515-1C980D2D5B9F}"/>
              </a:ext>
            </a:extLst>
          </p:cNvPr>
          <p:cNvSpPr/>
          <p:nvPr/>
        </p:nvSpPr>
        <p:spPr>
          <a:xfrm>
            <a:off x="6115105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5B9F4-BF78-0042-172A-76B636405F41}"/>
              </a:ext>
            </a:extLst>
          </p:cNvPr>
          <p:cNvSpPr txBox="1"/>
          <p:nvPr/>
        </p:nvSpPr>
        <p:spPr>
          <a:xfrm>
            <a:off x="5844982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776203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B3B12-9296-7555-3A9D-F338ADD17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C9D82BF-C0B0-2042-1DE1-2A971530F6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8CA37F9-44CF-193B-A047-7E8A0BDF5A73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F36D4A2-6113-8366-0635-A78C025F2666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591DD28-837C-B0D1-F118-96E6AE50C80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D71916-6DBC-2C35-8728-EE16D079317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6D799D5-CA30-F9C3-0715-132005709B3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5AD8ACC-67BB-0DAA-7091-88A763D20934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EC47635-2A20-15CA-3C90-CF4AB804AA9A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2B873FE-2263-A350-58F9-D941089EE5DD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3D378A7-09E9-0604-DB7E-B8834BAA3F29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352E37-5E66-940F-1A49-4253B53C73F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9C7FF3A-8A24-771C-3B4E-48F9E0F745B4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DC0402C-D6AC-72DB-5FAF-211C3357805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EE0F49C-7D80-00EF-8F0C-F7067C847A70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DC386D-8C2A-8E00-0551-D57110C92EC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D3816CD-AE06-1D0D-FCB7-74EEBF5387F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22B60711-64E5-51B9-85D0-E3785D148DF2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DBDF0CA-ACAD-00FD-43CE-45E736105EF3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DF3E9B2-570A-8158-938A-C3E7F19250A8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CA7B793-9681-0F26-BDD1-5A70647384A2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8461570-B1D4-B948-1EEF-B4D7633709BB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DEE8AA8-6F35-F20D-599B-1248E883ADDA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26E3711-245B-85ED-399C-A4736D856A1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C85860-0F4F-5D2A-D3DE-D70A77956BB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98EC47-C294-FFD0-E201-AE493977BFB1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99F6BF-17A0-15BC-5282-6204135B803A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0020E91-01AB-6CC8-51E4-F603266C9702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CC72E6-7370-F535-A35C-601FC7185D8E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C6731F-FA0C-73E2-E5C0-B918D8B3C6B4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A2A665-BE3E-41EB-9782-1D4DCB65AD9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924F5C-1F27-1571-E2F0-E2A63B492C24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C8E8437-C47C-C7E0-32BC-7870C90A124C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0C3D4-3C8B-2A51-65CF-5E0AB21554C2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E64D36-3C89-3F25-0B54-CC03F0AB07A4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1AE4894-F148-6ECF-9D82-203E5EF1E7F2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C9F812-F2CD-4420-7BBB-187803021BFB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58A627BD-2080-5516-A588-BFEA306FCC62}"/>
              </a:ext>
            </a:extLst>
          </p:cNvPr>
          <p:cNvSpPr/>
          <p:nvPr/>
        </p:nvSpPr>
        <p:spPr>
          <a:xfrm>
            <a:off x="7175214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D7351F-A7EC-AF42-3235-8779FDB486AC}"/>
              </a:ext>
            </a:extLst>
          </p:cNvPr>
          <p:cNvSpPr txBox="1"/>
          <p:nvPr/>
        </p:nvSpPr>
        <p:spPr>
          <a:xfrm>
            <a:off x="6905091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179482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484D9-B81A-0E73-1C30-4D7ABE66B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882962-38B8-E538-0B0D-F2BC94792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2FC517B-C77B-2EC8-1141-2937452DCA65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D2CDC5D6-88CE-3B0A-B3E0-936D4ABE629F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ECB32A-D940-E621-989D-3D5F194835D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8FB3FB-EFE1-4656-E8FF-11275B0FB3EE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2308D80E-3DD3-4659-9C09-1E347FBD3565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BBDB2C21-B239-D1A5-1972-820F9DD0A575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637FFF6-9DD1-165C-F3D8-4A28A1153782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C1B18F1-05C3-89F1-7933-A1140577ED1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59E8F41-A52D-46A7-9960-922872B3BB6A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51EE73-515F-4281-72B5-AEC19585A541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C86A4F7B-B989-1762-125D-CF82D0E29336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369D160-C421-6130-0DCB-3312CCCB908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9130C81-7315-DAC8-8D39-C7E405490934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381D4B-83C4-EC2B-5151-91E4B8A3E169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C7E1DFA-A2E1-1A0B-238A-7A9BE5F2F151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5BDF8903-D058-8A78-64F6-D1CFE1641EDB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99138DB1-1FBD-DAA5-E8B9-41449AF7A7D8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48DEBBA-F4B9-B46A-58B4-5FDF5D0A0F82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D14231C-3165-D18D-D986-61B8A9E711D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B430CF-17E4-8B80-491B-2D6F55E216CF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780748E-704D-AF2F-E319-57656C06438D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4B933EE-1683-7971-7D93-922E8A2DEB2B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9EF113-8857-4E57-B4A7-323C0376344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09ECA1-6B5A-3B86-7565-963AA3E90B86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3CF432-7953-A591-745D-C0EE6286FE07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9A3D3A-38ED-33B6-C067-2A7BF437F63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9C33B9-A475-D72E-32E9-330676CAB9E7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733BB9-66C7-D6C3-54CF-33743497A7F7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989A65-F678-32C7-75F4-4E4C09608792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127DD7-8C1E-90FE-036C-900B3EBCAD18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A35422-033A-66A5-D0E1-CE68C5CA04C3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6B767B-7B16-8BF4-8B3F-37430DF6BB7C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3262E8-0571-4D35-5FDC-F9A605BAF0E4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969A61-9B59-3687-3575-ED43367A6F2B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C821DD0-6D2D-B336-414C-A3893AF05C99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58146EF-E486-295F-DB3D-D6A54B49D16E}"/>
              </a:ext>
            </a:extLst>
          </p:cNvPr>
          <p:cNvSpPr/>
          <p:nvPr/>
        </p:nvSpPr>
        <p:spPr>
          <a:xfrm>
            <a:off x="8248121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8DAE9-68BE-F754-AB9B-1CEB0E89FE84}"/>
              </a:ext>
            </a:extLst>
          </p:cNvPr>
          <p:cNvSpPr txBox="1"/>
          <p:nvPr/>
        </p:nvSpPr>
        <p:spPr>
          <a:xfrm>
            <a:off x="7977998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316575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1E73D5-DA86-A4C7-49EC-116C30C91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BAA131-4065-9081-9FB6-00611D876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58115B7-9CA9-31C0-4715-DC3234AFE81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8223161-7D0E-6D69-3520-E578B91B8B39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72498ED-F489-C509-7D8E-33D48209704E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8A58FAB-4810-EC0C-1E3F-AB077DED5430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785EBC24-D6ED-5FFF-EF1E-6FA97E5A47B8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5787239-2A63-B6BA-4364-38A05ED6B97F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D2B37745-B98D-FE64-CFD4-F8B86E3C807D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532EE7FA-C26E-8B3B-99CE-465B5C0CC8E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F2005D-487E-3950-4430-FBFCB676219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56429DD-DFCE-CB7B-F058-D569C191709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C85D168-9FC6-7334-3C88-AA2CCFAE6BA7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6A3B167-AECA-5A20-701A-16206C842E2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7744406-3E17-5A67-ED51-F1425F592339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255CBB-5B18-458B-7135-FCC02BD21219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1901A53-62D0-9493-3552-03E38567C7E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247A88C8-85BA-0EAB-DFEE-43F0969FB509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1D05F059-0CB0-6454-2B43-521B0568F1A9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2B59D44-49F0-58B5-6DFB-47B327CBF6B6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53F36DCF-DFF8-E9E7-F889-E23FEF177414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17DB092-4D96-9FC2-BDC3-1B8D5B9761D4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46B74F8-294F-7446-7BD5-76F6A40E6FB3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B97E790-C659-EB82-0DEB-63A767E6E35F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F328DF-D369-EB44-24DA-D808623A550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E3A872-6812-87CA-4CFF-0B0EBBE5C551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388C92-8D10-8BEC-D7F7-5AEB60343994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4B27A4-CA5A-B978-DE72-04D50E9C858E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AD2D5E-6BD3-E63A-632A-586136F900BE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8251B5-968A-A1D4-5E60-5A1C3E9195FB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467634-AA09-6DB6-E562-FDC93AFC1B7D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97FBEC-41A1-C19D-35CB-09A90F28414E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7465038-D180-017D-3D22-854F2F225CDF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DC7519-BC32-4549-5637-A43B958B2694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B2B3D-A244-24FF-41CC-2492A6221E48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226B29-4071-10D2-9AE9-5E22985911C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0BD6-9A89-89CA-1257-D6614A916525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B0A9C26B-4ECD-6313-DEA1-49CAA64C1543}"/>
              </a:ext>
            </a:extLst>
          </p:cNvPr>
          <p:cNvSpPr/>
          <p:nvPr/>
        </p:nvSpPr>
        <p:spPr>
          <a:xfrm>
            <a:off x="927662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F30D62-F253-A86C-3EE3-70EE576C8C4C}"/>
              </a:ext>
            </a:extLst>
          </p:cNvPr>
          <p:cNvSpPr txBox="1"/>
          <p:nvPr/>
        </p:nvSpPr>
        <p:spPr>
          <a:xfrm>
            <a:off x="900649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156159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5FAD84-6476-206C-6304-DFD1CEF8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346AC1B-B919-F0AF-8B3F-347FF4079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DAF7108-D926-70A3-AB31-5E1B9AC5EA4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CEACE63-A26E-C1A8-A847-ADE108025E44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1BD571-4A9F-F342-0B2F-D75605C7F139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8991C6-2CCE-643D-5A02-D83E2055AD35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95F761B-C3FE-1DF5-A228-05685684D347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81520F23-0859-1342-7E6F-27ADDBBCD2C8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B3E07ED-5EAB-F303-2297-136A34E599E8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5287E1F-055D-3B59-4BA2-A3BB4451F1D3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C42E7E-2CAD-BE48-4ADD-0506632296B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1F583B9-45F9-9703-7724-AC59287A714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CF36FCF-DE29-BD0A-B055-918490029BA6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E47E1F8-F9D7-F6A0-1853-2B3A28B01A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A1D6215-5746-0660-2F3B-107C8C42587C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508B64-0A61-4B3A-D0ED-6CEAE48FF203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3CA7B58-B328-168B-BEF8-451F4A74F85F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4D57321-6955-1F0D-1704-54CC86591332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85C6BEA-1C6A-C726-B5E8-07F168DD704F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C74BD60-9F40-85F5-C589-7B43F0D48D8D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13ABE71-4844-EC78-6F17-F9319C02A11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4800CBE-5466-40CD-AB2E-BE8004704BBE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96D5224-5312-19E7-B43D-2A0C51975D88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EEEFEE6-A7D6-DD78-EA4B-782EAF2B6C4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23CF15-671E-33DB-04C7-E56728909A4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902D3B-515D-DF24-E9A5-A1947D4F6135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7B4C0E-F560-B206-7429-A76EC6ECC27D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DB65A30-B8DD-B609-3569-AFF81B0D26A0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082DF5-BFFE-C952-5C49-5A9029CE8A79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5AB2F8-0AD8-3CF5-5398-7EB42CA06CFB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B8E89E4-AB3F-9D6F-1579-5C1FC59819F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4E3ACB-E292-0120-BAF4-346DBA9E3A18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610A3EA-FB29-AE4E-070D-E39C6DE6108E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EED6D1-527A-84D8-95C8-94B4E280A711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6A36343-3359-A075-3646-659560A531AC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EC8A9B-314C-4C2E-FF5B-28B5DCB38014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157D1F-3EB1-9955-CC26-0EBFD6051EDD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EA551E54-15F5-FF72-07AE-825C95D670FA}"/>
              </a:ext>
            </a:extLst>
          </p:cNvPr>
          <p:cNvSpPr/>
          <p:nvPr/>
        </p:nvSpPr>
        <p:spPr>
          <a:xfrm>
            <a:off x="927662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C542ED-8BB7-0C69-AA65-70EEB4E2333A}"/>
              </a:ext>
            </a:extLst>
          </p:cNvPr>
          <p:cNvSpPr txBox="1"/>
          <p:nvPr/>
        </p:nvSpPr>
        <p:spPr>
          <a:xfrm>
            <a:off x="900649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69772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2A2EA0-3B36-9D73-4EE5-D8DB74AD4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F140D2-421C-445E-5893-328477D08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22F2A32-457F-F590-9376-BD94362DA6E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528EC16-9DFE-8C91-5273-144275FCB639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7AE9766-AC74-22BA-DFE0-5F72E40CBFA5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EE79D8-8D44-D682-9CFB-ACB06E4AB695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D72BE77-C2C8-A31A-6185-09971FCB7841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57E556C0-2D7D-8D24-256F-99F149A8B23A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CA5CF11C-3B92-226B-2793-706AC1C54474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F7F2A44-0C20-9248-55AB-E7D64E5B9ECA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ADC08DF-E861-C155-4059-D7AA555682E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BD1193A-63DE-B561-2354-6D25DD0B2C57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FCC725C3-2BCC-9838-D5FE-89D37081EA0E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6E5C19-660B-F24C-7784-C1AB53BDB26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F033649C-F111-C3E9-AEC6-FF1764011825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1EE3F8-2810-FAE4-2E6C-274ADB1DFBB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3274C4F-E36B-0F35-2D8E-1453F0640FF1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40AB22A-1A23-B251-9759-1BE93F33E5DF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DC70D5D-7D38-9653-00C9-9B686C4D8467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2095D17-D35B-982D-A65E-FF948D4B1A39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37936B2-6495-375B-D54A-149A9A94D5B0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1E41F63-6110-5761-662F-5CDD1F74C498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271FF29-BB06-8A97-0854-3CB8F7BE4A4D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B338ED0-0F8D-97E9-9C4B-54EB762B0B8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8BB69D-4A43-F983-517D-A66F6F35849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686357-5260-1479-CEED-5733F4625C4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F655E64-B2B9-9076-3B50-7814034B681B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16CC1-D707-87E4-ED11-02A751CBA7CF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026BD3-1672-551F-3A35-B85257FE2574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AF56E2-3175-7230-F0B9-74BFBF68CEEE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79D0DF-0ACB-7EA7-E779-D1BB45BED667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9857B5-9753-6D70-D1D7-889D33087F5A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FAE6A9-4F52-3D0F-0AA9-4EEC13860680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0B9DB-466D-1783-321A-5329E8C70096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26711E0-8103-E213-3785-F3C6D91EB177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789B279-0002-8FBB-D71F-F9692FF25611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F691DD-C0E6-A133-2A28-286BC18CE71C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E548DD-1BE7-2D08-A84B-B8D833FBFECC}"/>
              </a:ext>
            </a:extLst>
          </p:cNvPr>
          <p:cNvSpPr/>
          <p:nvPr/>
        </p:nvSpPr>
        <p:spPr>
          <a:xfrm>
            <a:off x="2383025" y="506113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6121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9412AF-B46B-CE8F-5E18-8B57F63D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7878A-67A2-C9C1-C5B3-773AB59639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F85A5E9-F147-3739-144B-3202F7E8DDCE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4C41A9A-DE42-46DF-8B50-8FF13CE08AA6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E01548-55BC-B595-5DE3-8BE61CE95E56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93CFC28-9732-498A-08A1-280E55DC4790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77131D2-14E5-CEB5-3AA9-5FAA9E4B8B0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5116CB3F-188F-7988-E549-31F7AEDD3D8F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D6DE895-4D37-D609-112A-E2B844008C6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41CB6CA-A782-74E9-8243-241D30B994E5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42A58D-54B5-7113-7447-B5F84EEB410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AB256F9-9B5F-E6E0-B5EE-58008ED747A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E001341-E201-6CDB-0254-45CCA3E2FFD3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DD09321-6191-F857-6B1F-39E0D9F8ED1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F347CD6-20F0-F690-7634-110E2EBFA32F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2AF65F-5289-2689-8498-5591526E0A54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A711A1D-2C74-1186-F9D0-B14DCAE3B29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D171CD7A-9750-5BD5-E914-45A7BB51D04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CA74BC-F057-66A2-CD19-5CD2C8FA242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BF6615-0942-6A21-A3B0-D7AEC49C1F72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4A5EC4F-5EE0-D1CE-37A1-B18AA5DA53C1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452858-0148-4423-D41B-51C2E106DF05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0B6AF41-C55C-48DF-345D-86C596EC5CC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3CDC201B-C3DB-AE8B-D71C-B3DC09BC7CE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96EA54F2-5422-0C7F-3547-C2B0BDC3228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15160404-179E-3864-3836-C784551388BF}"/>
              </a:ext>
            </a:extLst>
          </p:cNvPr>
          <p:cNvSpPr/>
          <p:nvPr/>
        </p:nvSpPr>
        <p:spPr>
          <a:xfrm>
            <a:off x="12494936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99AF250-9118-4921-3D89-AE664FECE1B1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2" name="Oval 41" descr="Man with facial hair">
            <a:extLst>
              <a:ext uri="{FF2B5EF4-FFF2-40B4-BE49-F238E27FC236}">
                <a16:creationId xmlns:a16="http://schemas.microsoft.com/office/drawing/2014/main" id="{449CF17D-A4FB-683F-AE3A-A3716A0BF28F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C999B5A-8E19-E5F9-7312-076773EF5269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74A2F098-F49A-0A69-7DC7-9977C1ED2A0E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F5540AAE-6F47-B333-F899-5C99552C63A0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7" name="Oval 46" descr="Man with facial hair">
            <a:extLst>
              <a:ext uri="{FF2B5EF4-FFF2-40B4-BE49-F238E27FC236}">
                <a16:creationId xmlns:a16="http://schemas.microsoft.com/office/drawing/2014/main" id="{B4EBE059-9C1C-E5F4-0A83-0EF405E8D763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6F2EA3C0-CC2F-5ED2-3BDC-EAC56CF6400F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9" name="Oval 48" descr="Man with facial hair">
            <a:extLst>
              <a:ext uri="{FF2B5EF4-FFF2-40B4-BE49-F238E27FC236}">
                <a16:creationId xmlns:a16="http://schemas.microsoft.com/office/drawing/2014/main" id="{238AAADE-261D-332F-7C52-9626427396B5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3D5F71-044B-1DFB-1FF9-710E92108147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4877B4-A675-52EE-109B-BE97368A217B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830EE3-F181-594C-37CE-AC315C3D5630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A11940-9337-A1EE-DB46-0774276CE90C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631DE05-0FFA-C92A-8343-8D38ED1BCFA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8B7478-1AC0-20B9-1379-AF80C6C7EBA6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CC6F950-618E-CC0C-7D5B-4371D5D49E99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7558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5C4D76-AA0F-C7B0-5A3C-DBED24F3A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551622B-577E-B239-A8AE-38B3317A58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F702DDB-E264-7545-4DB2-DFA87009349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29A579D-2E3B-7B19-57CA-FEFA11CF75C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4213DB3-3ED9-678A-128D-81465F392C1C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49A718C-3403-DCCF-6FCE-753E2348DB2C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3B314B2C-C9FA-F208-2F56-2E5117664DE2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5BC979D-3D82-F6C4-41E7-1CF6D697F634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EC69CA26-E971-F3A5-F58E-41E5B7B3E415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C886527-A709-D4BD-F17A-0BAADA26963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2476325-8058-6B9F-313F-C163DFA22439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F4C762-BDD8-0BC2-2A0F-08D34733A213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97817AD-BA44-E704-DA32-094944819AF6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397798-8299-4600-7544-BEE5CB07BC2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8CBF52A-84E3-2A50-5D14-B225ABE3D764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B5DBA1-7525-B935-2214-8DEFDA78DFF4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32588F6-21D5-F668-E9A2-3D9849235EB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30FFB12-CDC1-481A-31F7-D11790704B0E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758BBD-1D70-5485-F830-1479358E16BC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2AC2CA-14A9-015B-A9C6-F6CAA1C32C74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FDE2A0-1EB8-6759-041A-B9E85DF9DD67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A84552-AE68-E2DD-BB21-AC1A1AD0D4BE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8268FF9-CF3D-4502-5A12-1691C26E2B14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97C34F-AACF-9F04-9B96-26EF0B8963E2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97CDB6D-63EE-92A5-02C6-A742EACF855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C09E0BF8-15DB-8FC5-86D0-30C76D470CC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F998BDCD-C711-2692-6130-7F0DF60000C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1E4DC9C-34CF-1B2E-6A2F-48FAE811DD74}"/>
              </a:ext>
            </a:extLst>
          </p:cNvPr>
          <p:cNvSpPr/>
          <p:nvPr/>
        </p:nvSpPr>
        <p:spPr>
          <a:xfrm>
            <a:off x="12494936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166A1504-96A7-C2C7-54D2-3720889F2AF6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BCE455F-9110-1D18-1A8F-AABDD0374066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D2752566-CA92-3EFA-DA9A-7B57E631EB1E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92F64A3-E7F3-33EB-BB26-964168F9E899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48176DB-79D9-959D-5155-DFBCCF5BD9F6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1E79271-1C4C-EDC2-B4D6-B4614507AABC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2A4BB02B-388E-BB7B-F25B-F2EC47D70C09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F4694A15-D53B-EEFD-E7C2-78E8E2EA9EEE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2370AA-AAD9-628C-C49B-03B2FD577179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8B2A65-14D3-7167-27AA-174187ADC6A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C934B5-E5E6-13FD-CD5D-1F99E91DEAA5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4CEE2-1B72-5B9C-B94B-77B5B4C36FB9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FC1E6-D094-BF48-0DD3-4C557A97BF94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3FEB0B-5EC8-29E4-6029-21818079DB51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23063-540B-11C8-7704-96180D97AD22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88455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A7F91F-DD33-18C9-1F00-6E055BC56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DA2BD7-400B-DCB1-9DFD-77808D7B0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114C33F-7B75-BF25-BAA0-CDA8A5314E01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C0352E5-B4FD-82BC-842A-FEBAF638950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D27D08-AA07-E0D6-2E84-647981C1B4F1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863E55-6492-2A8E-98BA-95D4FA3376D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1F902BC5-C33A-7529-FBEA-E99C1CD6A0B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9537D53A-B04B-529C-B8AA-02BC08CB1E4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55868C0-7271-0D3F-D079-1EF17112225B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343D527-0886-BC4C-AC9F-FF919B6EBA09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DA56CB0-6764-F3A6-A933-77D6FC93D21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2D444A2-5665-5353-571B-45AA5EA43C63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23F5F1CF-E760-1696-2C54-5E9DEBBE8F21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352815B-961C-C352-A82C-EF0BF8DAC76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466954DF-8DDB-F47A-9056-4DE5CB741C47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551776-E59B-FFAD-4BB6-2E7CF9CC3C5E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79A49E0-0F4A-2042-D443-DBF8A7DBEFA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98FF2FA-5938-D4A7-D005-AF4EE7F26FED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E41A29-07F9-4F48-768B-FA4AE59444D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E7DA23-8B34-CA49-5563-FC19D4AC8535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0173DD-D408-25AC-CDE7-8ACD76C1CAD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DF9DBB-BC9C-FEF9-49E5-01FEB3068831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67114-1CAD-5307-891A-13977EA2F992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D61507-A2A1-53F2-A74E-7F1FB9880006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76A938-FB0E-05E7-96E1-2BAB0CCD5652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C0083C54-9F05-2F4E-A03D-52DCB7F1C55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3B1ABEA-5FE4-13D9-BB18-E4C4A85B994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922599A6-9FF7-BC5D-0CF0-053839F2819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41C1D68C-38CA-5089-8119-A830EF0C23DA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4E97E94-C8F1-5CC9-65E5-E3CCDBFBCB85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" name="Oval 1" descr="Man with facial hair">
            <a:extLst>
              <a:ext uri="{FF2B5EF4-FFF2-40B4-BE49-F238E27FC236}">
                <a16:creationId xmlns:a16="http://schemas.microsoft.com/office/drawing/2014/main" id="{66EC5888-0FF8-63F1-F1A4-9C8B89F95707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696D6C1-59FA-16CA-3093-380FC38D7C30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A4593635-9C05-409C-B2E6-33EAC6D0344F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7AD4923-4A71-15DF-6BB0-598DCA4F4840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37D9B43-BB47-7BF1-CFF0-FCAAC6B3614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0FDCBCD8-ABE9-02FD-195C-7EAF9C9B79F5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297039-7E7D-EF68-00EF-5D52FA544E4F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A8B28F-8F3F-4543-6FDA-3EBD588C84B1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DA2D8F-F53B-BF6C-7518-24DF32EF6DE2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481C7F-2B88-487C-3451-CB9B35FC9DED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B1552-2A05-C538-5B9D-A911C7843BCE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11FC8D-3306-A1A9-73CB-6E87145D77E5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15F397-5F9F-C453-4590-917E183F0CF9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24684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2D621B-D94E-01C1-8671-DB13A14C6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44EE60-608E-4438-9DEF-507A7AD670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2E64A15-F5CC-2BAB-0EE3-CE46124EDDDC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7483099-F377-F82C-B4BE-18F28BEFB9F6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B378FF-D768-4C17-8059-D33BD61101C5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29CDDC-67AE-9316-DF12-15BBCB1D5BE8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DB49B5C-EB29-F5B3-0D94-AB188D2F5A8A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491CDEB2-9317-633D-2903-7906722CCD20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FAA502F6-5BD0-B929-2D6E-E0A47299DCD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CDA6BA64-A494-85CA-E222-3F8AF810527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77B9F25-9D6C-E053-0799-1BFF515289F5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74270C8-B6C4-6CBD-42B2-69407EC0D30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F9C805A1-73E9-872F-8B44-1936D2A6E68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A84736-D838-ABA4-1B90-72E836B72D2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4B260CB-BD7D-A422-2D3A-1CA050FA0403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7E778B-7695-9942-F420-47621C1A4CE6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8648E9F-B7B4-B647-07F7-424AA6E50F0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B749C1EF-1C0F-7A53-6993-BC79FDAA7500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BAE94C74-0EC8-35EA-DAAD-25EC47FFB30E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63D8C4-3DDB-5C33-E2B1-6E3616FFEB0E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2AC9B6-32C1-E874-AAD7-1BFB8A05C93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E339C8-BB3A-AEF9-FB6F-AD7690398F65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85F243-4004-2867-94BB-4B8268EB4525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CCBE08-7AB0-4CA1-A521-BAB7941B2CB0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99FDC3-66F0-92A9-F77C-32796AAD7F28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68626A-4DBD-9402-99DD-0AD918A47074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188077-62E2-3832-F783-98FAB1CD1467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260EB639-9445-854E-310D-896FC7E52A2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16FEC893-CB2E-2824-3FED-1D70A211E73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F67DD11-4D7F-7D2B-8C8C-957EEE71AEA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4A6AD07-CC2E-DC04-F92B-42E934D596A1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D075B668-678B-4F74-3F7D-954158CD1254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085C207-0FC5-69FA-0253-C3BB07396FA0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2C30616-69BA-2C12-8339-89AD1BAF59AC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F8DBC05-48D4-5D67-82BE-5E13E5187E21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6BA41AE0-5998-5D68-F7E4-552413161151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667ABDBF-A718-0453-47FC-10378E477979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DA404F-8886-ED93-6076-FE6B043D782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2D71B8-A52A-1335-37D2-981A67E4303A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FE1F6-441B-9A8D-0EE2-386A784DD8AA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6645407-07A1-C5BA-4E3C-803CDBA50CB0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283AF0-3BAD-A9FA-66CF-64AEF8357C45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F5BD51-6B89-8531-79FC-81D68CB93967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96884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481D6-3844-598E-39D1-7A2E6F37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F9C2A8-46D2-D8A7-CE32-2E5A49531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A2C42CD-8B7A-47A1-6900-28FCD10F0268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CC64607-FE5C-02C0-02F7-65A7803C76E8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1D44B16-DD2C-58D4-26F0-12BC9E9A660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306B2B-6B76-2F58-1111-A210F0DE20B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1D1DBD0-6BEC-6280-4D23-EE46B5163E04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AA12E00-325F-17B1-558F-A806A9C44735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1AFECC5-60A7-828A-D1BA-BCFD9C619B38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7BE03B2-FC01-815A-8820-DEC7C25CF69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C7E907F-DEEF-9ECF-14CD-66381812FFF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4457A83-7062-44F7-ED1D-64EDB2521E4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A88ADF6-C48E-A102-A305-F1E31CC3995E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A03469-9D34-1EDE-1D5B-7EEEB7E5D61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A50A49B-6D68-EE04-5E62-D19DE7DD7D6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9CF7B2-DA0C-A07E-F94A-1BFB6E184E85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4053C5C-DFC7-088A-F30C-DAE6A756A126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60BB512E-98DA-DE11-0C7F-300C30E9E143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876DF17-8D49-76EA-6D55-EB398361E304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AF18B31-2133-ACBA-CA85-2843DF060D43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78A361-68EE-53AC-53A8-0FD59F00CDA6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037B0E-CD44-6CF3-EB21-3AA3E45EDC1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48670CB-523D-3DA1-7986-D45FE8626E20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877D5C-482B-76A7-9BF9-D4039446F98D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F98B1E-CCA2-647D-9C31-8EA46C0536F0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DCC923D-1564-1CD0-F3CB-B31125A2B23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0604A2-494A-143F-5A76-D89FED6D80D4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752C709D-735D-F6BB-AEC4-D44CA858F3BB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ECDDD9B-0CF4-319B-BF7E-658B1812023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535E1403-261C-7C48-20DF-962DA023B4F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E118A092-20C4-D21D-188D-4C200305EA5F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D924292-4113-1B14-21DC-5BC04D80C38A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1F5D232-3152-DA85-CBF2-EB2424ABBC43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D37E437-B879-6E70-9DF2-67575F600736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3556BDA-8C79-1495-797B-101EE5803C07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0C2D5E7A-DB68-43F0-F131-58C289829049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F74FED22-8BBB-58DE-8236-ADE0F8FC8E20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B5C87C-DF24-1BB0-2631-C6B0A7BD2A14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7B6E2A-5219-7FB8-B1E6-EB515709A891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C538E3-C30F-5D5F-CF9D-E7404B675F71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8392E6-E028-CAD5-6B78-8B9C95B8E40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72B944-C723-CA31-07E2-227EC01AAB64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A32E20-32C0-463D-C639-B5A5634165F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4970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B84BB3-ED57-B7C9-D773-B336876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8CCFCF-9430-5973-A7FA-DC6BB2DC9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1B48A8D-BBDA-C66F-4D6D-85547994AA0C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3305518-11E0-9DEC-D5E0-B29D4695B215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F7FCEC7-6D43-8789-1A35-79DC31DF22F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9D030A3-69F5-5C34-328D-9BD8A75EF6D1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806E5A96-3B03-B483-0DFA-ACFA3831F85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28183948-39B5-D4CF-6E3E-1238157DA13B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479B90C-6D8A-25BE-8340-5AB30119A68D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4FF39D4-65D5-BE06-E71E-88E5A0D0F40A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A359CF0-47E2-6B79-6AB3-88F88C0B8FF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F5B6666-A954-18BA-4BD0-F88B1BD34E50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0D2A0778-DF06-5041-AF13-4B47DEB8E911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0E7CDA-9DF3-1979-7DAA-882CABA4DD8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0D018E8-4802-DC47-1D72-89E6124A405D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FAC485-BF97-87FA-18D5-9CD4AE028513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1F69613-DB0B-AADD-B7C0-09B909C1BA3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95884380-12BF-EA81-72FB-8DCA93EFED0A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6322D09F-6B19-C1F2-7224-D7FD8B3E6CC8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6A86C0-150A-9088-10F7-260050942BE8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B4567A-089C-6B01-033D-210E8BC0361A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320055-33AE-300D-E9F3-CE36FE47A32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0FC2E3-AE8D-9C6D-F866-3D6C29B50A1E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7E780B-E345-D6C4-D25B-48505AA8D8F5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A5CA1A-99F7-32FC-BA24-7A7297AFF71A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D18780-6994-D128-669C-8FA8F6F5AA01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8ED7F6-2D3A-4231-045A-65C58328F8E3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728782AE-B58A-9C1F-8F46-B08A80DFE54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968B3458-5DCB-130F-E3C1-CCAB1859BCF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2214F53E-3107-B719-051F-C94E53127734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A05885B8-9FA9-1C19-B967-5B2845EEF039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36FF6C55-64F1-D08F-3381-3A65348951E5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6A6C8D1-5C7A-C39D-32DC-F5159B3CB7C5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EB22BD7-C4C3-A9B3-B250-23283F8A2EC8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AB2AA79-9B72-5FC2-D03D-23297EEA21B2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177AF00-896D-B47F-1BB7-284A7BC5F040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48C5641-4B6D-6E24-1BBD-0987763005F4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9CA161-9176-AAAB-C1B7-2D112B5FACE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CDED28-6DAF-0E67-DF70-BC5D5CD54BC4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BC196-8F25-3FF9-0153-EE53212A75F7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350F21-24C5-B9C7-5739-A0D9DCCA6F4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B3AF2-EBF1-F185-D3D3-63FD967A4A19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87774E-86C5-5443-3B9C-BCFD240F2354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4827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B2840A-2384-F79A-1A8A-2ABB97E1E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A084FA-4690-18F3-0538-805F5B38D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AAFB443-284F-7B31-9AD4-D1776886CF4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D185140-4076-94D3-BBB8-F1E9D60B094E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C22CA3-19CE-12E2-54C8-01F6DF3272D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42B5811-FB5C-EDE4-5050-DF4BD82D70C1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F4B334F7-BE75-E8DA-C8BD-5D0370683FAE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160273B-9573-33E6-C6ED-72B354C3EABF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61DDCEE-4DCF-34DE-0979-0473199A44C3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E6DEC00-DDE8-678D-E710-4B55ABAD0ABF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0C4C24-7ABA-6291-0CAE-03A21878D93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2B57EB8-997C-1F0D-EFB2-E0D596CD7CAE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F69A465-9324-8961-98EC-C3C1236F8748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D89C391-7E98-B81D-BD37-146240AC5F89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D4023312-39E0-0879-F27C-18F678DFDC9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3EAD8-A03F-86AD-5F6E-6B68DA7651CA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066FC3D-1392-5FDD-C802-67963DF3B36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1B7A7C3E-61A8-D9D7-4F4B-4F9AF6D3DE21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07392BC-705E-23CF-4645-8A97FE0ABD21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B2EB59-E940-A981-9446-BBB35D2FDBC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667D39-64D0-FCB4-0469-3608920E3703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D6FDC2-DD7A-8A4F-E715-0C20A738E9C4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0BC090-D089-044F-9FE4-8880E86E3CDA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255EE9-0441-2D09-3A21-49826ED1C7F1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9F26B8-EE3E-5129-08F7-FD9B778F380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17F5E9-642A-98F2-2EA5-2D7F92BB21A6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908F51-B346-82E7-15F3-23D7869EC5DE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87368DE7-142A-FD09-F3DA-F676D6D5E05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0BC7934-1C2F-B7BB-4BC9-11A7151BD6F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81D300D-B4E4-46DF-749A-3C7A0297C09F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4492231-7CFC-51B6-0406-7200EAEA748B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AB8E8DD6-7A91-667C-C06A-51155EE7C319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10A5A53-7485-705C-5D36-549E4822D47F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205D651-C824-3039-95FD-4AE746573D1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7D88867-B494-DE33-FF17-30ADCC10D8F8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9B87B81-120E-348A-B17E-1D912FE20B52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63EA206E-F9DB-36D3-F06E-98390C01A1A0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78D64-043F-779B-9122-3CEC481E3713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83722-3E23-2DD5-9018-CA07027FB990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33A8D4-61DE-1A07-E89A-DB2FB8BA7BC2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2BEFC8-AE42-5757-3B66-134DD984174C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FB6788-55F3-261C-4710-12BF4564E88A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AB0E14-546A-86D5-237F-4FE8E69B7D15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9202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CE92C3-8FED-1D5B-8D82-68F1AF18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5E01CCA-F3D9-3CD4-F6A7-C57FFA55F1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D74C4CA-6098-0907-2180-3FC659D94E2A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76EA71F-735A-79C0-5677-0F3830D7C1E0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413402A-7460-24D4-06CE-AA8E6975012C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200639-978F-600B-22BA-0C102CD69F6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85D5C96-2CEB-EBBA-2523-E9D931D06223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630439A-837A-4106-A648-EA03456D0BF3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6A16F99-2F2E-60BD-2EDB-6B947131BD4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55991B7-B0E2-6C65-949E-1A629F65DF2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04764C8-C0D2-B8FE-E006-E4A6289AF30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D1A38A1-6563-F3F3-D0B4-0BCE3F5D149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DA6EFF29-3F38-C834-B97F-A1BC055E21E5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3D697C-06FA-4F2B-1310-CE5B460C220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3F075F3-0885-D8E0-A7AA-C94CE5804199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EC9F1F-92AA-A250-1C3A-1E7644D847C3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1555C72-F490-7349-E8DC-47412D36207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E9DBB11-532F-1A46-E036-CEB5A875FF76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5037988B-5D29-0937-038C-DA3EFF9F43F4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5C1849-EEE0-4C71-6EE1-80A7AA1527BA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66A13D-F8DD-88B8-4B8F-F866EF1D2C26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2C1FB1-EEB8-0ECF-EA18-0E399D8172E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CC8F46-133D-D998-AD53-6135C8E50354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2076C3-891D-A197-A9E7-EB1DA2F6D1FB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3E987B-6FA2-E226-D541-5CA457ED98E0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EA3AEA-413D-085C-2CBE-CD4E8D1B2E4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4B3EBD-A794-E688-8504-F1EE5324511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8166E127-26B9-C6A7-79D9-4D7A40E426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B612335-36FA-0080-3B73-F9AEBBD650F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4C3E671D-FEEA-4D44-D0EC-FAA14ADB3D50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C11107CE-1E08-4D56-E551-006BE35D62C4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848A9F32-7A41-21DA-F502-1A754D8B39C2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4E2964C-F7CA-9BE7-FC4A-489DD1B2EAD1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E7879F3-02F6-3C36-DE94-2A262A8A9AEF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D5482F0-B907-CF19-AE2F-F2E4687A9EBD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22751954-8215-5D0B-B5ED-83B4A2C7F62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F5C537D-FF28-F373-77AA-AB5CE25D0EEE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C66A62-6815-1595-60A4-4B8E6948C890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3C2FE-45A9-636D-4D8F-A203EE39426C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246FF1-3F70-6A28-12F1-5828DD24F81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E8AC4C-139B-BD03-7271-D21FFC6318BE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A850F1-B53B-E030-D847-734A006F95D2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00CF57-E02F-E014-9FA1-A5CB6C742F7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9404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4F47A-EC92-6D68-13D6-26C396EDD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142625-AF32-0067-0FA7-7B91FD7B12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755C445-E164-CF78-B33E-3C0C902F1902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84BC24E-6673-A79B-6DF2-7AA629B3CF4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0E0A4CD-31FA-BBC0-2B54-B07A3585CDA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210B8-88F5-065A-F173-CAD30490BB39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368CEE8-6B55-AB5C-82CD-553F42B28124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12F2F4B-2FC7-8C78-3ACD-AAF207FD494C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BCA471F-ABE5-E8AC-2E34-5B87048321C0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25F4836-61B3-F5CA-AFFB-F4EF9213208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328DD95-5FA3-94DC-4C5D-AF6C5664F12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318324F-4E34-8601-6E9F-9F3DA1ED1E72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EF071616-17D9-9E3F-7E79-8081951AD8B5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B961B26-80AC-6DCE-0728-2480C7301292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D59B61E-645F-6A42-5E08-18123DD8FEB5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E2FD00-B9A2-079E-6908-685EEA536788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C3F048-3D12-B385-E203-B1254DD94B6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61B80E70-D307-69AD-0FE1-9BA09532E98D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91C6BFE-0D84-2B76-A99D-89A70F9D1BC9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2E38C2-ED19-012B-4EA9-F65A2AB6B99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49EF8C-200F-FEE9-20F5-AEAB69DC7935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03E3D7-B62F-8323-7A7A-57F9B07C7811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5DBEE1-F22C-7DCE-CAD8-D555D57316DF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CBFAE3-8862-FA84-E40E-4D8C00B10F18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DE3A60-ABCE-E672-02C0-5402DE9DC2FF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CE946C-0046-F3AF-D544-DAC340FADDD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ED0AAE-6142-3025-B78D-6DE70DEC0225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4B78C53D-5CE2-3B7E-6CF4-95360E7C1DD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5EFF472-B1B6-9947-8B13-911B89C6E10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71ED522A-BFAB-437F-E240-DE772CDC64A2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366167CB-94AD-78FC-7CDA-8596CA388B32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7D21655-8027-2E95-D3DE-13055D3F21DA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E8A8602-D874-5752-422C-CA914B4D9E5F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059A2ED-B94D-9FD4-FAF4-39C6C12E1519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04CB222-AA39-5DAC-21D3-545F835CBB59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9CDA4538-5A61-EBF1-8D74-C457BAA893B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670AEDC7-8391-C93D-342E-19D6B313B344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D8C96-9DB3-FD00-5BD9-1CB723F0168A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AD77C-5178-05BE-9F83-6DB091929525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F8FAB0-6E9C-DC50-1EE2-27B43779474D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486945-750A-C250-A7EE-E7CF84639F66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A804FF-8493-AC0C-908A-0A7E9B5DA82E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8C94F2-9077-B6A8-4D45-33496B698331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585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8DF624-8809-5A76-0E0A-219B9FE4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83F3C8-0256-1845-6B79-FA63B953F3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471A5E3-5EC4-8DE0-5F62-4A1FEF06F1D0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12694EE-B89A-81A9-D9A2-1A564AE05A27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BE90C85-B2D6-A166-F7CB-FA61E83A075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8C16985-ED20-C43B-E94F-15B649581442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9316B65-4697-F9E7-C385-A5EFAF7DB638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1789DE77-E3ED-B46A-2FDD-76B0F6912B5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12847F1-E317-0ABA-45AE-8E9DF17B58D5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B757B70-9F6E-F1B3-33B0-E1FA4EAE1D26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FF80DD6-B186-7336-52A7-67AC9F89C27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EAED77B-0D9E-8EB4-273D-1A5EB7E0FF8D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33E81337-23EC-FCB2-78CD-B3985115BCB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183872-0EC1-7643-E937-6B1901EDF45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B54D12B-0985-447B-22B4-164536751ABE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A51B62-7A89-BBE3-7436-2FFD4AB4BD4D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2F90665-C6A1-1AAC-674C-39E9DCAB99A8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F5768BAD-2249-F331-EA71-4C5534FA6EAF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7AFD9AAF-FB8D-F2C1-4206-A05822EEFB06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9587DBE-6148-9AC1-F89C-9A03C2CA2920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8C3105-4D1D-A902-6FBB-A0D4510A135A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55BC86-E292-C68E-55CA-262C2A7FAA76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1336A-7B1A-95D8-4C7D-4168FD34C1D4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A06ABCC-248B-A649-F348-6EF5E696ED69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30E24E-CCCB-0144-D491-6C608000D931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438759-DE43-0027-C544-40FBA9F31B7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AFF89C-88F9-9043-01D1-FE7FAFA29A8C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642532CA-419D-8AF8-F8F6-48037E1F848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FAFCB067-B4D9-8624-D06E-2DA292E49FE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256CB1D-B8FC-331A-62AA-C06CD1C0F2FE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A454358-D5F8-67C8-123F-C3E482D95148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2145FC9-B36F-3799-85D5-62A6BE3BEEBD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BD73B12-0E5A-6A5F-F8CD-E3629E3B06E7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41BBAF9-2234-1543-D861-F8886EC291C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A3434F4-D5EB-7CF6-7812-C3424BBB1C0A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253AC77-C6B4-0795-A9CD-20F3CF293374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348701D-B8A3-955A-407D-C6D48E480479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32BC41-7135-EFE5-5BD3-EB1050234166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900E59-D71F-FDAE-0F6B-04703186243D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E86678-718E-9CF5-7C03-F5089DAC95A9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2BE04D-9D2D-3651-2450-A1C515679E5F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E21B6A-2541-0F7F-64FD-4DD041530AF6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D0A344-419B-663E-BA5A-0183728CC043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2654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60F4FA-B17F-B72B-D267-041ED912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008454B-2C4A-E492-FF24-5269E060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A1E414F-270C-8617-8455-04C98002A34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C4087B1-6DEA-9F28-5DFE-92AD0D9EF481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9071F9E-3AFA-205A-DDF1-DF8AE329CF9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1BDB9C4-83E5-DFF6-7816-5121B77B923D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4931C55-D98E-B091-AB30-D4B720C51E6B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268ABB5F-06EA-8255-C58E-38ACD164EAF1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89520A4-9E2E-DE4A-1D12-9D8820770890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8E22B4D-34CF-5DD5-94D4-5FD2B8EF96D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7FAADD-E7B2-887F-FDD4-3EE30A2B113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306E909-C248-63CB-E08C-CA575D8EFFA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8F62C15-D972-14E2-3AC7-9297C12BD68E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449333-3DCD-FE3A-BDF2-07FD96045F80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32229B7-951B-4A4E-23E1-7147E39254CD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68E784-B6EA-4D19-5377-94381148F6A0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9FCE98D-950F-E118-BFC2-6835F080E4E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7726156-E6AB-336C-7D99-3FEE015D577E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DF395C52-477F-97D8-9157-C9FB170B851A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212E66-02CE-0262-D94D-AE3B8C99EA1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248661-E8EC-4A08-3463-5D2EC32B81B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480689-0D2F-9311-93A9-5960FAFF8E30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F15EBF-DA53-EE4E-CD0A-F47234E43FDC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D3AE20-0163-0B7B-BE24-1C4548F4571A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151C53-D842-F0CD-9977-959E1ECF024B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59DD353-13BD-9ECD-3F48-54687E656A86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AF161B-1F2A-3E4A-C650-9764C7C4334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05B66146-EE0D-EA2A-B4BC-4A65EEFE6245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0F222E0-198D-9D28-ACD5-7819F85805D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AF3CE90-BA02-3C6B-B1B6-496BCB2D791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AFD7EFB-7B31-8FE4-35E0-D0CDF6B1B791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C9E592D-416D-ABEA-35EF-6DACF211DB95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4DEEC22-9C0A-97C8-752D-DCCA2E4CC738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CD9DD0DB-EDE2-36CF-CEA6-6BE04F11E1B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A4FFAA8-9676-818B-A72F-D02FE5A758BA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C646F82-EA25-8268-285F-3DFE9ED839CB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C95C46B-3C89-699D-E2F3-DD0EEBE75006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1F548-A3F4-D984-2811-3ABED66356E3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99EF02-1423-7D25-461E-3E4940FF840B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D6779D-D2C2-A1CF-8B1A-0048C29B538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C9945E-465F-A045-EE7C-6AEA6D1923B9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CBB586-5200-9BD8-1FB5-6484C20D0C5B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6C5165-40DB-B084-1D47-552C4E621CE3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49859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F038A-958D-92ED-1B00-D561A952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AF4FAF7-A5AF-AAF9-AA6B-48B6F6564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EB5FFA3-57F1-6034-174C-12E952797232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D7CC631-0CC7-7FCC-90F2-3F8F2DF7D3B1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60FE593-09C2-80AF-9A98-165E3B76CC0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D7C3828-C73A-E791-CE3F-27A42D2FE28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237D387-F9B6-91A6-1615-693C08DBA40C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937C83C-2F46-3BD4-BD95-987EC0FED73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0519F4B-959E-D1F5-AA2E-28B8F5A08543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818C44D-7BA5-7F03-D47C-14FDB79CE78D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B76469E-13A8-5754-D263-C19510349A26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84C87B7-29FE-6E22-2E3A-822D91E8086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BF36FD30-8CAF-CE3C-417F-9B971E275C2F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094B107-B716-5885-F993-A1D2D562577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2065A7F-18B2-2BAC-2B92-3C01C9AF42AC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088658-A0EA-24ED-13DC-B6EDA138A185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9CDDC15-764B-790E-D276-552FB8C1847B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1C909B05-3477-1BCB-9ACB-15DC13857C71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9F47043-F67E-8A4A-9D2A-CFD8376C253D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FF5D9D-72AD-1D7E-B9FF-326805CD71CD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ADBC3F-A15C-BDCC-759D-D5617CD500A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542D98-5498-205C-57C1-7749B2978272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C516DA1-ED06-2AB0-CEBD-99D2752F4118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6769CF-A561-0319-18D4-BFA8B5E94EDC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9145B1-CD01-23BE-5796-CDBBD105F38E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487886-7E81-4657-0B31-26D431FF90D2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44B171-B322-07B4-D3FE-FE87CF349CB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61035DA0-2D07-D861-275D-BE3C59584C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A402C73-E004-2A75-1076-289AB8DA087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EBD1BED-E80B-F8C2-A8A7-EC71B3966FD3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83A5146-09A1-5CD4-5DDC-1B0A25DAA751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AEF9EA08-9BC2-8145-4727-9DDF5EB77534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B469BB4-817C-03C9-5AF9-EF9523D5A49D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1A195D2-9C0D-0EA3-2405-7D2E1ACB5B45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39625FCE-3675-F925-5C27-9E5B6E4A2266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DEC0373-E10B-3492-32B6-C021B60B80E2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57B81C9-0508-7325-3D4C-16ACA2AEB253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2F7E5C-6B70-15E2-6D2D-78DD3D5E0E45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FDDE3-F765-68AE-A1BF-5B28EBB07237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D83055-E3C2-5D80-12B3-B10FB1913CF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A53DB-0E36-5647-76B4-ACE19C3B7BA9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7C9B08-7899-6DBD-753E-3B03AE504344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0FC848-C84F-7EBB-1171-6BDA4B2C189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18627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0B94B4-61A3-B60C-A3E6-30FFCE61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606B82-623F-BB76-32C7-86863F4E10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35FF298-628A-ECFC-2631-08A8C163CDA1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2696F8E-1541-6B0F-DDA4-E19DA798D59C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A376E88-ECB3-806B-7BC8-B71B05257BD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4B892-7E67-A608-4346-87811082A26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A06E989-8DCD-35DC-B8EF-BDA8121C926E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EE997780-B185-A708-51F5-60DA2B791096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4F27982-4A46-30B4-8967-1CA8403A6B59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5552BFFB-7AE9-2431-BB00-1B06A3FF76E0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71CED6-6189-4AA0-F93C-E3B23715229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2B0AF28-FBC3-767B-1BEE-5B382148C8D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ECC2431-0227-0E43-E088-F254E2AD9613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28CBCF2-6B9A-3508-B130-65E6DA157E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B632382-42FF-58A0-0A6C-401E0F9EB8F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FD8185-3508-25DC-7599-F0C0EA3E3D37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FE544A9-D23C-1838-56EA-EE26EE419F6F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99A8C038-9F45-7C80-0223-BA6BD795834B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EBFDE523-9994-BC8D-DFC1-E2FBE47A5998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302EEA-51FC-8B73-2690-A75D0F80C773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6C25B7-79EC-0D57-3CBD-CA23119C2E91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566075-FA0D-14A8-BE9F-70D622E9D476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54F173-7C95-ED2A-3A0D-9C64B0F8C2F9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7C5D0A-6B5F-50BA-6438-8F502C2AD3C8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5C4CAA1-A533-9038-D0D8-1788692A14B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4A5C88-4F85-A574-9058-48948C8E756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A3F1C2-5604-0E15-1EB7-1A730653D0B3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B133EFB8-5508-A1F0-DA86-D2E3AD1F5775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1264D34-2598-8424-5BBC-8D53A01E54B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2AA4C9E-B736-00CA-8BC5-F01C38F63B35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A70AB0F3-35F4-4DDD-F937-87F81C2C4818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32F5229-1518-0236-1535-6749FA004D17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E535284-D5DB-9565-FDA2-4C5C7D26067E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D5E84203-E885-7AF1-4E7A-A6E61451AA76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7F32C63D-9B7D-D790-315F-8212D9136C1E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73B464A9-E93F-FFF6-BD36-A2BFA968B315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57F7065E-2696-5BD5-9312-69D02F169C06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E593B7-4B19-18E9-AC2F-8ED797907FAC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DBD7F5-88A3-799B-AD91-01A2152FA451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DD5DE7-E45C-DD5A-CC22-43D3410AB390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8FE578-E1C7-8B59-B686-B08A4815F601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832BCD-AAAA-61A2-0A7B-DEAD8FE7127B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A6D997-3B80-A805-EEE0-1A5BFC6221A4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69120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7B7F0-66BE-7309-5C40-996F070D9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56DF620-AAF4-FAB1-9A15-3963F5C8C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172404A-DF11-6540-A8A0-C451F4FB14DD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3C86EBC-E8C8-F136-DE91-A7DC5395EF12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D523652-D290-B3C0-A612-EEED64DF827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8F6514-9D91-F7A8-12B6-742D4AF98089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85C4F689-B792-BD12-7388-898E7F8A8937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DDDCA90-0233-8597-F380-838E163AAF7E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C1D0879-7970-1859-5976-E97B35E5A6AE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EB9258A-0647-6B5B-C696-F818F3BF4C1A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8A92019-F110-32BF-EBF0-1C3BAF8FEE4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1B96C54-9E0B-C67F-AF5B-8D7BBF03C0C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79411916-5CA1-E9E1-D80A-7B2B6B8E9C5A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626F810-ACDD-34BD-E16A-9C21881FCA5F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4CE8A5C0-1634-8138-C4AA-715469B3B51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5F6F15-A7BD-67F7-1F7E-F36CB6A4F7EA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3E9D6F3-B97D-1A75-8F01-1787865F9807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7766DDB4-4079-A08D-FE44-FB0B6AFA8F52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84479F86-4E90-D370-678F-77AFE136B099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22D7D4-5715-3612-C392-308665FE03B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0BF841-D9FF-0C99-4C9F-7A6505680D6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680DE8-65B6-44C8-CF8E-884EE12333A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9F2FC5-26E3-7DB6-66C0-E94D2F7527E3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B50083-CFE4-5F61-0A75-6375D7BE2B37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785D09-4DC5-5971-F770-F2CF838EC5F3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6D5B97-20A0-D655-B03F-7167ADF2DA0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2DFE3B7-266A-4B49-2BEB-0CE6512389C8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EC2B870F-7CAF-E003-180F-052D439F348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BFC8E4B9-1FB2-EF41-A501-2B2309F8450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9984011-A1A7-14CE-B3A7-94C18647162D}"/>
              </a:ext>
            </a:extLst>
          </p:cNvPr>
          <p:cNvSpPr/>
          <p:nvPr/>
        </p:nvSpPr>
        <p:spPr>
          <a:xfrm>
            <a:off x="12412569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8C8D46C-C487-6221-2584-08F285EC314E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0D46D00-32FF-4171-79F1-3F82B3160843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19C91505-761C-D25B-6782-9E323610D6AA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C4FD215-B427-D2B9-AB20-7ABD9A435C5E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B949562-757B-5AB1-3460-858C193717A2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A7C2BE09-DEF6-973A-216C-4456F7C884D4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5255C191-593F-5A63-DC03-E3A7D57C1B95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02F4B7-A543-FCBB-9AD8-24437A02BAE5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666151-86D8-B2BA-FD6B-A8E5ECE060B6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832F8D-0C87-6129-005D-72802F17A194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8D03F8-BA6E-DB89-4819-BE27B01D9A08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223DFE-3163-08E8-77BB-E7CD661ECB3C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4A36B4-2F4C-4C35-E1F1-027627D299A8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2226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D601AA-87B8-6BB8-6FC1-5A20A09D3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8C24EC0-02BE-4414-A76B-342AFAC404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4ADBECF-72FD-478B-80A2-7A6281BF5A0E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B8C25CC-14CB-5E62-863F-A0C6FCB0D128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98D43DB-054D-85E1-421A-5FB618E3985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8ADCF46-0128-41A8-B500-86F7D83FCFF2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A62D78B-C7A5-8D8A-DC0E-DE6017212BA7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0E17A69F-6F19-77CC-2975-9A3763BD0F5B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130EEA9-E788-F95F-06E7-56C6DBA4885A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9B9EC5A8-0823-551E-3CE9-24AA88970D3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5BD270-B2C0-D94C-E913-0648323F43A1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04CC85F-6670-FC12-99B2-197CCDEBFC6E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5F1BC7DD-B205-B263-69A9-FC3EE8B0706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7CE0C49-960A-A0FD-D509-B66D8CECAC32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9B5EE8B-A792-C7EA-FA17-53A47C1B98C5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0F127-AE44-EA67-83DC-B89E327D9FDD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003E6BA-3BC3-46EB-38CD-015C19D2DE4A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EE5FE2F6-2357-A647-EEDD-CFE27367E843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480DEC41-394F-6D48-7FE4-377C263E9D8A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9F90DB0-DF87-A62F-8F8E-3A34E50483DB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DD9679-269C-A4D3-088B-057297F42B0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9AF986-C85B-810B-7524-C42FAE66036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49EEEE-4A2D-2AC3-8F3D-18CC742C9976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053C7F-7860-EE82-6D2A-6C4F55912192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D7359B-C0C3-9011-8961-4BB0A547D3A5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06833C-0E77-6FA3-E25A-52824EF278CC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66D4C4F-05ED-8BE2-3BCB-735947839CFC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BFEBB40D-4A54-A2FA-3F61-42AE1416681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CA7C927E-76AA-E6CD-6089-AF35F1CFDF7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4F6667B7-460D-F947-19C6-05A2252887C5}"/>
              </a:ext>
            </a:extLst>
          </p:cNvPr>
          <p:cNvSpPr/>
          <p:nvPr/>
        </p:nvSpPr>
        <p:spPr>
          <a:xfrm>
            <a:off x="12412569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CE5A916-1DF5-FB5A-4E13-B1850CB9F493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F2983DE6-B6FD-8661-6F04-F5CFD2059ED6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6C30058-4A4A-80A7-F6C7-B6F7FCC2D3D3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FE26794E-C389-6271-00B9-8BC0532C29A9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4F0D427-5A71-221E-69B4-C61CEE4E1F92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4BBC2FB-23FD-8611-E7CD-D43A2ECBE045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C3FB86F-4A4F-DBBC-B699-40B9D545C42E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506316-66D2-8A20-D009-DC9372F5C2FD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197DD3-B25C-9B04-F83D-D87951A480A3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C10A20-2A34-1CD3-D17F-B4F8D21AF98B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4B4B98-52CF-880A-1FC3-5FA725D5B2E4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C217F5-C67A-5E0B-4BE0-A643CB6087B9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6F72B-B270-D257-795F-87F032D011D5}"/>
              </a:ext>
            </a:extLst>
          </p:cNvPr>
          <p:cNvSpPr/>
          <p:nvPr/>
        </p:nvSpPr>
        <p:spPr>
          <a:xfrm>
            <a:off x="519867" y="5059523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5154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50BE7-0023-3C72-87AF-1CB6F645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87A138-6F96-8712-2D19-F641798D4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AE5C7A-4874-16B7-9917-724EAF96F82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360F295-1FDC-C8CC-5B1F-871BFCFB836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14E21-B336-9041-9678-2015C187CDE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93B107D-F267-CA6A-7D9B-D180C638ED2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ED4BFB4-02ED-A456-B453-15F64E873965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2132DE1B-A911-E97C-8048-F9DAF4051FC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EFB6BCF-A3CF-1213-F18F-3DA8E239259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3C48B7B-8152-6FB4-CD76-74DF605880BF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55A85D-7EB9-055C-9B1B-6BB0EA14906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3740EBD-EF83-E0CE-797C-11B6EE63475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31289-447D-05EB-B4D2-5BED444FC7B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B032B8A-9626-A5AB-F36C-4A11EA6E0AD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73BAFA-2B19-07DD-DCB9-6EC6976B9E4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D1F7C58-4EE6-A45A-C650-0347D739DCE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6B499E6-7E18-5C4B-2E91-8F6CDE0CA8A5}"/>
              </a:ext>
            </a:extLst>
          </p:cNvPr>
          <p:cNvSpPr/>
          <p:nvPr/>
        </p:nvSpPr>
        <p:spPr>
          <a:xfrm>
            <a:off x="3973682" y="735743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D019EEA-CE4E-DDD3-5289-70DFF7C0CBA5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982B713-DEB7-B532-C7AA-33D0BE8F71E2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BE41299-376F-B90A-310F-D6AE07D7357A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3DDE727-7CE4-3122-DAA3-DC3683308DB7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C57E139D-78AF-374F-7568-6040E5182C20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9F6D6B9-3BAC-E566-0C85-B89513422959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5249355-FE80-4F46-0514-4A005167471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069BF0FB-875F-D953-34E5-AA53BD7426B9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3995C02-2056-0519-D4D3-25B4E406F9E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2E914F1-22D5-922D-C148-57CF7E577A2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6A122A7-3E89-3B60-EB5A-2F21FCFE9AC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9156198-8C72-8B5C-B7DD-B6D84001971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385ABD8-E98C-E8FC-48D4-4D4CCF25824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4B77A38-C521-127E-764E-715138A273C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A5D8DB2-940C-C711-FAF7-0DD7209BA6D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15325D5-CFF8-3367-8A44-9E0AC9F6AF0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EB60E56-9072-5B16-4948-CC7AD088661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66455E1-49E8-8EF4-C71B-941B3E04869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3654F4F-B90B-C35B-E20D-C282267D9A5D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6FD3D3A-80BF-AC99-02CC-F792CE0DD4E3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7AC9C9-2DBC-85C0-9B08-CBB10D62F7D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F166F1D-E788-7EEA-8470-4A899F7C373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04FA76-6950-0B67-84D9-BC3DD068D9E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5AA1A2-60A6-2F0F-8F1C-F2840EB83E8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E0AAAA-6126-383A-77DF-7E22C4ADD87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3ADDC14-AB48-303F-0263-67636EC0F1D9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DF9BAA-4D7A-8642-FF05-D8A48E8EDD4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6BBF46-7C01-2855-B4C2-5BB272CB67D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7B9641-CFBC-1B28-F35B-46BF15C9FC5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912CFEE-A50B-E275-480E-B893A9E8D46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F3BEE4-33E2-E7F2-957D-6B3C57ED42B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E67F3E-3799-63AF-32B4-133EE9976007}"/>
              </a:ext>
            </a:extLst>
          </p:cNvPr>
          <p:cNvSpPr txBox="1"/>
          <p:nvPr/>
        </p:nvSpPr>
        <p:spPr>
          <a:xfrm>
            <a:off x="4153517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1A84C48-21D7-A385-64F1-00F510855F21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D0ED4F7-1C3A-2F72-D256-41EF4117E9DF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D9EB0D-027F-EE09-20FB-08CE8EE49D2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594F80E-8867-D566-D574-D66D47510D27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3597C2F-BB5E-E8E3-9192-18952B145289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9F0B699-E723-AFCA-368F-3B7CC70FAC9F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607A77-93DB-06FC-A064-ED8B1E6C7695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FD88C59-7BC4-5480-ECE8-4472F90CF5B4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302DEFA-E710-2C83-9600-CD763379D18F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780152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43C78-2E84-E519-62BA-CD0E7EA49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8F6789-05CF-7317-31B0-3EFEBF288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5E5B26-1D39-871A-82CD-AEB68AA3993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44D259B-B190-B866-CE49-06C34D6F0C6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04F79B-ACD8-4F25-FFCB-390AA6FB853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0767363-4879-5BEC-E311-D86AD6AE23B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8816F5B-5806-FC46-568E-42C7A40670A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53F02E9-DA9A-661D-980E-A292E502EE1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24A5887-2B4E-9811-A78A-676A067A57B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0C109A-B04F-13F0-99A9-51D49CD847E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57E55F1-3A64-4381-0CF4-3CBC73E1C5A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3E3C7B9-37D9-C92B-E7BC-D7EBEE317C3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018131-B11A-4893-15DF-C0D16BF0345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E8ED4C23-F44E-8B28-FEDE-96B01A14AEB2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BBFF1F7-25E7-5441-610F-9F44E2FB9DB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AB3C3B8-2DC7-3564-BF07-C6EAF4880BE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47E033A-5A5C-2779-CFC3-6939263560E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722DE54-6AB7-CDCB-A8E7-A09482E483EE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8E8C37A5-1EF8-FC14-97C3-A9C5C419D36C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251A5D6-B796-AEFE-E978-B9FAD3212ED0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229DF0B-781D-6AB1-4748-24A0D1E71187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E88965D-BC8D-AC03-0FAE-62F3E6DF50BF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CFBFB7DB-4D2A-68E7-4B0B-CB1EE9FF72EE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7B70455D-9185-7BE6-04D4-0B3650D2A94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D58405B-2DAF-39FA-192D-4CC290B5DAC2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EB0A69B-9DA1-93EE-F3E3-1E5D55BB782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E1AB0E0-CB31-E68D-4BE0-BDFC558F301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8891D87-A40E-A57A-1269-C7F0427302D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DCB5088-E35D-263E-F836-E8FBD00FB81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461236C-4DF4-86A6-5790-D119B9AEDE3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F017E82-5157-96CE-A167-E961A318B3F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E0742F-4FB3-19C0-3DCA-467D69F945A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8B00137-B094-CDA6-2523-A55EA8EF9F7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3AE073D-78C5-1693-6E08-B6E61AED97C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16D5FB3-BFFC-B847-CC42-42AB8FFD14A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944D3F12-E033-CA24-C653-56CBB77089CC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00DA0F81-F364-386B-4F42-7F89ED018FA2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784736-F1BC-BF63-FB52-9BBD4240E74E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958D6E3-59EA-31D8-AA7E-0E90ABE0C589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2E93A2-D55E-F45F-D31B-063DBAFBA4F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321444F-930A-F4AF-7D52-19B4B0E3A8A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7AC9ED5-8099-3D4B-197F-9F46FC3C799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1481421-E834-8655-F7D8-41CF241AE2D0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2408A34-C780-9B06-A464-0DDECC594D0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5198A4F-85DB-9346-57E7-FBE8A75F47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5C356BD-A659-2557-2760-6406B1FEA9C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20A81E3-ADC9-4951-13DC-B62C7BC9925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636D0AA-3869-0E49-C696-F331040A67F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8F1A20D-DA99-3B7D-2F4B-618399B67DA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25E6AEC-E728-9300-230A-7673C7835513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5F1F26B-2A96-4BB6-AD7F-4D756167EF89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3CC2B8B-ADDD-D997-A7DE-4DF77AB680D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FFB4072-9CA5-B43B-2241-C4D4124B7B3E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DCD638A-3958-CEAF-6ED3-FBED993C63B2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FE7E1B0-3F57-95E0-49F1-356696980BD9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F831EE-CD76-80A9-79E3-881F056481BA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8D2264A-17FF-8FB1-A7F7-21178434B863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B871D48-44DD-9170-487E-11EF95903071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035611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BB9F04-24E9-531B-D41D-623DF67B7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C292-35EB-99F6-FD3B-CC7D5CD6C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CFDBF-159C-25DA-4E78-0CC9335307E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DA4A2DD-4FD5-8A42-7188-FC68B546089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938F6A-61B8-A1CE-0C9A-629DCE1368D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57B68AE-314B-E74D-91D6-B59F36BC964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D955485-EDA9-1349-83DB-C67EF4261442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BF07ABD-8581-4916-4D3C-F1A3D410590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245239B-2E76-5DDC-8CDC-40EAEDF4B02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3DCBB09-16D3-E469-FA79-832D6CE4A0D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4C45B89-D073-0100-3732-4479139035C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33F5BC7-C4AD-C105-64A1-7D1F528D723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0E3B5EF-2ECD-90EF-249F-072527306672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C8BA400-088E-786D-A09A-319228996ED2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B45480-95B5-228C-94CB-340733C8331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211D130-8C13-AE54-0D0D-B4EB87C3E04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1CE2B14-81D2-0E62-C62E-255B23C58D1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D7C38DBE-D451-346A-98FC-EED3A62D9D7F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10D79E5-4575-692E-9BF7-53D7DDA903F5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A7A585C-624E-B99A-F5B9-6672A26572B2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C8B1DD-AE3D-F36A-DC14-A0F25DAC7C11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5DFDBE3-3C74-8B6B-0923-3C8AE5A77562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8F4CF8A-BC7E-AE85-29CE-CA0347BB7620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7C7C9AAA-E5AC-CE89-EFFB-A33F47B7306D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B4ECCC1-8B08-9F94-612B-60A3E889C17F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15FA39B-94D4-6714-8327-AB99FCC123A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DE023B-27C8-86CD-B581-DEABC91D323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1B9A2C3-FBD9-83D4-4443-11C4052B2EE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95FDDB3-C007-8907-840C-E7D22D9BCAA5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9A253E9-FA5C-8865-01AA-D4593F6E89F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F434B22-14AB-41C5-3F2D-CB502D64455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8564A22-456A-44A6-E4DF-59EFBEDFFBA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608290B-02D3-4C87-DDB3-E122A73A8DC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2EB6844-77AA-A444-A779-1FCA3313A2D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8E6B7DF-C1B0-0B42-8DE8-512DC91D932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33045B0-A68F-A4C9-9630-880CE251CFCA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6793168-AE77-BBCB-887F-4A30DF7AB899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361B8E2-B3FB-6030-56B5-6248A9E4936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3D96908-E59C-F645-3458-8B525E4F6E3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3CB1636-9EC4-BF17-C6C3-B26E8063A35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201ECE-3FD2-4CE3-EEC1-1A8DF256E81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D2F0A28-AB1B-5BD6-A9E6-4E8708E7040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A56426D-156C-3747-8028-2F5BAAA6CD1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3CFFD24-4F93-EBB4-4C47-FFD3F41FB56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1E3AF05-3863-4A31-0771-9610C1DCA9D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211E19F-E294-ECBD-6493-C76AF6E49F9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81DE92-E1EF-5C1B-B124-9AD74216616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4310D8-640A-690D-8650-6051345C3DE6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5E85F3D-3480-DEC9-2123-F1560B1D3FE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45639B7-C057-5D4E-1DD6-E416A3A6F8AC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0DA272-B0A0-23FF-A74D-63258F95CE88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65CDF22-CA8A-1EC2-025B-396DB2A6019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8AC8FC-A7BD-DAEB-80E1-A4286259562D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559CEA6-CD8A-0370-7164-CC98AD268A2B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3A9C6EF-CBCC-A0E7-38A9-6970EA3EE417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A4194E2-DCDF-97DA-99D4-0A692B5B896F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97A91DF-9692-FB00-2096-E12477826E90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530D2F-81B5-C9D4-D452-BE5D0D96EF95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ED0BD765-9068-9948-A698-42AEBAD64957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E1953-80C9-1E47-2818-9FE0EA72E7AE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794508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936616-7F80-04F3-0336-95A5BBDC9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DC7B04-200B-FEE6-A2CA-559D21DFAE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C5309-C395-0909-B9AF-956E03AD63C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EE5F185-1D1A-CD18-CDA8-ABDF0A6E8A6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70043C-3648-BF95-138A-3D9E42D3F77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B3DEB83-AE21-422F-4641-FB57886A31C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40BC05E-5131-7136-C0A1-0850D22B14A2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60B5547-1B4B-0021-B28E-CAC918CE4155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729CA1A-B292-5DD8-7C13-0C515E4641DB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3A80CFD-95F1-C0F9-5569-A447DF7BF2B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8AA1D57-6FA4-12E9-9168-918E5CD6622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F70610F-EADA-2A79-9D2F-D10B5DFED1A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D50A2E5-DF6E-FCA1-16C9-966A18A2933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3AD29AB6-EBB1-FBD8-975E-C966837A391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22D50E-69D4-D324-0AFB-4700AE63668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F630C6-06F8-2C9A-DCAC-0D3C0C58E7A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7988A3F-915B-AB1F-C5E4-E113D883A780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D39E31E-DE6D-8420-8016-91BAFDBCD11D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C1F970-646C-61BD-21A1-A71B4C03A6E7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4D7111D-1CA4-C5AF-FBBA-78D7FCC3C90F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5A92F70-34F9-28BD-9062-6C92E4BFDCA4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7A6E6EE7-5E37-FD0F-05D7-9C5A3C0C130E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C1A753C-868E-525A-201E-8BFD99401BA1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D0F587D-0C29-70C8-7503-88A7C77093A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24EEACCB-B67A-DCFC-823F-1815F71B5E54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FF23CA-9BB2-3518-42C1-FAF025A074C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67AAF6-033A-FD1A-5CDC-7023B43F714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430B9E9-36E8-2D0D-1F99-822BAE45D59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50518B4-50C8-5940-489C-7911F30D669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2F26E6AF-6577-D60E-6045-C38283887DD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8E09805-04A3-3A69-51B2-749A0E2702ED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2FCBBD7-E1A8-BF52-E42C-382EF591292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AE7CB1-FA21-0E28-FF70-51087D487EBB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54447A6-7E9A-3DEF-C74C-193C382DE90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5192789-B73D-9191-2251-558A24337243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C082E9A-E9E2-8268-3E7D-515B3F8B7C01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6556641-85DA-333D-A4AE-50964D517009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0DE7515-603B-4EC1-6ABD-E93FCE6800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5DFB0E7-B184-D0E0-A486-5E85BFEE6A0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413F66-736B-47FC-3B81-0BB33E37CCEF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E64262-3BED-600E-0585-62C92DD5290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792A9D6-0A3E-979F-6E2C-7E06C30DCFA8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162E79E-A702-6BBF-3DD2-3F8FB9176F8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6F2BEE3-A3A6-6ACD-BD7A-0557AD76F46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C1DF59D-DAB2-43DA-14E9-FEF27022F75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72C5A69-3CD7-A396-FC82-88080E78A8B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05DF41D-F8A6-4E6E-E8DE-0CF8F97B783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2012B03-D6DE-E576-BF13-488D3817B51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1670482-7BF0-58C4-0E8E-4FD98B318F6A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3EECF30-0F47-7FAF-800A-E6BFFBA5DA82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B9EFF02-F4CD-0F56-87E1-D8990CE14D84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59C4A3F-94A0-E7FF-82A2-AF12542ED9D7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FB2815A-AF24-87CC-8685-15636B5BCE7C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599599-9DAB-A69A-8D7A-FD712096D0A8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F0460D4-B007-F426-D542-52897812298E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DBC9736-8EC5-F653-91AF-6A430DBC6BE4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8574BF2-01CE-A118-F918-25104E361847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DD6725F-8790-B975-D987-BF425D82FB24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F3E7CDD-B34B-5272-1E68-7CD9879F8D10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C650E9-8453-140F-764B-480D07E07F74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23246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35DE29-7DD1-9768-4346-2F0B344F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9FE89B0-A0FC-28BC-A54D-2864B7387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6A785-D24D-0B5F-E7AA-1D9619AD8C4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CE13F24-54B5-61FD-AF42-9488DBFA20A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F41E72-0B53-0C10-9BCB-06462DC8F65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4D5E3D1-7BE0-0611-E0CB-70168290C06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593C621-9F7F-66D0-790A-252CBE176AB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7513521-DA5E-8832-8B98-78310690446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3107DC2-2CCB-1C16-7281-D3DE0A78115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75BEB90-B035-653D-F230-3CBC1582543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9A573A2-E0D1-3F73-1266-FFD3E79F2B3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00EAFB0-35BC-6D97-72C1-51DFBA04F1CA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F6AC4FC-84CA-D5A2-35CF-12C8AFB9E78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FC9BA024-EC4F-1E4E-9973-D1F27C4077D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27DF63-40EC-2DFE-1E3A-63A5EAE30DD6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FAA440C-0560-3EEB-52F3-9A3B50827ED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AC63400-C959-F8CD-8686-E97CF26171BF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2CCD571-8216-0F65-29A6-23B5CAB8B4A1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54C3DBF-3304-2C61-C139-73BC3D6E1647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ECDA552-78F9-E4DA-223E-707262767B23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1E1ADDF-27C1-0373-84A1-D8A9B3375BE3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64D776F-DF8C-2362-89B8-8F5A5D789369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D674249-953C-21FD-6FF6-91F1573F42F8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423277-AA2F-D7D6-0C40-9CB5B9B36D6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E9CFFA9-782B-1C9E-C1F6-6933B2EB1906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C9BFBD-E487-B7DB-A3E1-E6F636671A5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22F65E-7164-7263-06F5-08A1D788476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CFA2295-DCC9-C5D7-734C-88F63702E80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35861EE-44BB-8EF6-CCCD-B3540F59BEE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3E3B2E8-CEFB-FA9B-BC40-BBC08E643FB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651538A-4C09-4E06-3ADF-194226F966D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742D26B-8EE0-275F-990B-81E37B03A99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42B97E2-9B3A-0234-AA5A-DA3E77DF597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ACAFD0D-8E7C-47AC-FD35-5D9218414A3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E8EA9AC-8EA6-BA1F-D9E9-7DED46FBA36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A34A20D-365A-495A-A625-0E8FFC4DF408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B125CCC-B6F1-D5A9-F78F-619F3B60D715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E497956-BEA9-21F2-98EA-FE7D9065401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709658-2D2F-6AFB-1F5E-837A59BDD52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1008C0-2AF1-9EA5-5772-2DD4E891D22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B942209-531F-803C-3E18-FD33AFAEC2B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F7AC9C5-DD18-06B4-E2BA-102577AC506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CC38814-BBAA-83A6-C965-CA44EFFB195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3E2601D-6904-A848-13D9-059EEFFCC254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C0811A-5AE7-1741-B057-1EBB87B80A1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7BD845F-3A9C-89B9-34E2-16702B5E719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EDAFCD3-F67A-1E36-E42F-2C6A80437B8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1FF1B14-0AC1-55E7-6375-3FC711E9A26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3B4B3AE-5588-E663-893E-50E8AD4826B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4E7E8C-73C0-0FF2-0402-89D9F006260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A8287F4-9F69-261D-21F3-70F6B3ED6187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36308E6-1F4F-B282-3646-173A66755BA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991E3CE-D2E1-1836-8A29-179AF5C0D8E1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4B05B82-F8D9-9F67-E298-6CBB7797D412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C6D51E9-6C7F-80B2-33AE-FA9609478B3B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BFDD047-1F82-10C0-EE3A-16C94B0528CB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0022B02-C5EE-2452-05C9-B43FA50B01E3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8E28B8-58A0-5EF3-79DE-B64AB0A3DD57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26883053-9261-709B-E2E0-A413495C5E6A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A2AFB9-0DD3-59A4-0D5B-1938EE7AB4F2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880069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B8B1E-BA63-0623-B4A4-370465A0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15440F-E830-723E-7A84-CF604C61A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8C270-B52E-D36A-F403-02E617C72F3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B062AF9-F281-D87B-0CA8-D8F7118EB70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E6DB38-91A1-445E-58A1-4809DF5814D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C1E3913B-E402-2F2E-793D-F1AD5BC9AB1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50463A6-442A-AAD2-0C7A-574591C858B0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D69D0A3-CD3E-7DAA-6CE7-28F5D464A10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BFAAFD1-7903-F25B-7252-72F6C3D4550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2C6BDB6-D7E5-B04B-B84D-32FD1169485B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0918277-A8DE-CAC6-6A9A-BB53FBA230E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052A710-855C-D005-11CD-578A84A0456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B662B-69A3-D4B8-2E13-BA6D0F25A8B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50DC3D7-1151-0C27-E674-372018EE90A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61B2E8-E8ED-FCAB-2B1C-4391EBF4048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953824F-79C8-B1A9-619B-C5427CD1F3A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89C0664-A837-3F85-A6C6-AEC7CCA9D0F7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C68AD3F-698A-606A-44EB-62A4D27B9335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92A61A4-AD6C-FE1A-3C6D-6555EC4F5CC5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3D90EA3-9EE4-A30E-ABAB-4575C5B1CC87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38306BE-5C0E-36FA-CEEF-4D77A8205CDA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EB7D8A5-062B-C450-FCD4-6EA8FEF7741A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02CA0BE-512E-3D2D-8792-7D80D7EE2E74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1542E7EB-D951-B36E-FE5F-1C603928C37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E41B195-016F-35BF-BFE3-9D5C875C19F0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7848213-8302-8197-2FFD-74F6C7C1F47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507C852-61ED-3094-E79F-85C93D70741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0E77139-25EA-1E11-8A9E-2E1A16E7D21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981BDB3-2F81-EDB5-E6C1-ECEC9247655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2B69C38-DA33-DD08-9CDB-0925B07BB78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052CC52-5094-9BDA-680E-B36CCD05B8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9F7E1F8-3E9D-B742-736E-15264C5D26DD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4A562AF-2C6E-B745-577C-5294DF964CE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34330F2-15A8-7DF2-FB80-05DFA5ABF300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352D7AC-4CA6-88A2-C84C-6603D67743C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0ED16F6-76F3-8D00-B9F8-6AB7D14CE6DF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7C8453C-EFBB-3A4F-7145-5EF89198694E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F7FED90-28D3-9F5B-F851-DACCF0C2D5E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0F0595-AD03-9F10-6302-A44D44DDB82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C40AF06-14A7-D5C6-4F25-C2A2D7EB9F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E9E9C6E-1059-95A7-81DC-EC4239DF3F7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ECB587A-D7DC-F318-D758-7E1C6E9B079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C75FFA-6C73-DAEC-9F5D-CD36692E682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01355B-52BD-B261-44E7-2090909D976C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EC20108-BE10-23B9-53B3-8508F959A2A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9CAF015-8E92-260C-355C-A1BB07E2F29B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B96C5E0-4A59-1458-7842-2F30282263B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8CBDEA6-409D-4B11-5841-F0B99203475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BEDCBD-5D66-3D5F-31E2-80223771751B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0F165-AA91-4B6A-0174-B2D94D867EA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CEABB63-0374-B8CF-B4CE-9AF3151074A9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E57F262-347F-15EE-A742-142D4A86EC2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CADF18D-4F9B-7C3D-F751-FBD97DD165C0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5B744C-30AC-026B-766F-C40482499C33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C113F69-5865-92AE-0153-E8A0E6F22521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1F24262-D32E-B862-7C09-272B1CE72A5F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965A1DE-B0BE-E22F-C10F-926D10DA44A8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3B50B0C-4387-9573-AB8A-6B71F4360A91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EB84F92-341D-8C5E-ED76-8C0EEE490CC6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67E553-A551-863A-D442-83ABF15390CF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458238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FC61D-CA56-F705-6197-42F4A2A6E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789833A-2898-1FFE-277D-1FA979EC3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8DBC8B-AC22-1C8C-C3A9-6596A5D8916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49542F9-010A-B9A0-2076-1D2D5A8F8D7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E37797-14FD-C640-E5E5-931DF95D611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774FF94-E6D1-0ECE-6901-03BCE7ACD9E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BD2B668-DF90-4CA4-D4E2-3D7323899D0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EDDCF28-BF64-925E-698E-B83492F9A0F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8220AC96-A0DA-E8DE-8A90-7D8AC167211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AA4FA9D-E7D4-FCB6-8928-DD589AD6F08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DC472-4657-CCF7-D9A9-8B47156C1F7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D164448-F4E8-4BA1-D4C4-E84137DD50A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533368D-2ADB-89F2-7BF4-373DC1934EA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A2DA50B-E35C-E313-75DD-5D577250BEC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53BF0E-1850-2C4F-47C6-4A266E6CDA7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4FAF159-81AD-94B3-8204-3483C1095F2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2A49151-2E53-8E5F-7A89-03DF001158F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9B7023E-7329-9BE8-F655-062A2722CD49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C01BA2E-FA42-DFF7-6CF3-9EB838E067CD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69D79F8-03F2-9B55-C5AA-274080D59D2D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A0D9A56-D6F4-69D2-563E-3DAFBC02E5E2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863E6CE-0B51-AFB7-0B10-7FEC4F0A0AE1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30BF87C-025C-9DDC-3802-4991365B70C9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056E8A9-D348-35C0-7588-F87303C8CB3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763EB7EB-F2E6-68A8-B5EA-79F1783CB5EF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D0138A-A407-03FF-A284-936DAC41231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AB08821-FB76-B6F5-B2C3-88FCA17AEA3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42CD200-F3E2-19E1-3FA0-778E44C5BF0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CB3ED38-61ED-8DE8-F6DC-BE543353174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B1E8590-DE42-1DBC-B184-A69306B60DD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69E1954-1CEE-9811-9249-BB6E03D8FB8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F93FFE4-8786-24D9-6BF1-5C364CC8AAE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AE67F62-40D8-857C-CA28-C2B49F86399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21AC92C-09A2-EF3C-D7A0-E7EEC35C7D3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3608C42-384A-4A19-461C-16774FA2913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DA14F28-0926-96E5-C24A-527783144C25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A243630-14F0-72EB-1E4F-71CD2349B0FB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9498A8-82BA-2D51-AC44-5D5153F7C70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1DB6C5D-784A-B703-9E83-48D9FFA73B1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918B17-19AB-7A63-A0D4-3570BAA98D01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8720F79-958F-D24A-33AD-AF29277334FD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46E78A5-CB38-D5F4-C33E-B0EEE360EE44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EC351D-236C-0B4A-A40C-B421494D900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E58F6B-919F-FB79-4D1E-6F47AF7DF11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DC4A93-1CF6-89C7-5A60-AC3A061F9DE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8AB5A44-7ED4-99DC-90B6-F5D58E71E4C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17CB4E2-7120-FA6F-F041-26C92B7D92B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462425B-0E05-BC09-5297-139CC109214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554F53-B307-6A11-6A0D-6652875173BD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257D9ED-E563-5A59-0AFC-B95B0BE8A3E0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769726F-AACF-461A-BEE7-F2CF1FC4ABFE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2D1CD0-DBE6-01CA-C1FE-3065CB2F65EB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CABB73C-0518-AB6D-0D45-DE54200F741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B90E7E-17B6-BB85-09B0-79E129E99C76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FE05546-8F9A-72FE-41FF-0DEC2F917A59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B3F122C-3A22-7BF5-F265-18E369ECDED9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AF7210-8315-3F6D-2658-26DD86FD8657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D9A615A-5EC0-42C1-61C2-FBAAEB15B6DB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1C3B51B-125A-5518-31A8-D818304584F1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3EFCEE-590B-585F-E8D4-18AB54E4B560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8951648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A4E2E-FC5B-95B3-1143-D5FDDF73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0A143A7-F60D-D8EE-BD0A-FC01B9D68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E6BFAA-87A9-94D0-3B97-8D3FA15CAAF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26DC3A3-3236-9749-AF1E-72EE08EA1EA5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52A30A-5899-327A-FDB5-C8522F6849D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D6EF642-583E-9537-7AE9-58C598DEB34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B74EE00-35D5-E8D2-522A-411C3ABA368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398742F-053B-4B22-2CD2-A03E8EB082C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D70B346-1917-F661-C6CC-A6B915E3CD7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EEB452-0F1F-39EA-D933-75EE98D58DD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5A3A1E-4AF6-5AE3-0FDF-E948BEB062A7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6323354-9C2E-9DFF-0AD1-C3B48039F27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8FD68E-3F98-64C8-89F7-5E0CFF12465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A22B6C7-61AB-0483-EC57-5AB99D22E846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CDDA4C-5818-FE57-2E99-5AE01339A0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80E3F6-2965-A62A-FE25-3D96373D4FE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5B33C37-7B33-6826-7FFA-469B1DC6D518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EB078A7-A11C-EE84-A540-76E8F29C3B3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6232235-3288-AB11-2618-12162F126DE3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0198913-50C4-35B5-99CE-4C88ED007DB8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DF6E87B-BC89-AD2C-4140-FE9B5F5B5729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887AC54-F8B9-78EF-F6B1-B14AA247DD88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5157D33-2FEE-9267-3BF0-276D55B4B3CF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6112F0B-BC5B-0AD5-2844-605D68BF7F8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3E1FF54-84A8-0511-1369-493BBE8050A6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8A1B77-D641-10E4-109C-A4A4B49DB3E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723ECE9-CB57-D085-960F-CBFD2E22F5A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5E5D6A6-BC9A-5EB6-31AF-527E25D9371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556AC67-A4B6-0B47-897D-C358C30AF78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768936F-D224-5E0E-005F-1A764A5B22A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7FA0EE1-F8A6-B989-283F-81736570BCC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115094F-4414-6BCB-9847-7E6FCEF437B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178742B-FAB2-86B3-FCBE-C724D1F8F64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582AD8D-D1DA-3DCE-5C4F-B2DF848EDF9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C145675-AD06-5A5D-BEC5-FF94A58FAE4B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12B7BEE1-F3B1-8CF9-6C6B-C369E9FA6F99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264A793-1285-C431-9D03-41CE2FB0A814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282FB3-1612-AD37-878A-D21E445B1390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1B54197-22C9-A594-7F59-2060C7ADB2A6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4E87300-E8E7-3F95-FB24-F494522B021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E118C7C-50B3-68BF-1047-294B1525B595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F7F8C0-CFFC-787A-D545-EEC8520E608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A237E86-4672-C2EB-F3B4-123061391B1A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AA7FA3-DD60-1A0E-B038-07CF5AB5A8A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94264F-5181-563E-699B-9B00D937E7C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430503-C3F3-EC5A-8DD1-D1942EC7798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78D078-2590-2D5C-674E-2278BC02CEEE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2671F58-D36F-0247-637B-03A7F81E6EBF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F4A4B02-3211-6EC5-7AF7-53D1FF015389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EB17772-6951-3B06-D4F7-E3E8A61AD71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787F104-3CC6-DFB3-03A3-D51369B30A88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13F9C98-CB6F-CD26-6CFD-EB8ACABE732B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19A2BAD-2C45-EEA7-7AC2-A65DC75D1D78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1EA2ECD-CB3A-C7C7-EBD3-7E811D18896E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B31859-5236-E117-4EF7-9741261F3B1E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282EE8-0904-D4BA-F623-D43B622E1356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2BACA7B-8259-AECB-6A25-D81A51D28B2B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2E91AB-D360-7E48-A839-97A37E2D51E8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B9EC166-00F1-F3FA-E4AA-A7156D089CA4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E7E62-6353-45D4-037F-E14AABAD28ED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270572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C1F37-E1AA-E8F4-2DC6-F7E607EA9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941649-A5E6-0CB4-6AFC-37C5C41E9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7F087-688C-5FA8-22B7-E616080EDD42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51424F1-ACC1-5447-10AE-29D9DF6517B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DD7497-763E-F1A9-2E05-FEF4DBD52CF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6C9C758-BF97-FDBC-5BEA-ED8488BC95D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2C80545-F76C-EC9F-B188-62A34ECFB1D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3D57C46-4ACA-9A4B-8C3E-128D3905992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29420ED-4FA5-C7E9-51C4-4ABB2FF513E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5ED032-4E1E-841B-8E52-B766E78DCB9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91C842-3F4D-5708-C4F6-2BCFDE86FEB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853A61-8D5C-7A7B-B9F9-C3CEC7B7BE2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270918-18EC-F188-50AB-2F127544B7E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9A6DE13-2983-DFFF-14FA-DB3071923A2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DCE70A-527E-5E60-6AA8-EC2EC9CD547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D0537A8-CCD5-7101-209B-AE3002F928B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661B5DA-0F46-3159-DA59-FC8C663081DC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DBEE4BE-6DB1-287F-43A5-511F740A719E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00CEA28-7693-354C-246E-282203AC35BF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745B84CB-FC35-DFA8-57A1-BB7E5AF08F37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C52B997-7C03-D9A0-B46C-D72798ED19FB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1EDB62BC-4069-CEB4-FD5E-109CF6C1D0C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D9E184B-DF87-656F-CFCD-C49C5E947CDD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1BA0A01-5EAE-F274-11DB-6D868ABEABF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3099291-B027-7E45-6141-4B188F96CDA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0369106-F27F-C4FC-EB51-F2C05F43570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9F29663-56C6-6F08-37ED-6D9EFE7FA64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B7EBB72-FBDD-9E38-67D5-161BE4A9269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832FD3-BB83-520B-08F2-EB38308901F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FA98EC5-207B-5B23-69C4-AAC64CB7157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A3FD94D-E597-EAA9-DF4E-7E4B3A5FECB7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6CF361-5435-AFDD-373E-5272854F748F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6E6E8EF-30D2-3B94-506B-29CA3192495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6AD9FCB-0B71-D1A8-DA30-1D06E03E53A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396AC9-9D14-8F29-604A-780C9F8A6CD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B8A745-D806-BD97-FD4E-754393BC147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0C0DDD-A0BD-3155-CA0F-1EB0C6C8CBB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05661A1-6396-EF0D-91AD-3944582024B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D5C5E38-45D0-2997-205F-672408C1E0A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FA7A17-1F63-C1C9-4779-7D0A72843BD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AC5A3FA-4AD9-63E1-A90B-8BC9439C38F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23DA0CC-2E4C-C847-E294-2EB9D1755F4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B37C827-D2C5-6FD0-8E1F-34A7F1115B5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06F8BAD-B134-7FB8-939A-EDECCF8F7449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523278A-3CA3-78E4-2B20-CF6921B1DD08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96D10CA-CA10-AE36-DA0E-8C63B650CC0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DD0AF75-6BE3-F62F-1E4A-4050A9C6845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EC1677D-6844-740E-21A2-7EFF08C93AD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16A43C7-303D-5791-7DC0-6FF0E5F1389D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6B04E33-EBEC-0027-12E4-1E55159B2096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0D719732-D520-CC35-E3E2-E17FFD26500E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5ECA28-4F72-030E-34B6-68D992A43561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2230AA19-3C89-E935-CB5C-FC7CB317A8A0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315EEB3-23B6-6E4F-0DDA-ACB8C4C2D4BA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B28FB781-9C32-C619-221B-1EA2716C8A5A}"/>
              </a:ext>
            </a:extLst>
          </p:cNvPr>
          <p:cNvSpPr/>
          <p:nvPr/>
        </p:nvSpPr>
        <p:spPr>
          <a:xfrm>
            <a:off x="8870579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Oval 14" descr="Man with facial hair">
            <a:extLst>
              <a:ext uri="{FF2B5EF4-FFF2-40B4-BE49-F238E27FC236}">
                <a16:creationId xmlns:a16="http://schemas.microsoft.com/office/drawing/2014/main" id="{E1F0DCCC-8F07-645A-8F61-30EA6E0CE45B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FBCC6-FAE6-ED88-8D93-A5D56DF50317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9D5DD2-9815-614D-93DE-E6F9ABE7A3F9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04909C-B269-8476-F8CA-4927979F2273}"/>
              </a:ext>
            </a:extLst>
          </p:cNvPr>
          <p:cNvSpPr txBox="1"/>
          <p:nvPr/>
        </p:nvSpPr>
        <p:spPr>
          <a:xfrm>
            <a:off x="9038366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1FE465-EFEF-7BAD-4FDE-89D0E9119ABB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423312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2F7660-3445-0F9D-DC0C-4007D16FD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366F4EE-69AE-B890-D0B6-7C94348DA4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40EC4-0BC9-B43D-7681-579E893D790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BAD7CFD-5A38-33AC-AEBF-0912F0B8FBC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0B4DEC-7D38-6086-1AAF-C7848D92758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3F66D98-6E6F-5210-5052-6B326EFD369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74809C6-BDCD-EF78-8FE8-9166176BCA2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5D058D6-C945-4E2D-A846-764BB2CC5AF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C0BBBC9-9417-1B3E-6195-7FA6B0BD6FC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3C3FC7-044F-B15E-3840-A2F1A2CC135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2DD74B-CEBB-1014-1F09-2A4DA072920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1EE44EB-EDE9-C91D-872C-377D3998C94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06C1832-C309-F73D-4B9B-DB868D012DF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3261ADF5-27F6-A369-5658-21A9355E2E3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EA98C6-5C95-D696-3C7A-62E3CB7957E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F4321BA-F459-2F9E-0BA6-910242D618D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1774229-6C6D-886F-92CD-6E5F11090F29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FA0FE20-C7BB-DCDF-746A-AA17C1F24220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E994244-F5FD-D37D-FD6B-31D4739133C3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44E2E85-A94F-98F0-444C-4AF1BC19AEC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2B083F4-A09C-9F81-4C62-54F4CDE8110F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AFE7B26-62DE-7696-6708-0EB30ADCF42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F9EFFCB-C32E-4B0F-4DEC-5193EE02FA77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6D462C-F699-2EA5-D5B3-0ED4AAD19C3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34322B8-15B1-E83C-CB0E-2D64C3B89E91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05DB54E-335F-A171-F848-1735332FB23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8E271A9-E5AF-6D0A-72D0-4EAA247099D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756E9DE-D412-C190-03BB-4E8F4DDDE83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FDC5CBC-6B17-26FB-8200-430FDD845C0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A03D991-A0F7-6AC0-4424-9D5E90C7571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C8425AE-A433-FD26-81CC-35529EFD3DB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54DFD99-D5ED-C62E-0D6D-B87BDC8A69C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301B81E-D91D-2B99-8E97-2DA87161273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718E84F-2F16-3317-FD30-3554084ADD89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20AF01-F3A8-42BD-4734-21C27C2ED12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E9B4CBD-3E8D-8879-D799-F0B9F99B00FD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44E286-A3DF-974E-3EBA-114CFEAF8D0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8314C47-F2BD-3404-308F-E21EDE48DB2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9667BC5-57DC-0F27-1E45-D07FDC407B0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5CBAA9A-A6CD-BBE0-2C1A-EE42117BA88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A4A183D-7397-B88C-A5EB-9F533A37F2D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F776C35-5C77-5F4F-82CC-BF308656AF5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4458ACF-178D-9F49-F83E-F607229D4B0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2877A60-CB41-FFE2-53E0-840F7522041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2A257CA-CC61-5C9C-9B07-C226E6B50EFB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BE3080C-4CEB-D93A-491E-9C47276B54BB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EBF821-B9FD-1B42-D170-2C770ED05C08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8F1CAEF-2998-6612-8259-2E097AEF8657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891768D-7BF3-4A6A-1F52-1995201D5543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6DF8CBE-818C-260F-E17D-BBE0550A2CC7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772AB7F3-E927-4B5D-35C0-F31203DFA63A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1C87C-3766-86D6-9C19-E94955FDEF37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0F86ED98-5BF8-DC1F-0EEC-5A647187CDF4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56C33E25-2D83-B60E-3BA3-E21C2B76246A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28C72DB-D80F-F5E7-D055-091D11463C1E}"/>
              </a:ext>
            </a:extLst>
          </p:cNvPr>
          <p:cNvSpPr/>
          <p:nvPr/>
        </p:nvSpPr>
        <p:spPr>
          <a:xfrm>
            <a:off x="8870579" y="5483390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C2063110-F5ED-A89F-DE81-4ADDDB97792E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3B6C6F-B261-D19C-B6AD-5F8471CC305E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D92B9E-8BCC-B1AF-72D5-48D2A90B526E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C0EC8C-3204-74B2-3936-21B94CDABF16}"/>
              </a:ext>
            </a:extLst>
          </p:cNvPr>
          <p:cNvSpPr txBox="1"/>
          <p:nvPr/>
        </p:nvSpPr>
        <p:spPr>
          <a:xfrm>
            <a:off x="9038366" y="618363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0734AD-396A-862E-F4CA-2811A60CC5E6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114058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C793D-B439-D60E-D723-846EA69BE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CF835A2-E859-5378-76B8-FB8F3CF61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DD82B7-FD20-40BE-C5A2-D57435B37F9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F387C4F9-DF26-8D08-FF57-85CDF161BB4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8DAECB-3D47-1192-675D-3FC979D16D2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822047C-E023-BE06-DDA3-3EB32D48239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09051B5-5F92-DDFD-3E59-4B6BCFE2D86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1F3066C-03B3-9301-F520-A73B6B897A7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C9A291-BB9C-4B82-1E02-7F72D6632D90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FCE525-9733-5D3C-D3E4-6235327D0D9F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2A6621-596E-C2D3-32AB-B107CDA84A6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0E2A3E2-1475-E4AF-E1FF-A67FCB96CDD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5823051-8B08-D00E-1F6C-5D62D4EEF9B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F11A9F8-49C8-C521-757F-8B3BAD752BDA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F321A3-B8D2-2CD1-517C-BDC3F49B018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1FC4E6D-ECCE-F719-707D-4CF2162EC4A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2DCDAAE-24BD-9FB7-FDA6-04256C07ACC3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075F1F3-3EAC-402D-2AB3-3A77964FA33A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E0DB9E6-1764-5421-451D-0D4DD76A36C6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C5A0AD90-CF11-E6B1-59E1-66085D176264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7F38967-224E-1B3A-8D8A-409DA4999CE5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977F6D3F-0E6A-A576-32FF-DC4F77A8DC8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7916072-5DB6-1F28-2AC4-85DCBF849C3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B8FA467A-89E4-F51D-8598-4B23904985D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57CF3BD-1FB3-8CA8-1D1D-9FFBF1B6A12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C35544F-4CF2-55CB-F782-A95D151FFB7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67F736-B826-13B0-4C1B-5E2FBFF742F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09EE428-1D46-3656-C365-D941732DA8D1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615A275-7F78-6E91-4EC7-A30A0FE3F3F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DA75CE1-082A-A2A3-2289-BA52F218D71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9374C45-C62F-F620-0AF9-1702D695D76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006AB17-F884-EB01-2EAF-4261ABFA54F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AD3A1AD-1D5A-7A87-C296-4EE46444F8C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F8F1881-EF4C-AC60-6052-FE4917CED8B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BBAE67A-CF63-169C-60CD-B86251C526D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98064A62-E460-45D6-D760-FF11790A84D3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43B729E-EC22-9F99-BA09-0E89C6EDAD44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94F226-5757-2D16-B076-016E3E60A1C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A6979D-C55E-B70D-29C4-A9FA101FBAF2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309C7C-162F-700F-E303-365606A651BA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1FBC84-A33B-094C-B476-76D77EF5BAF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60A6622-4567-D8B5-E8D4-2E1F1B3AD5B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1DE74B1-C5D3-0C61-AB39-C1BEA16BE81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F305C10-5BF7-396E-1782-6017C2BC6DF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235EC31-2310-2A28-43BA-13BCA9C09CC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FC273F-5C75-7327-6AE0-D5639AAF0B6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7128414-95EC-9635-8924-A0B3896286D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F77AF9E-6BAD-94F0-BF37-5491F2F773D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C2BD364-77E5-CECA-3412-24E3D1AEC067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7B5D1A-40AA-FFB3-B374-081F146F3220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AE4EE0F-02EE-B877-1495-D9D3D52422B7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B69CC2E-B0FF-598D-55F7-378403B1D445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32DD9B0-BA99-5965-887D-7C4826402843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211771F-D183-C65E-7013-D0611C7298C9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778322D-CF4E-0BA5-2592-21AE73AB1A23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CACAB50-A180-7D58-7115-8F26FFE8F47C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7BDF3FC-BED3-50DE-C433-41B9BCBAFD2C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E1E0977-AC96-803F-6539-69325C829D0A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DD135FD-5F87-B219-83F9-27F02A271EBF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12E89-C92B-1D03-E2D6-DC5E95B5660C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562733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9940E6-FAEE-BAF3-8FE0-8DC4B6CC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5E9EA2-29F0-9129-2F9E-5CE767B198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1D66D-076A-FC8F-86CB-6E2D3902715C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EB6F3E9-2893-456B-67C3-9AD00EF7BCB2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A46D5C-FC13-AC15-3961-A6674117A9C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12A024B-1877-A3AC-C607-28AA34E52B0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8EA8581-9123-AC35-38A6-06DCCEEC635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9E1B896-7DD7-AC60-020F-123C0219B5B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C2B1B01-58A2-A35C-34B2-F93335619B1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C5311EF-828D-610C-FF5B-6676D2745DA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4B2294-4524-2B03-3740-45E0784BEF8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9812776-2C6A-ABA1-79A8-47E618463D8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02C903B-EE82-823A-595D-277E21A225A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979B412-D839-45DD-EC33-0E6F891EC9F9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FC12AD-1D74-6591-3EE8-7E4A88E4FE5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D5AC79B-9428-C235-B9DC-29832138AFE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6834167-75CD-CD4D-1FCD-221F85E2DA9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FCD1B34C-D6A8-FC1D-72D0-6430343AC203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BFBC016-71E0-44E3-A0F1-306B7036592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EF98F6D-708B-AE21-4B11-F8FBB65DB44F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ACA9C510-E3C4-88A6-F79A-D54906D3B0E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2A55809-C26C-8F55-EB22-45CA34B17E1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07AF17B2-8E43-0AE1-A482-1DA6A11E8113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D079BD0-7BEC-5851-C114-095A314B393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0756D52-91DB-F577-8E6B-52E23F74BD9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A5339FA-9A9C-F688-01F4-D66C8E06F62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3F85A0A-01DF-CA69-A222-7D036C55C09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3E6BDBFF-254F-2253-50C8-9D96B6FC8D0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41C3FBC-F9BE-EDE4-23C9-867DA043B91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B7C0A7-7C96-8743-5843-0614CB9CE51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9EB2584-A717-B2E6-4E04-5555D66AB71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6477D45-335A-4282-38EF-8D4055AD44F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F38B678-0D8B-1859-F5AC-84B46CBA57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896BD66-29D2-E13F-648C-2A1A975B6D0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87A079-5345-65F6-75BD-30EEA502AC1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EBEEA43-BE19-A227-913A-B5F79D81267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A653223-C43E-1B89-C52C-F99AE3AF136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A342FB-C88A-DEC2-60A1-EFCA67AD5D7D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5A6DAA-96B7-2E47-0326-1C7B12927D3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AD542C7-6D19-927F-5509-6190C6168D4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1492FA-4CA1-19DD-7BDC-D484993E59CC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5361F8B-9B17-6357-D014-D5FC4544898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19D53A-B2F2-32E7-4864-04341C1BAB3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064397F-D000-3BA4-48C0-CF9B946DF56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7E5BCA-6439-0BF1-62F6-397F7FBC0D15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64CE101-6E9E-0260-C5EF-2933FA6B4AF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F18D9E9-421D-FFEF-E6A5-E71EE3B8060A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E9B5CFE-1474-C267-B802-A0EC4F4459C9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9AEC8C1-5D4F-16FF-B0AC-D5E68F4157EE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F978322-3595-048B-1A60-562298AFC440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FDEB3CE5-25D3-39A0-6FB6-384AD41E3FA6}"/>
              </a:ext>
            </a:extLst>
          </p:cNvPr>
          <p:cNvSpPr/>
          <p:nvPr/>
        </p:nvSpPr>
        <p:spPr>
          <a:xfrm>
            <a:off x="65109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9086AF-8DC2-3319-0D39-74F70C755706}"/>
              </a:ext>
            </a:extLst>
          </p:cNvPr>
          <p:cNvSpPr txBox="1"/>
          <p:nvPr/>
        </p:nvSpPr>
        <p:spPr>
          <a:xfrm>
            <a:off x="62407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B8BE9615-BDF5-D6AC-1651-7DFDD8CE85D7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6B5017E1-3604-0BE2-1BB7-71DD71C7F8F2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EC7ADBC9-5462-9531-91D0-6E05D6503AC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D9F9384-88CB-ADEA-11C6-F5166266276F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FF8EFA-8B97-0AE4-58EC-95FEFD232788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32FA6B-E962-6B1F-1FB4-AA90032DEB21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FAA287-FB3F-1862-6393-05D7FBEAA560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35BAD2-5F15-5D05-EC0D-219781B37E5C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411282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83EFDD-4409-D03A-F18F-B5561DD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327D5A-5BF6-EC03-90AE-EE4F818DD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6A3F81-9B72-39E7-151E-1F71C890F2F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C46441E-6CF8-DDA4-D39C-DA73819EE72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7D6D78-7455-A167-FA3A-7F9FC050B11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A0B8DE9-DF49-5917-FE89-B43CB63BC07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B72EA68-9ADF-38AE-77AD-AC859AAE678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7B8F074-C692-E4C7-EBC6-27CD1359022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82C49B6-6E7E-3CCD-16DF-AF4248B8F75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D49885D-FE6E-59BE-5D04-5F1091EFEC8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CF8884D-0043-5747-D86C-8AD11F9C7A1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05BF07F-163F-6086-1C08-C679606CAB2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2F7A462-6A30-0831-2F59-1DCEF6E0D24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8C23A83-3249-D81C-40C0-54089648C54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C1E21D-2249-E9F5-9021-9ED2BFE76057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431E97-2FD4-4943-DBB0-D781B5B5082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417A1ED-6195-A394-4875-7CB1197F76B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6797576-92AE-74CB-02A9-E48B58B12D08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282971B-91ED-844D-E98C-9EC55BBE915B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C36D6A1-3F64-602B-E2A5-AD53EA3F895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959B5DA-6362-E618-8A23-8B63C532A666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51A851-64CF-6869-2F71-EAAD799212D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A5407B5-E43E-5372-FE81-768FE08C02B1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94CB4A9-F844-99F0-BD64-E9ADD5E1AAD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4A2987F-CCE1-36A0-286D-A89E008F76B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544E19D-CB39-83C7-9D71-C5834CA06D1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8CC15D6-A99A-BC6E-2BFE-419DD089CD2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F7E17D2-BB26-647A-2D63-E8EF0E3BE10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DE2D394-F703-6EAE-D2F9-D9AFA97F05C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5D5037D-678A-E655-A117-E8697F7003E9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B266028-B0F3-FD70-72F2-1A3776AFEA5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9852B27-B4EA-E1C5-4375-9C95F8F6FF6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325E55D-1CC2-C167-DB82-CE559370CB7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2BF73DB3-FE7D-10E3-E10A-CDDE5A8A148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070751F-0998-4C05-255C-229E0C67DD7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37EC149-FBDA-109C-D2FB-717C847189A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4E8F23F-92C3-778E-099B-7331439FF20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390140-735A-FF66-93B5-697355BA7ABF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A30A80-940E-205F-35F2-02AD7E669BB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99F122B-2922-819B-7788-B88D2E430F04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1C9A182-20D8-5EDC-EA51-A88DB9677FA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069D589-4CA1-B2BE-D15F-6B545CB18150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3960C14-47E6-109A-B07A-4B2B7619A88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A9B77CB-322E-ADA7-40B3-F3B47617F3E9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B9BD293-3689-7D1C-D1C9-29AC658EE8A7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5C4D801-E2A9-251A-48D7-2BBDF49A982F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1D8A209-EDE2-3706-99A1-ED7C33000016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896878-1365-7853-78D7-86D45220D17A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0854930-4250-AC96-F5C7-D8DDD04F80CA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E7533B1-0FD1-D497-6793-8732AE014F94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977B8E4-0335-C257-AA7E-40E54ABFDC6A}"/>
              </a:ext>
            </a:extLst>
          </p:cNvPr>
          <p:cNvSpPr/>
          <p:nvPr/>
        </p:nvSpPr>
        <p:spPr>
          <a:xfrm>
            <a:off x="65109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F2747-9CD3-FF44-E5DB-E85C4C0F20CE}"/>
              </a:ext>
            </a:extLst>
          </p:cNvPr>
          <p:cNvSpPr txBox="1"/>
          <p:nvPr/>
        </p:nvSpPr>
        <p:spPr>
          <a:xfrm>
            <a:off x="62407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FC67AF83-1A79-73ED-0633-38EE4848F33A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CF5EEB0F-32E1-7F75-C958-F6DD597DA5E8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E38BF3D-4717-7976-72BD-04DA53048EE6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C07FFB4-94C3-96C7-FBF7-E205C4237B0A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94FC41-1C84-2C07-B335-EAE321AB694B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3D8E26-028E-8215-B1C2-82E881A6262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5E802F-0130-9180-09A4-272F279C6479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F3451-5D51-0ED2-4E8D-69A9B3E85364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372715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1FD12B-9806-1011-0214-9EFAB8286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D51D08-D8F9-6F7A-347E-212C1784E5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6A523-75EB-5D7C-5E52-8CC1C8F9201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CF329A6-BEE2-F7E3-1873-286B110D2A4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3887BE-FEAE-A57F-FDB1-E608B46EF11B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A08C558-3145-4037-D55E-6C591534AC6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1E516A8-BC14-D6DD-161A-B98D0C7C318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66F254E-3779-5E10-494A-160886EC5E9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FFB9A7E-2234-5984-C5DD-3F3D1363FF8C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990CE5-905E-7E8F-08D9-F8BEE879587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8BF359-9FF6-2A9A-35FA-40651D7A6C4F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98E467A-4CB3-CE83-0260-2BF69F2C4116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CF7AB7A-8386-BEDB-35E0-9F13B766DE16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EBEB5EE-C165-78DE-A6E3-482B74286A5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8A0389-5430-71D6-DA55-56D0FF00D69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7245B0-CD5A-0B31-4434-53BD18D94CB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DFDD53E-6D69-7CF4-26E3-FF72A178EAB7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5DD6696-FE7F-D12D-DCB8-D456571613FB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F02CE27-1C39-0441-C4DF-5D81F5DA3D4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2000623-5A44-1B4F-0E02-D931DCC88155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52AA7C7-0D83-54BE-21AC-8FC59B7C5CC8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2DC2C60-384B-E966-1C17-CA0EF9CD731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8220A00-4776-250B-61BD-87C35B4309C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13AB393-10C2-CE6D-9FCD-8A6BE360AE7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2136132-8E20-5417-F196-68DBDEA3668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9E8FA2-ECEC-4E54-0B7A-CD5BC0E689E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AE7FCF14-C8DF-E922-50B0-6F358C2DF6F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5CC5A3B-240C-7891-BB09-F810C2613FB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2C21A78-8FCA-B0D7-2345-3905E7A5248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4DEA563-4568-90BE-9680-847B737FD59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B6D444F-00E7-18EB-496A-E243EF067FB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4CB00A4-59EC-FA6B-A8F4-AF282FE7B7D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B94E404-65D2-7E1F-9801-F5C85217674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6E38BA9-F577-0D85-C87C-FE0C63AEF850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9CDB07F-E180-DEC7-E796-62E3DBD0099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6C15C12-2E5D-6FD7-20EC-EC4EBE8C66F1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A97D650-6876-BB1D-7B98-68F3F9ACADA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94438B-0FFB-1427-1B58-1366F7A8A15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09616FD-D1CB-5FCB-9E92-50D7BE87371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9E6F6A6-89F8-75B3-05F4-D8763FEBFBF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0B6105-8EE2-26D8-EF77-DDE86267C23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3F2DD06-FDC6-A40D-DE14-FCE878F6786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D750E72-79E2-182F-1270-A80F56D403A4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2505C8-B122-34F9-E8C1-73897D1EE1A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9F092AC-BA82-B9D6-113A-979D1445C7EF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0D754B6-AAB1-6C22-87D1-2C3E105FE31C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2E5391B-85F9-43C1-D8EC-DE3CBBCC632F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25C04E5-AB7B-65D4-C0EF-4009B15FF58B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B73B6D0-0E1B-F571-D8D7-01BBE46439D0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25A46D8-937A-789C-5045-6E3F9A5F2BAD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980151C8-374B-41C5-23F3-1CA7461D36AA}"/>
              </a:ext>
            </a:extLst>
          </p:cNvPr>
          <p:cNvSpPr/>
          <p:nvPr/>
        </p:nvSpPr>
        <p:spPr>
          <a:xfrm>
            <a:off x="6542169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8CF05-70BE-91E7-9201-24787C8E3342}"/>
              </a:ext>
            </a:extLst>
          </p:cNvPr>
          <p:cNvSpPr txBox="1"/>
          <p:nvPr/>
        </p:nvSpPr>
        <p:spPr>
          <a:xfrm>
            <a:off x="6272046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70971C8-6EDA-50C9-1199-FBA0AE02F908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FE63463-3ADD-A3BC-C2DA-74212F677CEE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A82F7F8-42EC-8E96-0959-C99AF217CC00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82C616A-A94F-88C8-EDFB-994044BF80D1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F18789-4C1E-908A-EFDC-6714C77B8617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46E151-09AF-5831-0FC5-DCA0949023BA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BF3434-5971-14FF-F9AD-DB60D04FA0F9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D459B2-58AF-3060-9457-ECF9D1E2A15A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640825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82557D-B783-2705-64D9-36582417F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40831D-9F71-69E9-0228-5499D248E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0AF6E-DA19-3DBB-362E-FC7BE6931F8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DDEEC2D-8BBB-7601-4423-01C586775546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23F790-0344-C96E-C2DC-C843F656C02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C115701-7A15-A8A8-2546-4312864C7CA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4E54D47-DCD0-D3D4-9916-8FAE3D8FFC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4ABDC85-B73F-05F3-6CC9-AA74CF0C70EF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6FDC39-5021-04E6-264A-11E46B52BC83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E383B5-E35F-8B02-B156-84DB25EA6CB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E59170D-ECEF-DA4F-093F-D390FF043A6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69D5F4-21A4-3551-AD72-ED01F281D6E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7C26295-9387-8B62-23A6-5251858A536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A251FCC-6F86-27EA-4A2F-D7010DED3D2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14D480-52D3-E0EF-EA33-88FC2E9C0EA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BF5C617-7E15-2398-C5C2-97B8D206F2B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A1C10D1-563D-A2C0-8CD2-C03876F0B66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9AD909A-84FB-620F-731D-199916A68C56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65979CF-9C4A-A466-9004-CE54B68D47BC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90BA402-66D4-BAA5-2750-5ADA28DA87F9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3CCEA0C1-5AA4-2DD2-6949-C92B4BFC5BEE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BFEC36C-7A2F-359F-162F-01349923059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853A263-583B-0457-F983-25BBCD7F56E4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3EFCB0-BBE3-A98F-3D53-9C372DEC59A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9E4BBB-6AC8-9DEE-3385-CB15F5DC1AE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F1AAD9A-5B15-E5E2-BC5E-86D4E64CF31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B727A38-92DF-3C40-82A9-D341D466FA1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38DDA25-2163-F276-595C-15B822A9237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BDB4939-74A0-A0EE-4AE2-AE259BE68E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2A3A4D1-75DE-33BF-620A-63C93C15D85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E563A85-7B44-670D-A04F-BAC96A4B2F2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0611A00-DE97-A9BA-2B12-305533A600C5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6A48ADF-7C60-2B70-8BE0-B4B103DE62E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7744D7D3-EDBC-EB9B-99EE-A1B9CB71A8B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056A6D-43DC-E1DF-EB5C-0EF1450A6F7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4DCD20-586C-BB69-1156-3CED2116A43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20001CE-7F7F-A523-C5C0-C163F01AF4A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66698E-B52D-5F78-EE85-BDABB17AC60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D96CE47-D157-A5B5-B544-72D32CA7EB7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B922F2-7C8A-8F56-D3AA-371B9C64B11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EB9A403-CC26-1265-C45F-2A6F79E5B1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B11D8E-0B75-969E-3313-502D8C29E36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E55F091-A812-A347-3061-CBC32DD4124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E76C0A-9E8C-DABF-0634-AE39FC3A74C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BE022AD-208D-3FD9-C46B-3FE34EAC21B6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0C93C02-91D4-D58C-C708-90617BF84403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519954F-B208-1E5C-CD65-3A141F1F9D9B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DA58DFC-E652-C7DD-F2C7-561DE84B46FE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793B0BD-4582-ACFA-353E-61687CAD510D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0277E8A-1835-564A-7753-990DBCD92BB6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EFE42CC8-F543-254A-A007-2E0233ADE046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2E64DC-088B-83ED-C49C-AC653CFBAA4E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2FDF5E5F-AC51-2457-FC71-D8A5A2330467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E13E7EF-40E2-67DD-CEAE-586D937E0281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2A7C8AB-5B12-BF62-80B0-338F00F91B38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E77383C-7471-8ECD-A149-903AB3CA58F8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6C28F-1DAD-912E-53BF-8732E741BCCE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CB4089-087F-774D-6A85-3803AA5AD40A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F499F8-D2AB-2AA4-E276-5F5207B75925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DA2DA-97A4-98EE-CB8F-449165095B63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13139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1EF09-19B6-8F9F-BC57-CA1FDBEE3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F1D2E9-1F5A-DB09-4220-E0E597BC8F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5AA1DF-7585-15B0-6AC2-1AF8A79804B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F67106B-ACF8-7E5B-819C-0652AA8EB11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4266D3-0B9A-6B85-A813-20A0BBFECE4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350AC82-2CD2-8857-D732-2F5439E8E53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FE0AFCE-683D-7546-386B-1F8DE4B7626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D256A0B-BF82-B76E-56A1-7A485FDD4AC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818245B-8C67-72F1-6AE7-9E8FE30EB6C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8F25537-F77E-D277-BCF5-8EAD01149D2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9780690-A4EB-7B2A-69C6-B12541C784B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A8EE803-012D-B252-BDAA-0BDEE4B2732D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66EC377-C82E-1044-0874-B0706D57600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438F69E7-D540-9026-F2FC-AAA39E663C3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B127A1-B09E-3A83-8CDF-FBB1FCB573FA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887C83E-9224-7D2F-EE1A-9CB0EBCE6D0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7799F0B-741F-F323-9E3C-3F168AF01DE2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39AB60-277A-2B90-4953-0F0EAFA51345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0EE6899-8EBD-AD78-FD87-8C8F6E7999A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D28712A-35A1-64A2-CBE4-2FEE8C42027D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A759265-977E-5AE7-91CE-19088B0DDD8D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4B8E38F-B8F5-2332-8CC7-DA6432E6039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700B7CF-6286-C624-2A52-57F0070D10F2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4AB61B-F85B-202D-9240-C8EFB0E88D9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659DF8B-735E-44F1-BC91-52265F67FCCA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432190-E1D8-D3C0-4C81-F0C4F11D7AD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BB29AD8-68E4-C0DB-ECE5-7957E49EF5B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FBB4C51-E8D0-388C-B1E2-7BD006E1F69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643AC1-5DE0-7578-EE61-166B2C6A8C63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A6AD697-3B80-ECB2-DDD4-8D44A749C62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1C634D5-C1CB-A1A4-5001-0718965F9AA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96575FB-E8EE-E13C-B6C0-9E10FD669A2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9C22FEE-CA52-D980-DA74-C0567D3D20B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FA872C9-BD9A-CF5D-AE86-CCDF017DDFE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1F251B-B445-EC6D-D488-93800A4D2F1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5C26D9D-07A5-AF79-D87C-0E4ECD04A95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D7E5485-3B51-1951-423E-E109C0359A8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1A76ED-B33B-18D0-2674-75111CFEC85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F261B05-44AA-0669-24EF-05B3DF3B7D4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17098F5-6796-4636-239D-BD172D5154D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D40EB0E-4C64-6230-2718-BDAA923B580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9434C0C-348E-EC9F-C301-A9CBD6896D3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DD6C986-39B2-3B7A-3D03-C1B680A73F5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515B62C-65F4-03AB-8FD4-771619B2A7D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D35A0C2-9A6B-E90D-98B0-EFFD470F1E5C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34F1C4D-823F-0BBB-D45A-36CB3C396831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872CEFE-DBBF-904E-3682-2C925431961D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14802C7-8D07-6F22-F958-7D104D03A21E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83AEB2B-9B22-9E7A-FED5-8E709AEF239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8EBDC5E-E9DC-E862-CFC8-8427369E22C5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ABE65EA-1D06-517C-79EE-49EE316D7836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C68C01-F677-40B1-792F-E43C9732C454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9A09CE7B-8A43-29B2-02DD-90CB36452021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918B65A-81BE-A241-EE3B-ADE79326BBB2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786F33DD-4B16-9D12-FE51-B522CD3F2C9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8BD0F6F3-BBF2-B2B9-C7DF-CD7560DC541F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BE887-C2C7-6CFD-0EFA-1CB0C3E0E67C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7984B-502D-8FE6-771F-BD883DDD559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3A84D1-B1B8-A805-B4F9-EB8CD7F581AE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95EB72-D2CB-05E9-0B23-FB9E00039168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98820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20C9F-1589-24C1-EA8A-28A4FF2DE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16E2D8-488B-8F4E-290E-E44418D5DE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D9CA83-FAFB-E798-194A-47B673A6328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D883E13-3BBF-8CB8-A0CC-571613E1605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7EA649C-8158-C1B2-7C7A-D564618C543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29DC473E-4399-2E8C-75F5-0A60A10C570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349D1AF-3FB1-B052-AD3F-779448D70F0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8AB98E5-9529-C924-7C73-5D8247CC1C8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8D6CAE3-D3CE-8C04-17CB-B8053858535B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3787D-14F4-F83F-4438-221F0907C62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D40A14A-7844-F423-AFC8-20065D52084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5B4B4A2-B0CD-4195-35DA-0953C11FF4E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6C55B4F-D65C-5D2E-2069-FF09017A3AD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8D87368-F363-3B2F-F2BB-2F34FDD1F5C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A48D3-89E8-A2E1-BA79-6795323CB11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076CE2-FC8A-49EF-E7A2-9D5D64F18FC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B4AE2C6-E7A4-560E-232C-739651CFBDE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4EF971C-B3CC-9D21-C027-453D75380756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12F07B5-8780-D1F4-55C8-2C04C91BA9E9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816BC14-167E-FA86-6B7C-F85E77EC11C6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1922AD9-D216-9B82-E870-70BD4485F662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BF3585B-C11B-D4B3-E5D5-64AC26951B0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8A00C3C-8848-B774-D1A7-89A22C1CA89D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ACF9F23-EBD7-C5A7-9A1C-FFCB6527016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FF4F560-C83D-236E-5D9D-0172CF97C0C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F5857F1-0165-6E66-1EA9-610B21DE333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BFB104E-428E-D303-AE22-6FAEBBAFF38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4F56097-4E2D-C79B-4AE0-86A1F0B601F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54422E-53E5-1874-80EA-80FA22CF672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0B863AF-5B56-058C-EB9A-2FB0F25E213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7E7018E-2C02-965B-51C1-26DBE1F2313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0C4A959-2EF0-6624-22A2-515A8091C94B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5A5EE8-56A3-04AF-E78C-CEDD62C21E57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65C19B3-0453-06B5-2F42-EE3F7CB5583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4CB2DD-604B-7101-5271-9FE9846347C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1F5CEFB-C785-3B39-DA38-A85BE291D3A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F7DCABB-6ED9-D143-8C30-0D9BFF208E1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0326DE-B0D3-17CD-BE2C-5F523E73C4F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D2E6DE-62C9-C29A-5869-6350CB0E093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B6AE425-B072-FAC0-4168-5AD00AD7CAE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85E1D0F-C204-921D-1029-F6326ACD345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A3B5128-3AD8-E93E-1CFB-3C8E7CACCC9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BC216E-8ED2-BF92-1C63-D770358B05E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951636-2AD0-3128-49B6-B4222701A56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3BA2D3-FA54-1012-D5AF-E36C5B8ACD42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764F9B-C388-9CDD-EAA5-34AB032063A2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8305182-F07D-DEF4-62E4-036A30B68372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1CD8B2-CE09-2E02-6215-8A2B6B8AA94F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98C8491-40F1-1A78-6E9B-C1C478E5795B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4D0798A-FB92-BCFE-250C-79339793805D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05FC9E92-6AE9-C91E-3D52-80F76CDBCA5C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61F779-779A-A3F5-093E-367F617B1E86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DD09D771-0EC4-FC3E-B4D0-7AC08EE7A4EA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407E6BE-4B4C-6D6C-0AB6-6DAF14B7CF18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5EA6376-E1F2-7A57-0F25-7B622889F886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8AE50B55-A9CA-6FC7-454D-AEE4A28BC17B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FCEF4-2908-5346-BC38-FF15FA67066D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1ECC79-185C-A097-22C8-E58CE63DF961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096F19-DDBD-E761-0392-369437619A2F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DA88D-7BE5-21DA-82BC-93B89297267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301914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92F608-6ADB-3622-7150-7D847769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C8161CB-3CFE-4BC9-F278-8869F4138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EF83E-A27E-64CC-92DC-6EB77E9FB657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E1F9C68-9D41-FD07-CC9B-2C80D2B9381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004E70F-E73E-63E9-9C55-F7F0D35E94B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3FA72C-4651-D915-036F-983BF6DF4C24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F4B845B5-59A4-D23B-D1C2-7A387261E5E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E4943B5-D8A4-391D-D4A2-CD464BD4CF6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7B12098-B326-D978-984A-88E25E1134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AF5C9C-AB2D-87E4-70E9-80901CA6289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16A123-A33F-963F-D19D-20E24D11934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38C37E1-6C5A-61B5-DB5C-E8AEC47A33FD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CC274AF-29E9-5A47-D02E-BC578428CE5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E763AFAD-3A3E-F929-EA91-13665F68F5C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06BC62-0F3B-A196-198D-A70DCD66268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56991EF-BE3C-0F8D-5048-41053C32368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F8BCB98-70D6-5D89-FB1F-FF6B1D4F1410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2B3CEA4-7C83-8487-D250-7EE8863AFEB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C87671F-285C-67E5-EB65-74668AFB657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69D0EC4-568D-7B5E-3D40-74902FBF5BD0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FF6F661-6600-44FC-F72E-8134123888A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5048D327-6986-0799-D0C9-D940F635EDC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8DB748D-46EA-2429-0A6A-2ACF64D82D9F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5003CCA-1522-A121-AB4C-E38E972DDBC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1BECE83-C8FE-C774-F2D4-97D48C3A41E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3059670-11CF-DE7C-4D3A-FD8FCCDF4CBD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941F13E-BD31-9054-2ACC-9C07FAFC829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0EFC0D4-FD8A-73AD-1354-164F85CB915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1C66A5B-B288-F8B8-E2DF-C68938D3842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7632D81-46E2-5A5B-F888-03F02B3046D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7E1848F-51C4-412E-C975-D51467161875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9BB7E9B-4843-22E4-8569-73FF5DAB7E6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12B836F-6E07-2D20-08F0-3573C80CCC1B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817EBAC6-2E3A-653E-7BE7-E870BCC0EE6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B224ED-D6FB-C188-C880-34124941539C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1E485E-B2D3-E27A-183E-B1B82E59256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A35E79-B815-772B-2644-7796D073C07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33D688-B45E-9023-DF27-51D11EB739D6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9F41B5F-EE70-0E2D-5303-A40D039F86F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27F0E7-E513-8A3F-30CF-21F11E13543D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A860C45-C5EA-B62E-A62E-44549960F87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7A8B465-ADE2-1A53-1521-5B4B1373666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906EFB-72C7-598B-522F-E869B661E2E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1044AF8-55CE-E8EE-0F09-FF201C07B3C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6F36B36-DB79-C7EA-62E2-E40D6DEACCA8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F42E3E0-96FF-41C4-966C-448D6F3CFB1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718407-E367-8FE8-7BB0-E73AADA58D9C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55AFF16-41B2-E8E2-04A0-143729D8A6C7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CAADFFB-F3F4-0202-082D-1975198AD384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2403B11-833B-61C0-9169-5CB3A474FC33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C50EAC2-FF3B-9414-D11D-D935E2DE244F}"/>
              </a:ext>
            </a:extLst>
          </p:cNvPr>
          <p:cNvSpPr/>
          <p:nvPr/>
        </p:nvSpPr>
        <p:spPr>
          <a:xfrm>
            <a:off x="814638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3F1B6-C13A-8C09-A1A3-186826790A4E}"/>
              </a:ext>
            </a:extLst>
          </p:cNvPr>
          <p:cNvSpPr txBox="1"/>
          <p:nvPr/>
        </p:nvSpPr>
        <p:spPr>
          <a:xfrm>
            <a:off x="787625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DA863AA-76F2-816E-C0CD-9FFCE41BF995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C02C8D5-801A-7546-01A4-2A0BF13DFFF4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17BCCE7B-D368-8661-6C25-9EDA3AFBEBCA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372B96E-EF2D-46CD-85E9-95BD72EAB6F3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E33299-0B29-8109-35CD-A028754FA1F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82F919-A1BF-C65F-5C51-FAB5FCAA9F89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5995BC-953F-6F78-9C94-1C7BBECD126B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E2CEBD-1F54-12F8-265C-968117E46661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63794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E4E169-3880-C0B9-40C7-9AC17E5F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F43B415-9DCF-B6D9-A31B-A345EEA36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5264A-01B9-5949-3DCB-F8FE7A347CC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F018723-1513-E45D-9F2D-113A0A519656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2E7983-EEC0-8A42-D178-1222425E58F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172462A-6618-000F-5056-8C4D083EC13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B596954-A7E7-6B34-3F94-F5440EF61DD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02AB97E-444F-8292-7199-5DB1F103566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EBCC5DD-4A9F-959F-F929-E867511DB873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B99999-0BE2-56BC-7516-DD9F17E7DF2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DC237C-07BB-B51C-6FA7-3932CCAB192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BF35E845-82E9-6FD4-B40B-91CDCAE0168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0F3C6F9-8BDC-4D83-1C5F-B51E8E15739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FD3DD28A-7124-351C-DBC9-012B6BFA159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403E95-A888-8D92-0D1D-45AC51ABA83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F01952-A81C-453B-2738-4AB233CCA64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B863016-E68D-7D34-DF50-7D21C71BFD5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4DB9BEB-7573-E4E7-277C-B7D76E07B03F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68E6EE-D3A9-F808-7EB0-272BBB82BA71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349A586-FA46-0066-0E9F-004B86864F5C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10A4F30C-DEC2-1D85-6CD9-746E55A8F004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158DD06-4A61-A6A0-EE67-A36ED529183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55D40BF-35BF-CF21-DCC6-D723832095D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F0EA3BE-4CFC-1A60-2C5A-E1FB297333A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BD3E392-F3E0-325D-0FF6-5C6E91E47AD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5EE2846-81BC-0C34-4A62-7CFBA678CA4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512A6C6-B921-E081-C1D0-08F9F6E462B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65E190C-152F-5432-F2A7-7A03CEB6C46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14E605F-511D-5CA1-9C36-67D5B675A24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E9E20C6-3B24-5D14-0A3B-D96CC923981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9D8A9D6-5B21-9BD8-6DCD-2F1E6B639BB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7D735F5-8BFD-6D05-5508-EE1929C154C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E1C14A2-1C91-3462-935C-DE657DBE9E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2B685C79-E73E-8356-1D38-93D96EFE53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5BBCD5-F140-3579-E66B-3588B0696B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59D0EC-2614-1CDD-5C10-4096CAB195D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4294A0-C9F6-2388-B3C3-9E261A2721D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9596B81-3AA9-3620-396D-29C6F0496D1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388260-F082-81F7-7413-AA70B33693C7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62A536-AA9A-13FF-4B78-C109378F1A4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E5D9B05-919E-C345-FB65-7CEED180645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0140970-6159-93C8-89CD-7EA6C779B1D0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0727555-44E7-EF74-4A5A-0A0F5CA108FE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57B51C9-6C08-7613-C93B-E104E3B53EC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A46CE19-0E10-D6B7-04DF-A0E88BD9FA54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186D117-A824-011F-2FB7-15F9A67C22FA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BFEAA65-9ED9-109B-072E-D054FC742BC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9E75CC2-C2E2-9ABE-D957-AD6E8A741866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31A5549-1FDC-B9EF-B793-4FEA993A6104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73F98AA-E5D5-9333-1474-6EAC5B281F1A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697E8E3-989E-61D9-1694-0CD1F84F9A3B}"/>
              </a:ext>
            </a:extLst>
          </p:cNvPr>
          <p:cNvSpPr/>
          <p:nvPr/>
        </p:nvSpPr>
        <p:spPr>
          <a:xfrm>
            <a:off x="814638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12F21-ADE4-89CE-F390-C71BF5621890}"/>
              </a:ext>
            </a:extLst>
          </p:cNvPr>
          <p:cNvSpPr txBox="1"/>
          <p:nvPr/>
        </p:nvSpPr>
        <p:spPr>
          <a:xfrm>
            <a:off x="787625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96FB56A-3E86-B95C-0996-32F45905887F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97B50CC-0F81-E5C8-D06B-988C543B111A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246D1DDF-7682-3C82-132C-50FE1ADC286A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2718FDB-1898-A03E-48FE-BC32DBD5619E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11AD2B-4F13-CF4F-AA68-640CF7F79CD4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C53D00-FADF-24C0-F5BD-2E584376CCE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2CFCE6-5CCD-7333-96C1-DD999E14166D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13BC1-E64C-76AB-C834-2D75A6EEA92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981685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D3A8DB-8F2B-0E2F-F29B-44F61450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FF34B7E-A41F-2E9F-06D5-F3E7CB898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0A4B1-6193-0045-E255-5EBF10B3006A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C8A45E6-41B2-69C5-8C11-9CCEC38B25E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1F6AF6C-AEDA-A1C3-12C7-2167860C9B5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03DA41F-D181-C6A2-31E4-733E90149C8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618C112-E8A7-8D62-29DA-BA2AFB331D2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C838D26-730A-7CA5-B25E-970E516A1A5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9F8EE42-3FBF-10CB-194D-09A20F9AECC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38AB01E-919B-2C77-5587-4C59D5F6561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AE805-A29A-4A54-D6CB-62D47E3B4D2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245AC8C-10CF-2C98-498F-41786BED91B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BF88762-F3F1-8002-CDE1-803C8D5648DB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270E01B-8654-4098-39C2-C360B532D2DA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ACC2FE-899C-BB95-0EDA-65D46DE4A47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4A8A115-AF83-289A-69A0-A369AA080CF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1CD35D1-7406-2691-5E38-8F1F5FE5E532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7A64A81-97B8-9B77-0CFD-13B16D19B32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825A206-55B5-0C1C-DBFB-D973CE5687B2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5D7170A-DBBF-11BE-6903-601D791CDF0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0447D6F6-A351-0651-0129-74D163FD9DA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5364CFBB-138D-22B1-3A40-314C62258D4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DC49B59-DAC9-C98F-6F9C-490EDA1D1676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EDF0C10-9820-9412-E20E-17CA47E5424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990A311-3BBC-0E28-43F7-17A2E58F497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527CF52-EC9F-9045-3D94-A6392D4B85F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0AEDBFA-424C-E422-CD92-5934AFE2416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D13F079E-31CF-C676-04FD-A8DF8C8EF4F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9A167D4-074E-EACC-BF4E-FCD278C2EFF4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4399898-EA66-8856-3BEA-B80964A28A8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768A086-5BFF-C2E0-8DFD-E531CD3709F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A5F7CEB-ED08-DA88-A99A-4E4D7522747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6AA982C-B7DC-6BC7-BC9A-AAAC2C20281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E0E661C-7893-60DB-9FA3-B0DBDA6BB0F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6F6A4D0-8A8E-3329-C322-1B71B45B2F8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0F00F44-CB3B-3E65-00E9-41887E4B457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488C92-AC98-2A93-44F6-1299EF58299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7FA5BE-17E5-8087-C61B-1A2883A29F54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CB7DA-4DA3-DAF1-FB5B-D1829D48B67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7E2CFAF-886C-455D-4FB8-FBA443E49F0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E01406-18E7-EFEB-A23E-4A3A3C6CAD8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79EA7AC-19C6-C89B-EDE3-98F4B67B226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E8FF9DF-118E-870E-0952-9F98A109B6B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BE30B4-E637-54C5-A608-8E812562502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DFCA954-6AC7-F90E-603C-F350C55A29F5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9A80F6F-8D11-CB74-4BD1-CFB7D5862469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4BF9B66-1ED7-0A16-9C6D-EB963F653A4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ABFAD6E-F30C-02A5-1DE4-9A803C056EAA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8C5C7BA-CE3A-5BB7-5FB2-D6C19129F86D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660BDA4-782F-F84C-727B-972BF338FF20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0265E4B1-47B9-E2D4-F6ED-C38C1D2F0F49}"/>
              </a:ext>
            </a:extLst>
          </p:cNvPr>
          <p:cNvSpPr/>
          <p:nvPr/>
        </p:nvSpPr>
        <p:spPr>
          <a:xfrm>
            <a:off x="905445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65C492-58F1-4E82-2B58-3C7EA15CC173}"/>
              </a:ext>
            </a:extLst>
          </p:cNvPr>
          <p:cNvSpPr txBox="1"/>
          <p:nvPr/>
        </p:nvSpPr>
        <p:spPr>
          <a:xfrm>
            <a:off x="878433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1808676-22D1-53B8-7772-28444BA3B5F0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AAE8814-3E6C-A320-1FBE-7FAC72F5A2E4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D9D7625-B6B9-9669-A776-9C07CB135E7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28A67AA-C300-AE26-2BB2-A529CB1F2816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B7F73-7B12-9C43-785F-5B4572F0C195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C9331-F879-DAEF-03C8-4123ACF33DD7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ACFC55-7F78-AF02-3755-7443436AFE2E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7AF8EE-F29A-75F8-8D61-D692B5B67DD4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643099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1FC485-8209-BDC0-5E5E-553BC3E0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965B4B-9C2A-1BA4-B67B-E0B813AB2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9DF855-C3FB-1C17-417A-48BF1B466D8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56E1015-475C-1D40-9A6B-D3ECD7C7C6D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F2432A0-38A5-3A2E-0136-6882B02CE9F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BA9F580-37B7-6E0E-D9E1-F83F0EAF9B4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09023FC-98AB-B935-4505-7474177F578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996ECA1-FE5D-8B47-3FB7-748D59D3796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DAC85D3-1E12-77D3-5694-92187DD8E20C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E9735FE-5AF1-FFE3-F3F9-BA32DEE91D7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8DE4C4-58C2-73A0-B101-CC6F9A1C24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E96631C-F097-9AE6-F386-7E69F20BB31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880FB0C-42B0-D640-437A-B4A9CA43A44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7C0D9A1-A184-17C3-DD57-0B26C2A0BF81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557BD5-63AE-B5CB-3A60-DF31270BA57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933375-CD3C-A311-C209-1826D21A0DB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36798A8-798B-BF6A-44F1-B2E28DE810CF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EF64B0C-9C4D-106A-5DC4-14609DDF234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432D7EE-FFF7-AE16-2927-D40D6294E79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BF55BBD-22AE-6C77-1414-A0ABA09224FD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6BE3F6B-021B-88F0-28B6-094BDAF244A9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2395464-8006-6542-F02D-36457C25879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EAF0E21-F5C5-85E9-7E84-88E9D3911CD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9CDEF9A-D69B-3C0B-9358-640606BD658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69AB419-943D-7C69-4909-9EEF6995F42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CB895A-2027-BE8D-E8B4-440262BD4F9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DEF1261-201D-6C9D-2C17-0AB07FFBF1D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36BEC14-547E-0877-A7C1-CB699DC0DC9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5B6B13E-35FA-3FF7-CEEC-24DBFD819E4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9B82A8C-49AF-2976-C766-1C6B43E7E6E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03E136D-956B-1297-516F-57C296B4160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5690B95-EA6D-9CA9-6E87-BFC399286565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61EBDFE-D250-B5C7-3EBD-DDA328BD41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560A2E7-A6C7-087E-B137-F9BD1FCA61E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C42671-A5D9-F775-F0C6-10A911E42211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4A3B3A-2D20-CA01-51DE-32132B96FC2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8193A96-418E-719B-4EC7-5AFBA0F65005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B289F06-F9B9-7FBC-FE0E-1A0C44F426D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A468E7-67CC-E24A-D1E2-D1E8B12A91B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A4F14A6-2E56-D666-B186-24E88A5FAA2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18BF84-4C33-ED1D-0731-6A927DD343FA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4863799-1BCC-0670-68C0-BC93D3258EC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58B414-AD3C-0606-2B2B-21C543E318C7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2619D20-D7B7-55D9-7F18-8ADCED9113F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F31A579-F87C-E5ED-EA89-A20A1E04CD4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CBB3FFC-9009-60B6-01B1-CAE0389AE1ED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991C83B-9626-3904-7437-AE60B7CE6BE5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977AA45-5573-B52D-47D9-B9060C3BEF98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1BA2273-A323-36C0-A3FB-AF3D5E9C1B7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40694C4-E300-8670-8F53-6D4BFEBE5F5B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69A8609-0413-0F97-8E8E-626DE7C463F3}"/>
              </a:ext>
            </a:extLst>
          </p:cNvPr>
          <p:cNvSpPr/>
          <p:nvPr/>
        </p:nvSpPr>
        <p:spPr>
          <a:xfrm>
            <a:off x="9863739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5E930-F16E-AD5A-749B-1DE1CFE1B26A}"/>
              </a:ext>
            </a:extLst>
          </p:cNvPr>
          <p:cNvSpPr txBox="1"/>
          <p:nvPr/>
        </p:nvSpPr>
        <p:spPr>
          <a:xfrm>
            <a:off x="9593616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79310BEA-5A5D-74A3-C979-83B94CB5C2A9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CA549C0-2BBB-E220-9267-1DE6DDCCE621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41AFFE89-2D41-D6E3-5F1D-3F45B43CCC8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A34254BC-F4AB-97B8-4833-E9767386AEF1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C0F233-BD22-5A87-A5F6-0839F137750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3FA833-CDE6-519B-9CF4-A47E185F716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4B71C8-81F9-50A3-F7C4-531A9797D353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CC3CA-0A58-1EC5-9122-DAA4C377A0CE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1459562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9EE485-0E9B-542F-84C0-2A3D6CAAC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FDE6B5-4CA7-AE20-F10F-384DDD1D9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14CFA6-1AB0-4DBC-731C-352302A7860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003248B-16F0-0836-F254-2ECF511BC3D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127E14-8CB4-4532-A629-AA9B6E2EB3D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285E174-16C7-4FC1-6086-7AE7AFCBE7E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1BFBC89-F946-9F45-830A-8969A14AD2E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33638FF-454F-9DF5-C570-17F67E4204B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B64BDC0-428F-825D-D5EC-9D0870A6673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99CD06-9D11-725A-CC9D-CAAFA6EF346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11A8EDF-DD03-BC84-2256-C00D49F937E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955A34D-FC51-5A09-BE9B-6063FB0315B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3713BCB-2702-2D36-BA0E-CE9FDC30074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D197A25-E7E5-400C-E53C-454D384D285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8D974C-7B19-1E97-9272-3B22FD2B563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34BD2F5-5F01-35EA-4685-E06613AA6F5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E6AAA91-6285-ABE3-A7AB-64093C085404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1AF5CFB-CA67-7C91-482C-9A2C2E1D2861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9F073F4-B249-7201-243F-B4A7965F791C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D1C50A6A-AE6E-F17E-F3F9-9135186BB735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B5B2425-5ECA-CC2E-2E41-9AAFB9374961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BB09695D-0906-025E-8ED8-A8204679905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1C9544E-C9BE-3228-CCA7-09FAE2D975F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C5D7AE0-29FB-80E6-8558-FE50163B8B1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B918A0A-42B2-2528-4C3C-378EF3DB952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D071974-8E8D-C9D4-FB0C-FD9D138E518C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B42F50C-06B0-A9E7-73DF-2B8C05667EE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5EE29B7-8C2C-C835-0D42-D38DFE78BCE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67AA78-B46F-705C-499E-0C849FC7175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8DD4CE3-F3D0-BDDF-3020-A82445B8EE1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F4A6391-A28D-ED1D-281F-D81B8C48B9C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8D074-8AA9-1821-DB14-0E9DA9FD373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A2D95A5-F8AC-8EA1-FFE6-CA4E8724B33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52FA7A0-A87B-F3E5-1EAC-A41892929B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16A1DB-0A84-54DA-D358-7938A8E2683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28372B3-8197-4F24-D5FD-8CBA913C5012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10D22F9-936F-2324-5CA4-F97E0C3A76D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DB1B6B-0842-FB74-40FD-2B2B4C5FA9B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CA76FC8-2640-D7BE-4800-6687D7653E8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6E71452-3C66-24D0-799D-5A99142E20F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49B416F-5A06-79FE-3C32-5798E9AF49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E312F82-2422-2F9F-61A2-06771147195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3908820-5823-5CEC-087E-2D2D64E0241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D6506B6-6893-DFE3-F180-73663143AD8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FF2CCEC-3F95-751E-5930-77787266FD3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BE7DF0-932F-0C80-F691-4C6A9E88075F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942ABC-6F3B-AB3E-7810-72041B3F6BEF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8626306-20D1-0D08-5920-60DC8596CEF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F6694C5-2CE6-E32A-6708-3928058D8430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5C0CBC9-A4DE-74E7-B19A-BADE6F3F4565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0C4E56B0-013B-9EA5-140E-B5594E316D92}"/>
              </a:ext>
            </a:extLst>
          </p:cNvPr>
          <p:cNvSpPr/>
          <p:nvPr/>
        </p:nvSpPr>
        <p:spPr>
          <a:xfrm>
            <a:off x="10667523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DEC30-41C1-05A2-36A5-FFFD4792083F}"/>
              </a:ext>
            </a:extLst>
          </p:cNvPr>
          <p:cNvSpPr txBox="1"/>
          <p:nvPr/>
        </p:nvSpPr>
        <p:spPr>
          <a:xfrm>
            <a:off x="10397400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55F233C-6E83-434B-25FD-53CBE5BB4665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65AD89A-AA41-4CA1-EE6A-BCA142995A82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655294CD-A0BB-54DA-6F7E-393B496B6032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D1A8C0D-BBC5-44F0-6C19-66ED7D07D869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3DC72F-1F96-569B-3583-69FF2809C42F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CB6C75-21DB-33E0-A51C-38381DD499C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7979E-DF2F-F933-596D-172D9A7CAC75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298C4B-8F61-8AB9-22A3-FFC7168B277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89511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105D7F-4198-4AF2-C664-0314FA280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F0DED1-F723-C6DA-3673-6B8B3544B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9E702-C161-2EC2-2B3C-7A24F151BB0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4F7C07E-A312-51D4-B79B-3184B0798F73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EE630F-53E5-E808-38C6-0FA5823BA237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8AB6CD-2172-C2B5-DD8A-B6D60C4B7F8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294A661-DB69-F733-BA6B-33AC4FC4E18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EAEFB2A-E380-ED45-3CA2-2A5FC4C37B3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8A1A1E6-34A7-97E5-FA13-C95F98BE3C6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56CAF6-3B91-C0BF-43C0-3D72DC840ED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BD9A7B-2AE4-F048-63E0-11980344053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A5F9B83-826D-4E93-1272-D484568DD00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228E716-9168-BA53-0A4B-5A44C8BF63D3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D08C269-C7DD-1E26-CEDE-1873B349CDA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ABEE3F-516C-1FAF-C610-63544AEE9674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167C83B-0317-A63F-2467-EB60AF60B9E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90562C5-2896-E403-4AEC-959111868D85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FDE11A2-5FAB-FE80-5005-165CF55F5B49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7747A17-8DF3-B835-8DB1-3126AB9BDAF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1B7B43B-BA19-BAA3-A7ED-F377E810FBFF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3BA3A7A-278C-3780-D275-275C76047DE6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A2FC7A5-5E9D-03F2-470E-82D497DACDE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9B57B0F-E766-0415-39C1-036BF2A4B409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33AD9AB-4820-C653-C96D-7B9D5CEEA38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2593066-FAB9-E97F-B81B-0B3424D2DBA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981EBEA-0B48-F908-B51D-A6908B75543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24509CD-7FAB-8919-AFF4-F79781EFC15A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B1B6319-4C82-09A3-E1F8-FABF3B04919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FAC1221-BB13-4C94-0649-338BFE7630D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A9B33A1-0BB5-6CD9-9026-D1C472FFE02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39C738F-25BD-0000-CA05-1607C330296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BC44688-E20B-FDB8-665D-DEC60132C1A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CD0ADF4-0DE3-8613-86A3-38C6D3B74EA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102227A-3FF1-F297-E2B9-3335B2069A15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E40A69B-BA49-1D2F-E17A-F0DB263382D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BD89EE-ED45-AB3D-2545-C5081AEBF3C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900542C-4C32-5F05-14CD-AFB6346DD69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DB4879-A926-3DF2-4E30-842BB21A6DA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612107C-F08F-496C-A799-BC68FBC8896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185C63E-4268-F19D-41D1-803F05D80B4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5FABA6-B08E-C1D3-2D82-31D26855EAA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D8FD247-716B-B50E-7E2E-E02B870507E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F1E305-5B4E-B2E0-F02D-3A601ED65D4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CCA308C-E69E-1CC7-7E6A-86AD535BD47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7E9137A-08F2-87DF-51C8-2FBBCE2DFA4C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F459C7-5FBE-9908-0A66-AEF4670E41D9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7B043F3-1A86-7EF2-6472-A97B6A534B00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338923C-15E1-A2C5-804C-C4760076060C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0EA4DF2-CF24-0F96-95F4-43291B67E64B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8D52E94-F996-9592-F7BE-95EE25A34A16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0BA5720-E855-9638-DBCF-640ACE90985B}"/>
              </a:ext>
            </a:extLst>
          </p:cNvPr>
          <p:cNvSpPr/>
          <p:nvPr/>
        </p:nvSpPr>
        <p:spPr>
          <a:xfrm>
            <a:off x="115215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58BEE-F3F7-5102-7D21-0BD9644CF4B2}"/>
              </a:ext>
            </a:extLst>
          </p:cNvPr>
          <p:cNvSpPr txBox="1"/>
          <p:nvPr/>
        </p:nvSpPr>
        <p:spPr>
          <a:xfrm>
            <a:off x="112513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A466C38-825B-DC62-58A0-AFADAC2DAC04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E6241B1-2FEB-1129-2E97-7A93DB049E3F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2A2F344-1C42-D90B-FD1F-293101D8C79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DE54A2C-FC93-6F46-EBE5-2C2D98BB9FFD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C943C-9346-7DEB-A7C3-06F92E7D848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DEADF6-F97A-6853-EE09-625FF91A94C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CC78BE-E867-D080-289A-20A829B92E50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17CD58-7662-068A-5904-4D4AB1BBC8C2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0617050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40582-88A1-F07D-D468-719FBD95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26B3D3A-D79F-5D8E-AC73-EFBAA0CAC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F727E-B59C-5F81-046F-E08F2D008FD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A5034CE-E1C2-E94D-0950-D508B1449C9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EB8762C-8169-91EF-C7F1-39F34C0DD6E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A55B7C9-4A66-16C0-B61A-4F2DBC95252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DB7D02E-BD01-59E7-4CA8-8B4DEE3277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C1C11C5-7F68-6EA0-930B-17BCCB9FD64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07F81B7-4ACD-77A0-59D5-8063A604339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8CBFF78-469D-4CBF-4D8C-0C3766F3FC9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C41213A-7CA1-655E-DF3F-13CDD66AFD27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091A8C8-3626-569E-B5F2-8C5848940D29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19C5376-442E-694A-3193-E0BC3F06D48F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8008AA8-2CCD-4AA6-5E00-2E0423600C8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46FE66-0E3B-BAA1-B47B-2362F447E97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B600EA0-75CB-E0B3-35DE-DEE87BE5D65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DD1230A-D6A0-9D7E-064D-4A75E5DD3121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C4C1C2A-26B1-79A6-E7EB-0F9525549CC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91CB05D-E11B-5419-1271-D03C122F9047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A3D8183-BA99-C172-4A88-7D0BCBA9801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729DD1F-B453-FBA0-7B49-9D2DFCD557F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D2D4E03-F229-EBA0-E9D2-394CECF8460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8167EABC-2160-0E90-FDE5-1CCDD6F13D9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70256C8-CB01-5107-3AA8-8860EB8E4D7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0503EFC-1111-8319-257D-32728AEBEC5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5E7D40D-5157-611D-C369-F30193DAF9A0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ED443F2-CF8D-CA70-83C1-26ABD654E28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2E9D477B-9CAA-75A1-DA10-05C44B92B18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843F3C-4B80-9B04-5E25-90673764785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D356E2F-3A2B-6E1E-0317-CFFEE28B220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E4FE14E-CD29-13E7-CA83-255DD72F425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B3E35B0-96E6-B232-B8D6-7EE56BB0321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3A4ECC2-0985-90C4-2AE6-FDB933F7974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55E6A8-B050-B595-B4B2-4421C75AFEEF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A8761E-78F2-B253-9427-E10512B11F2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CE69FE-F380-93FC-9C53-A80CDC7A527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DAF41F-CE70-BC4D-AFA2-8D8C5620CD2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CC4F9CA-3616-9773-9866-80B0B398372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3679546-B45F-C98E-403F-2B666537621F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35EBCF6-989B-B3AC-B178-BC5E5C61117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54BCB-0F38-B735-E0CE-2A62EB8E5C9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B48DFB3-E729-71D0-CAF7-D5C02BD24AB6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F20DBC-5FF4-7C4F-AD32-B9F555671DC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ED9844-2299-997D-3099-CA6A1FC5F81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422638-B686-D953-9062-1060240D8F8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23BF114-F7E3-4B9E-5E09-9DD779032BEA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A1945CC-50ED-129A-0AC2-69A2F956B8FB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27E2563-D64F-C115-119C-A07CC30C24C9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E0A3F2A-AB52-90C6-B0AE-F7F4FA3401B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3C058B6-D483-2EAB-B0B7-7F6BA96D5D17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A397279-94A3-9CC6-BAA6-B89B553BCB8D}"/>
              </a:ext>
            </a:extLst>
          </p:cNvPr>
          <p:cNvSpPr/>
          <p:nvPr/>
        </p:nvSpPr>
        <p:spPr>
          <a:xfrm>
            <a:off x="115215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34837-88A5-60A2-B623-1FFDCE052D6D}"/>
              </a:ext>
            </a:extLst>
          </p:cNvPr>
          <p:cNvSpPr txBox="1"/>
          <p:nvPr/>
        </p:nvSpPr>
        <p:spPr>
          <a:xfrm>
            <a:off x="112513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3547851-CC2C-C1D0-70EF-3DE6746855D0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B23F9D9D-AEAC-2BEC-431C-1DE680792385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C0F02487-F283-3DBE-A846-815249BD2A3D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5D79ADC-2600-D53E-00FD-5365F221BC3A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6F7575-08B6-83AA-5D1F-D20C2CB1168B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0B7927-8373-B07C-9347-0FDCCA9BFA51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551BBB-6D9D-6EA5-2CCF-954F1980A14C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E6D08F-9CB0-EAB6-8819-084F84AD3889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5333416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45AE5-367C-A3ED-9563-3A6B76E7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25C40A-2B21-7DBA-E29B-5CE827F4F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2D5E12-BC88-70BF-EFEC-7FCD2D70E22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FE67BE4-6E9A-A966-61AF-A5CCA0D174C5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FDB4CC-DA07-F8C0-3356-CE6C3A60609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EADA239-BFF5-8B3C-E3D0-78315D138C0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3C185514-D214-F208-FB36-136E73F0259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17D2061-364E-A3E7-B81B-3A5072536F5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EA85807-D603-D6D5-A98E-E0ED8036731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4E3BDB6-BC3D-64F0-6EB8-5DD13C635AC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2BA37C-DF06-5004-AAAC-186DAD5A169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F52B988-8C15-D748-C49E-9C6234B42FC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AB64438-2454-ED2A-260D-67FDFC3B805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89D22A9-85CA-CAB2-BC05-22CCACFF93C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A7C385-1324-9AD5-1D79-2D3064DCDA9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3CCDC4C-8AF0-117A-7C9F-630C5D8C3FD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C0916FA-1162-846F-3D99-2805B558F9B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6C0A786-D0B5-A5DC-A100-2B88D9DFE357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57B271E-E98D-63B1-0595-804F8C6F8B62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AEE2E07-CDC2-44F3-318B-FC68D2A2A6F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B1AD4BF-3B35-48B2-CD46-B461E9679FC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84B74B7-9B71-EF09-494D-506CA75086F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1ACAD0B-E51C-1A33-AA6B-AF425682260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960C63A-DD79-F943-84DF-528B26CE5B8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B7968D5-B538-AC23-517E-51EBCE32D20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4CDD57A-9211-9C2B-285D-D526A4C4A2E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373B728-6723-AA8A-234A-A2FCFA92F4A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563D29B6-4FC9-31C6-C871-97DD4FE874B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24FBA2E-30DF-329A-C064-27C3822A66D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D8BE5AA-13B3-7802-584F-78ACC06E1E34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085191B-D81A-B7E5-D3BB-9BD9170D7A1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6B2F2F7-BA7F-234F-2254-D3ABB5353B9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42D2829-368D-B9F4-33BC-953BCB7B563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6C39A06-CFA3-09F4-BBD6-B5A39406021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9B550E9-5031-2A23-84CA-55C8EB8DA1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2247C57-07DB-C179-8523-9EBF0105C5A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4088FD-2CC2-030E-D5A9-B54EBF4A61C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9F5EE6-DD17-CE0A-34EE-9D0DC4EAE19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C94CF9C-7CB3-53C1-CF1F-3BF1A583AD0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AC401A-961C-C4BD-4A0F-02F0EA6291F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08A30-A512-E88E-C0CB-EDBC3CE9053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EEC71FA-1FEF-A915-2AFF-0D8B17A3C0B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F710B51-7297-FED8-79DE-82413212815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B76854C-3269-EABB-1BDD-EF3080A53DC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DDB82C8-5C04-3443-792A-2A0A12C327D6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02DCC17-3ADC-2FDC-381E-4D3B55F9CDAB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B2A490F-CA36-BBED-8ED6-A05C48FD3ADE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AE63DFD-E547-EADD-E46D-2603AB68B1F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8172707-67C7-9948-CBB7-23F25E354F57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BA9ABB1-9E14-9774-0525-817F7EF92AC2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3528E89-CE5E-F649-ED2B-71A0D774095B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3E15D80-7FE9-6C08-49C8-CC0A54A759D3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9374DBAA-2EB9-CD5E-82AD-31A65D21289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ED40A588-D5AC-E61E-5A69-9A2A91B4E590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EACFC-CB06-55A7-4231-D9FBF6939A9D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F8138E-104B-4503-868A-B971487F6A1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BF90D1-B465-7405-A2D0-064389A3EC32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2DD091-7D8A-413E-0E49-BDFBFD2412A2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3A15C-EE57-821F-0D8F-2BA023B55971}"/>
              </a:ext>
            </a:extLst>
          </p:cNvPr>
          <p:cNvSpPr/>
          <p:nvPr/>
        </p:nvSpPr>
        <p:spPr>
          <a:xfrm>
            <a:off x="3871209" y="5237353"/>
            <a:ext cx="8260886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27329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291EB-500B-4699-5BA5-0C214912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ED1E3DE-DE97-29B0-E297-A35734838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42A0FD-AAB7-97A2-9CA9-AC090CAF997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BACBE466-9A92-0FD2-5E3A-3CE4F44B897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610F32-27ED-7D1B-5F1C-E7EB74F8280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0646E09-F0BF-28C1-D868-535214B883F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39774CA-436F-0E1C-DA39-D445DEBF372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0A2456D-F7B0-5502-DED1-42258B205DF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884EA06-4DCA-E07A-BEFF-5F94A77032B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7A7B6B-E3E1-B47B-08B5-69B85EF5405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9237F60-46E6-F428-5F1B-343621BF96A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9EB923D-2D73-576D-451D-F5BA41FF416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47090A-02E5-4D6C-CB00-B83D0A3FE11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E0A556D-38CB-15B4-EE1D-4AF65648DA5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26C11A-4CD9-8B25-BC09-ECC12FE69D9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2B671C7-0634-4441-B250-B323C3D6426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FB1C30C-D579-1A26-830E-CEF7DD86615E}"/>
              </a:ext>
            </a:extLst>
          </p:cNvPr>
          <p:cNvSpPr/>
          <p:nvPr/>
        </p:nvSpPr>
        <p:spPr>
          <a:xfrm>
            <a:off x="1268405" y="6956820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EE2CC40-F56F-D202-F070-CB0CEA628ABA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EC5EF3B-6614-6CA6-7C9C-FE91D2A3DA23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CCA5C17-B54D-5FF5-2FB1-E74FE536D59B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E6C0F32-023A-7502-B0AA-0CE9B4D237CE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2A66EA4-B9E7-BFE7-B1E8-F8167C71EAE5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1AA21CE-E44F-8D7C-B1C3-62F03B361BA4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8D3B251-5CC3-6C2F-0DD4-3D6C9B12E95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FFCD3C9F-BC4A-4FC8-29E1-5632B3FF907C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47549A1-D437-B928-2455-8FC81387622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C99C762-349F-4A25-77CD-D5F87C1A326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B3E51CD-3ED6-FF3A-2950-983222BD7380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B4F58C4-940B-F8C3-786D-05FAA42704D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4090BF9-145D-A497-3FCB-CA08DBF989C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CAE234-74AB-70FC-9397-AD6485A2F8F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D4E709B-CED4-761F-2CCC-9BA3E5BCC33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8D9DB1B-2741-9CD5-9ACD-B619AF78919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C61AFFC-5CB0-0E14-477D-28A317EFD8A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8A390D8-1098-9BFD-F75E-2F4C10506EC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1CA96D68-02A0-BA43-22DA-12AB2B19D668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640DF2A-134F-10FD-0B8F-D35C7AE227FB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1C8541B-74B0-3862-79D9-8F9032651EF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829A1A-0CA1-B076-826F-3A118301D65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A3357B1-AC0A-F6E7-CC41-F41E3B9D8C1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C5F62F-AB46-D2B0-BECF-F6EF222F20C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A0001E-3CB2-3141-4AF9-2074A53D075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CE373F1-57F4-9829-16E8-C7916CAFC57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F9CB964-52C2-90C9-E24F-073946719EF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713984-4791-AE99-62F6-49C0790E819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52CA1D5-8BC8-2464-F90B-322ACF70F57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8FFCFC3-BAFA-048B-7D76-031CE06789C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3E24EED-FB6D-240F-2E44-32854A729BB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A29ABB8-F68C-E47A-05CF-6FCBE845AE30}"/>
              </a:ext>
            </a:extLst>
          </p:cNvPr>
          <p:cNvSpPr txBox="1"/>
          <p:nvPr/>
        </p:nvSpPr>
        <p:spPr>
          <a:xfrm>
            <a:off x="147539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46E22E8-8B55-EA7E-21AB-003F103E6790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EEDFE89-21D7-B633-E19A-3A5A11B66410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2A0F07C-182B-1298-A51F-061737B9E2D5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0D0D818-DB8B-EF7F-E240-7689DEDA4958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86BC1A-49C6-988E-0137-8C97861426C7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565450A-45E7-85DE-FA1B-94E39DC41C37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BDFBD5F-228A-EB1B-794C-26DACBE58273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73A7CF-4ABC-9468-082D-534A22D5CF85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7C9C3B-8D7A-DF82-5A62-C2DAD4401095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E296C6CA-2880-C6BE-A082-482D4E2F734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38DCA0F-50C1-D5D2-190C-712E9ED7236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91C50E7C-DE1B-F862-D972-02EE552260B2}"/>
              </a:ext>
            </a:extLst>
          </p:cNvPr>
          <p:cNvSpPr/>
          <p:nvPr/>
        </p:nvSpPr>
        <p:spPr>
          <a:xfrm>
            <a:off x="12467671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625832DA-A7F4-949E-9EED-1F3408EC4DF8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6069937-501B-64BF-2A2A-10BA68F55345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6294CD4-F28E-CAB2-197D-B86B18F3093A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9" name="Oval 38" descr="Man with facial hair">
            <a:extLst>
              <a:ext uri="{FF2B5EF4-FFF2-40B4-BE49-F238E27FC236}">
                <a16:creationId xmlns:a16="http://schemas.microsoft.com/office/drawing/2014/main" id="{779E0B87-2DFF-4E85-A35F-0F7EB87C3424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A836FA6-70B9-6737-0576-88602DDBC83C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935404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4C4A8-85EE-FE53-31CD-5FDD0BBD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0474EB-EAB0-323B-385C-ED91168A3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8C24E-1037-5414-F964-B993CCF2508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FAC2185-8F22-D919-0F69-25AF78690A6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BABC32-E3B6-D49C-F44B-D2A8682C8F6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472191B1-F9EA-F3C4-90DC-D5ACFADF49F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D1E9B2E-50A1-91C4-B672-541BDE57D01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FD644DE-2A5C-41C3-C0B7-4B110B453F5F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E368517-218A-CE39-73EF-CFFD474053C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B8EEC5D-600E-FA4D-B05C-38BFB196159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6F1CF9-16C9-56FB-DA17-5AE7C5CD96A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349CCCD-5160-FC7F-8410-2C40A9ABCA4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38FE9ED-DDF1-CF22-2C6F-722231C2E45F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BA27922-8AC8-3DFA-B883-AC64D369626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6B5A04-3B4D-08C3-3AE7-573D776EA15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01F958-6A1B-C652-ABC8-034FB30825B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86E00B5-80B8-42C6-8AB6-D2FC02154CC7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03C6B79-2166-856A-F279-BED9EF736075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88E4FB8D-1172-3261-4600-D131D2E21F00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31D715D-E538-646A-0CAC-2BFDFE2E7310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22E5163-88EE-522C-BD0B-0A84EE5363FF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7CD0BD9-1EE3-8098-B514-9B9409B67E5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71A9FDD-8712-5B97-EBD3-1FE62EC8B89E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6532D82-82EC-91B3-4459-24CE3B5E639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DF1EC7B-FE46-B2C9-B77F-1127E18D601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23E427F-B85B-A014-7076-22DAE9880DB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C97E21C-D894-FD7F-E3D2-30373942558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AB9EE6A-D70D-8E2F-B692-9531FA82094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3A11E32-BF9E-C904-D77F-D2657642848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B145EA2-AC76-BCA0-F516-E693D7A0209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0A549AE-A7A7-5823-0F98-213DACDD7D8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205CE26-F0A4-1F1C-420A-0555328A8CF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00CA018-7D2D-386C-60AF-2FF9282DEF7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BEBD446-F368-A9EF-1E08-0E9783803CB0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49261EE-B9F2-DC10-D361-17F7856F927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F267C7C-4980-8918-71AD-BBDFA26A4879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AC49A0F-2208-50EB-CDCD-386B61770D47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E9A78B-4BE6-FA6B-B031-2465DF6FC1B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7A14DE-9870-A6A7-859C-A488372BBCD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83B580E-E623-7505-9F65-6D9859F3ECF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F2D2D92-4E3D-1281-318F-EE9367DA68A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5178DE-3ED9-6698-A5B5-A4483B712F8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9B56A59-F1EA-37D2-5407-22C350A116F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060C3B-8675-E39C-8301-3C4A73232EC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B3F3C1-8450-2DFB-28E7-ACB09FB9BF0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02C983-84D2-C387-253F-BF30F9910C4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32519F1-52FD-97B7-E56E-2D5526E05EA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B07D8B8-E7AA-CB2D-88A4-40810BF2286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C8CE324-252A-37D8-9385-4F037047723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00CD3DC-1792-B7A1-1825-F2D269A42805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6A6BDE8-525E-3596-98D1-63FAB70E3EEE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4D7EDC-8ACB-3A21-5CAC-9EBEBE6B11CC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FA97C78-0E19-9D7A-976A-8321E364D591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CCEEE28-456C-789A-CE90-14B91852638A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4229E5-3946-88BD-6648-C960196D0E05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62D834-566E-AE55-A18E-62E082178669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A2BACEF-819C-3FFF-2D3F-37318A71B76E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3A702B-17E6-FF17-3FA5-C76884692C6D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43EF77D-CC97-FAC7-5842-8CB3222BCEF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C2D7965-5B35-5DDA-77B1-AACDB635310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695E122-DC2C-C501-06F1-551CCC1345C1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9F4A788-C0FD-4C23-BEF5-2D3AE6C92D17}"/>
              </a:ext>
            </a:extLst>
          </p:cNvPr>
          <p:cNvSpPr/>
          <p:nvPr/>
        </p:nvSpPr>
        <p:spPr>
          <a:xfrm>
            <a:off x="12467671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015449F-475A-2273-BD08-D29E0C712C67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74C62D83-9502-659D-5E10-3E2DB1E02AB7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6C70D8BB-98A6-9387-8CC9-18FA8A6D4AB4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1F878435-28CC-99CD-F102-C1ED225DEAC2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AF36C7A-1809-179C-82E7-14D7EABC9DFB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953385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04822-630E-A0BB-C534-0CA57EE14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322DE74-1AA9-F7CB-155E-660AE0BE4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9A1B3-3405-A57A-5F12-B05B1F0B118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78F3053-5DC2-D36D-C9D3-9A88DC99CCA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B2E7FA-D752-5C8D-2518-7A0C20E83FDE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4914109-DAC6-C01D-1C33-E18B697364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2661FC0-A8C6-5DA3-22B6-FE8C2F4B1F7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CDE71B1-F4AB-C3F2-8E29-3219512D8A1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6BF303F-8EAC-5199-3112-425E04CD01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0A121CC-9046-6002-4EC7-9419D485AA9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AE1D5F-7646-F4D7-0877-B9E2D9EE438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6B948BB-FCCD-3FD4-D91E-46EDB625322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F2B538-D3C7-FF1E-2752-4EA86AD86FA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5AB4957-7467-147E-20DD-B49A8FFCC0D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61C1D6-21EC-3EE8-C94E-AE32AE2F00A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549DF22-8D3C-5E87-B278-19057B209BA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F09C006-77E0-28E8-082A-A7EED1B15D5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21E12A0-7CDD-473F-8ED7-2F1825347CE0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F8812EC-5C29-8701-4984-7922B6FE5A9B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17A4487-E7CD-03C8-2B1F-D1D4AFAC62F3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00B0992-4626-7747-EBE1-673DB4E55208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BABBAF6-33F7-FD20-E420-FC770D17150F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1C5AEF9-87AA-E6C6-AED3-3E18C259D20E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CBB44753-7DCC-10F7-1310-53F49D6DCD0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63A7814-2A11-4A24-077B-A3F703B90015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02920DB-6536-78E9-73C1-852A5ADF469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5C70BB3-3751-7E1D-A9CF-1CE6ED3197BE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F0C007D-9493-576D-F9FD-3DE9966191E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AEE7727-CC52-4145-9D27-06D71634327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986189C-C125-6B8D-C201-2BDBD2FE133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AD5C36-C4B4-BD13-5802-B76C5CED948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CEA69DB-D2AF-9762-F33B-6CF4CAF435F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097FE6E-06FF-ECEF-0A82-7FF514443AA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FB2B6CB-9419-306C-28EC-B00B7B8B919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0BCD0C9-EC68-C779-7A07-B433CD68E947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FA6C088-1A1C-6283-6362-C6413660DB0F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67D0765-F836-7DE1-208F-1BA4CB49B990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509F5E-C8A6-EABE-2DDE-7CFFE0522D17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CB2DDE-683C-6ADC-AB70-D8761539D676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59A461D-E4EF-627D-4FBC-A495984B9F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2E230A5-9CDA-0F53-8162-86F675147A0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8EBB94-81D2-B020-A458-7EAFA7CBCEE1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F82881-A753-310D-4081-AF90D9555D9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947C8C3-A0C6-6E84-BB31-FBCAECB150E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00F7F-B976-A77C-0040-997F9F2F4EB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DF8AD7E-AC7B-7305-DFB0-CB88B320501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459D9F6-F857-9ABC-C929-3203B94F6DB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E0F480C-E265-88C4-791C-F49ECE230E2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5DCB53A-0F66-17D1-C1EE-2DFA367FC4CD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7F2DD8E-CAF3-A02E-9474-BF0AE44E962E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43F0FFA-487A-A25C-DB03-02A392A150A5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224F5DE-3A30-3A07-3C2A-7E8E968447ED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44968-1BD5-9D2D-FA26-1F5703A4F353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457EE41-AB10-B9F7-E6BF-2ED2577D29DE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AF77670-8C2B-3E72-60E2-18F28B33D1E9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16FA7AA-9788-20E5-3AC0-6AC78A4C7774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84BBDA8-2C7F-C2CB-504D-723855A0F592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BF9B077-F0F1-EF4D-B55D-6949B3560F4B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51F10C9-8B27-CEE7-376B-9A33E64081C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11EBB7D-F0EE-4173-C445-F6EA85CB984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04FE982-6446-3096-0580-5581ACD2E560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D0B8B19-1601-F31C-878D-84CA934F6F5A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B33848F-2CB1-205F-C057-5022BCCAA561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3984BA5C-F003-D463-B1E6-AAC0EB36DD3E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27533178-0F1F-E308-014D-8DC9DA22D6F3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B8BAFD6-AA69-5D18-3EFC-FD30FA757B0B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910FDE68-E9E4-63F2-7EBB-3D6F3189E39F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7668015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FAE028-C0C7-629D-DCA6-67C29F55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2C9DF8-901D-8F4D-605D-830751286B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CB494-7850-352D-FB46-C31763CF2CA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F6291C8-A0DF-4F03-3A1E-1454CF5ED6A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E057E9-5E4B-6B14-000D-1EF1861F8EE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8C8FDD6-0646-EDFB-8DE2-915B800D755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8870F2A6-3706-8FAC-D9CE-BE1B8CA1FDF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5493BDD1-F461-B519-50B1-EF4B70B9726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BD6E15A-C41C-5F0A-23B1-293D4467FED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75F7800-4385-3853-405D-E070F06E162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E30705-04DE-A4D4-A31F-3CA944DFB1F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0C26065-F164-B664-F168-4E83DAAAD34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29352D-1B35-1B74-09A0-A236204C3FD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6163B16-BDE6-AE73-5094-3EBBEE552FE3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2038D6-CB3A-E93D-E143-A1C760502F4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59D5B6B-6273-5E07-AB6D-F9D3251288B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CC9FB63-C592-3D3B-10AE-4DE882BFC191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F226BEAB-17C7-465E-332C-289035205A3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A2BDE97-AC9F-7B1B-02EE-6C96427C6FAF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F63C9C9-E9FF-0F4F-DC83-4F91910E8625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AC720C4-6370-2CBD-A529-A601EB8366B3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C508C41-70CC-C0A2-E943-300170C8D356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37CDA7B-3023-75D3-E31B-17BC650B6F73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98674DF-D622-7A24-1A3B-A30AC2D1651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AAC28F3-0382-1017-6C0A-AB8548B4424C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2C4341D-212F-F3BD-C521-2A50394B6AF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93C910-01E9-7212-A3D3-8EDDBD20BE9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16D179-EB92-5652-BBA3-633E569792A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C80CC34-8F7B-6080-E97B-A1B95522854B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4691A9D-FF16-68C7-BA3B-AB472E51A9A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890A9DB-7F2B-E939-3B73-0605CD88954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2D942F-4A95-E1B3-F177-64D34884480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C8EF9B-EFC3-61BE-4818-46411700340B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BA126D-22BB-0B3B-98BD-B6A0083B78C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DF893A8-62CE-7E0E-58A4-B95E5239A6D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FFE077C0-3266-6222-0332-9DD0D2BD93C1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F9F9D4A-8BA3-98FF-6B37-B9CE6E5E8A5D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D0993D6-26CF-8BD3-3DB5-49DD0085ADB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D217A9D-DA27-BBFE-E5D5-0F7141F01AB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435EA0-DE28-8D74-F1BC-E5C94AFF9B2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8340022-F202-8429-75D4-677A5156769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0D01984-A386-9FBC-9BD3-0A68BAFDAFE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2E37301-7195-6EF8-1EF9-B6AA0254B4D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4E6F3D-4A35-8515-0D13-F757C220939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7A0EE07-7387-21B4-67C4-047159B3F25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48D0BF-7575-402C-C338-8D5085D8EA7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B112C38-41F5-2CA7-5C2F-53833FB9354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888C0CA-4A9E-461F-8F07-2DC5F583B841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07E1AC6-4F3F-A2E8-6D9E-0D09D7E7072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BFD279B-1A13-2E4D-AD35-7BD76F5B370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B7909B-40F4-6A75-6C3E-A9D2A6303E23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A65F786-0598-CE34-5D1D-61024740038F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F6C094-69BE-DC58-07F2-3B1AEEC317D2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DEC50E8-748D-74EE-7E7C-A2596293ED32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38D624D-BCAB-5F20-EF47-EC2E9C1D5F03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E0DB93D-4693-31B3-31EB-273471528783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F1408A1-9685-0C92-A213-817EC71516B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A64E9A1-7AF2-86D7-DBBB-316EDF215AA4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56DECEF-FF81-9322-E75A-4F4F74CFF1B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5B92A3A-4B33-780A-DEEF-E418EF3228B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DB5FE5A-5F38-0521-E133-481FB3375845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63E6604-735E-1FDC-65CA-CC3F57C27F9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BE64540-375B-4BDD-B046-3E508F790BFC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14F07B6-02DF-9184-3085-000E0E5AFEEA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09AC3DB-5C83-C7D1-73A2-5167E1D4F11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338F4736-08AF-589D-A0FB-2C727D6CD930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9282EC2A-F627-A23B-F6DA-2D1ADF9545C1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301024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6CBD8-2B2F-73DE-AE94-69FE1B39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5C1731F-6221-0B82-168B-3E6A596B4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9B4C02-5E94-3C1C-D28E-6A54364898C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80534C4-9338-0C9F-953B-41C56232508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A6B516-F465-3CDE-ACEB-8910BD98B8F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E683747-A9CB-6E7F-2AF2-277AFBC5F47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12ED4F7-50F9-F187-7E9A-228CC9AF5A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B00594B-F917-E12A-DFB7-807C7469218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690E6BA-E51C-ABE1-B956-0382EFD0F3F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5341E8-535E-2391-CF24-6EDDB0178A9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20D6545-3ED8-08A4-2EC0-EDE11D4DA4F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5D6C610-A0EC-FB60-B217-8CC4753909A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F8DE16-2CEF-E8DF-53A1-9E80E9403C7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029D0EB-4505-A91C-8C39-EC4E26378BA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D4C20C-AC79-E890-E1AF-E4D69A7284A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3EB40D-087C-BF00-C46D-4C06015F28D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48E4988-FA3B-47A2-4A41-8160F320885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430303F-78BD-68E4-12B3-1596DE6A583D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0F6E617-D7F4-4AD9-2CCD-96140CC688BA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40D4509-4C77-9F83-8E87-9B4AFA7CF0B6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B8C8EE5-3D00-0D08-F5CD-F2F4A5E07943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A18C332-54B6-0105-2043-F7D1C1B5E34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4E4134C-BB8D-B0A1-13AE-3E54E943C3EF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48D0CFE-B07D-233C-5C9A-6EF34BDF4D9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3A306C8-F7B7-976F-D855-AF7A13E1903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AA06460-ADEF-DBFF-B392-4BBD195CD7D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47CF902-665A-0C7D-04C8-3720DC2349C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65E1D3-3E77-25AA-B5E9-B968FEDA946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AAF84C0-A77D-E22B-8171-8EB31AF7860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743C1A5-E8C1-A231-CA13-ACFA68D15BE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B49129E-45EE-FF1E-AD8F-87E8A4FA0E6B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4363DDA-37CE-411A-AFB9-C879474B986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0205B73-DF89-905C-A173-759BA812628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D01CE74-00EF-2472-C953-A70C0B92B0C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A9EF4A6-A747-69BD-1BDF-DA019D3EA00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2840182-3254-6F84-B65B-AA59BCD8A262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1127C23-512B-3C91-E44D-5E56406901F0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246B9E5-83BE-D5ED-98AA-AF5B4BFDB24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BFB1EC-5780-E0F6-7791-E04B9D3683B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52CFF-9988-8B7D-58A2-C1886B6112E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2F1F182-0F5D-7930-E7BB-35871C39C7F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5CE5303-7C99-36F6-6C7C-4958F3B5EC2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316E45F-E504-6E47-41BC-E5EDFC1054A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F97168-AA97-2072-359F-E90E2EE5EE9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9E53D11-188B-5C2B-3E8A-F30865497AD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12C8E7B-B6F8-B20B-9FEF-563ADA3203F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16DDD31-9280-BDF1-A348-8F245C8CA94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3A69AE0-D5E0-2DC6-AA01-598D06F8ACF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396AC7-A481-C485-A669-A658258D0005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64D4C33-B009-05A7-967D-8ED5016416A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2DEF664-E0C2-EBFA-A11C-611D0C151B41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8D9273-4EDD-2583-ED7E-23D1ABE4D0F1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FA0BDF7-3C10-88A0-A640-68251D60177A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36E24CB-D777-5AB9-AAA1-4F271B7AC5B2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7F1889E-74B5-58F9-26B8-73BFC67C4DE4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999A44A-D385-09B4-E14D-2B5E47606A70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AC2E8D7-6920-F44D-269B-AC2B87682F28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9766382-5644-A71D-76FF-07FCA2B2CC6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60B29A0F-AD63-A8C4-617A-402121A8E56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E167AB6-6BD5-095A-F790-02762CDBDC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BD8F991-AAF4-0536-7AD9-CE04F7B4E29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5D1B49B2-0174-BA16-4925-8051DEEEC75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307F83A-C040-20C8-6A90-85B8C4556B2E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61C5C1BB-A952-413B-458B-354E68D1D9A3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18A9BA23-8D7A-5975-90FD-624D47257E64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542C6F49-169D-EEE1-FF2A-12AA61470B2C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18EF0E6A-A90D-83F7-9D8F-4580ADC26D33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09708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D845FA-CD0B-4262-D1F5-286F60FF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2F97F7-04D8-4D09-1AFC-4FDA675BE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A8029E-63E9-3B80-8377-F03BD547343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6FE589-D3B4-E0A0-D2E6-2948E81DEA5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1CF4928-DABB-6E65-2B02-A2A3AF373F1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2BB115D7-51AC-B188-0836-17A35F72FB14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4A59B91-E3E0-C920-5A01-44C6FF1891F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44FF0D2-EF6C-DA43-42A4-C470789F521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37DA429-2CDD-1C9C-27E6-549301C31A0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2B7E11-0962-4FCC-6535-5F2902CB0AE0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6EBC03-E6DA-DD37-3D3F-712F952050CF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5555406C-49B7-F9A8-4B77-866D50A6CA3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4E8B827-EFA9-3D69-5547-9748481431C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86A8312-FA3D-3238-0B15-80D8B5E3D3D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08CC8B-B6F1-71CE-BC5A-0AAB6C011C6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F8D8AD2-E0B2-5413-491C-B5F1C6263CF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8F93C3F-4C4E-1B52-B458-F908317CAFAA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B35C369-4F07-1FBC-BB1D-6D344E8F06BA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4E3C0FA-28CE-FC5C-257E-4DB17C9C693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53E78BC-6EF6-1D14-B91F-66B241FDB3BE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727A47-16F4-F6C9-8F81-E9923693A506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06E4019-66D0-E859-EB4B-E3E2BB49B5FD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EE21C40-931A-6FD3-C3DB-293316376E48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84D64C0-7B23-1C2E-C91D-820B5783391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9DD831BE-D682-FDDC-5D64-956A6538467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AD3A930-3D22-CE9C-2C43-5FEF4DAB530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BC23644-EE0D-D00B-E47B-3ACC929250D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428261D-0FC6-F121-7056-85E69E9842EF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E3DDB3F9-2CDC-0F67-3E48-523E10DC150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E2840EB-EFFC-9B5C-10B8-220DC40EE9B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D983FFA-F380-F9FB-2998-05403A3F3A4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FFAAF8B-E7D7-3191-B000-4DEDCB00F3D4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14F79A1-8CD5-7CEA-904D-B32DE8231DC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EAE37F-DA25-7EDF-D259-B5ED0588ED24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CF39ED8-2481-2AB6-3B90-6663517F812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A1CF0776-D149-87CF-3088-BFAF159E8EAD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25B7A63-5A06-B150-8A9F-4129003E9527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1AEE6-7C3B-9E85-2C85-CEAD0FD57B6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D37A44-290E-4B42-37D8-DC16FD3978D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47A6DDF-47EC-1A72-7C70-DF33137318FF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A063A90-C1DA-36B6-54D0-862B77CB610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61940FF-313A-0FE6-3BFC-E37350323906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600A569-34EB-98BB-B6D3-F40C9DD11EE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08B5D8-2961-0EAD-7FE7-9D7A433D751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95CB45A-594C-FEEA-A630-E2FC525FBEC6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8DD3F0-9015-BD9D-5C3A-4E3267CCD297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5890952-B974-D1D1-F735-E028E188C405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6930B33-6563-4A97-1CFD-4CFABA9D68A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25449E-C27C-3A25-9945-CBB005079761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FA85F4D-6D20-02AE-5AC4-D432A188F5E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4C7054D-4590-8E1A-3B9E-E3707FD4E992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45BE095-5198-CAD5-D0AD-BBA85964A3F8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845B531-1175-B412-501E-038F19BA5525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62AEF40-C1C7-AF78-2378-115EC0F60BBF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580C774-6ECE-1D2C-6972-F2E784B3851E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F681E41-94A6-64EB-B82A-D3A49AAC2CA9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42C2AD-E814-BC7E-BBB0-626FD4FCF2AC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D4CA61-0926-4D8C-869F-129C60BFF234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C5DD3749-A6D3-6B1E-317D-5E75CC46038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7155B4F-B005-38DE-44D8-E8285FB77CC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9DE6891-A8DE-A315-1501-AE50292A325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BDFF3EF-1833-668D-4745-E29EA73DA5E9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0C02231-7C95-84D3-F975-188EF8E2B2DE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BC297C12-D662-5242-3F9A-C3603EF84C85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3BC9CCA-21BB-FB79-FF45-34F86866D68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60C4C16-2BDE-026B-FBE0-91B2342E39CB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983E13B-1876-3C00-9867-D11D9EC32B48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514122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CA6BB8-F7F4-0DB9-C1EF-8068D0A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344E3F-6FEC-B76F-798A-8249A9E40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4C719-31E0-47F8-F441-E62302F3948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5D46601-17EC-0EF3-FE97-2575386BB18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D7CCA9-A3E9-9F7E-CFB2-DE7168A2EB03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C67269BE-C717-7701-19B5-C5543A8FE7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F949DA51-B5D0-AABC-0CE7-F669A527630D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9548558-F9AB-57AE-763D-EE3CCDC6A21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7805344-C271-B392-F62F-D5B27FED1EF9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19D95C3-68A9-B5AA-51CC-BAECB6F79BD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A9E62C-F091-4F6A-7812-8964784663E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2A49939-8523-0DD1-3522-4E51776B0331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6745B60-19EB-2AF0-F5B7-21C2BBE6D8D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6D18B8D-A225-8B72-DAB4-D4113F2D7A7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E93973-05A3-F242-B822-5B57ADBEB9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7F6B8D-8B6C-7F79-5D6B-E72D34A5E95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1AF37DF-89CA-3626-5996-9222869A117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83787F35-ADF2-E833-487D-154EA6FF4224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2186D47-3524-1271-F79B-5F9A6010501A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EC6C1DE-32B5-57C9-7C02-59F6584CF593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54DE37A-06E1-91BF-9AFE-4232354A82D2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7B8A439-DC22-D589-FF33-117FB19B952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D0BC4FD-207A-9CAD-FD55-3894AF4DD392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992538E-B356-B283-7A7D-461DA583466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F4A29ECD-E649-C1F3-54A6-13BC11997D0D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7DC5A9-3222-3545-A7EE-F489BDF68F6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63104FE-AD37-4C7F-8E31-D6CA7DDCE61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9A4C9FC-5A71-1517-59EE-A5B32B390C9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FA225B7-40D1-94A8-2B6B-41F77C9EE72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C8EEA93-A1A0-A20F-1070-7579183C838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BB51B08-BD81-5646-75AC-6C162015DBA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CE9889A-E40A-3280-6CC4-4F6C96354AC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3187BA1-5A3F-3278-FE68-5318DD9A5B5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AB28AB9-CF16-00C2-837F-0665A7C8D88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1DAB4D5-B1D5-9BFE-964D-4E085F3DD90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57DEDAE-1788-47F9-37BB-15C40B90054F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4558469A-A522-32F7-11AD-0BA4D8921805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F398BB5-08DB-F974-6355-85294A43BB37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78E2EB6-56A3-E11B-341E-842D69E3176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DC9CCD-6C35-9BC1-1E48-16BFA4CA6A8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586B80-A9B6-EEB8-A5DD-DC9BEF4F5DE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28309D-46EB-FF7D-272F-FEB9501BA0B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03F4ADB-FEE5-9A3F-3B77-9EE039D7B123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8F6DB34-3C1E-C859-2E79-9EF6788D7A4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7235B9-85F6-054A-E16A-6E1977904FE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F7D840F-5E0D-0420-6A1D-15153506296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14C810F-F23D-55FF-067A-F6E76061E69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842F9DF-DAE0-8C35-66C1-72EFFF13B46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466793B-F50C-50A1-B51A-74618C82E552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8B1AC1-278F-D490-83C2-BBE9B081C721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BB785A7-81AC-8EED-9E6B-018E1A82D260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96C70D2-6DBB-40A6-714A-FF5773A45836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FB75DE9-798A-77F5-DE8F-09A6C4E3F2C9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5018E3A-B90F-FF69-93C6-31708275EB43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510E5B7-1015-E0A0-2687-AFAE0B3B218C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B3D91C3-040F-C9FE-7009-CE5CEAE7BCD4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58A4B32-853E-E336-A91A-E23A04E0A31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B657FE2-C652-260D-6428-82AECAC8FA2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4158532-347C-FB96-F685-B839D346376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E7F11153-353C-CDE0-D178-063751197E2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3520698-8739-91BB-86FA-5E9CC3CAAD1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3CC49374-08D3-B78F-237E-6D335FC8B95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79FEFEC-2987-079A-1741-536CECB864A9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219DE98-73EE-C157-CC27-78F794C7D03A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9E197748-4844-C9C2-DC0A-04ADEAE744C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44EC61C-C527-DFE4-61C9-DD78BC234D91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85577B4-5ED5-91DF-3FA3-0172509F8CA7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22365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EB4FA2-47D6-035A-DCBA-AF40BEE0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5C8234-C7E0-9DAC-6B8D-B791F1FE6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3066D-21C9-E86D-A67D-7AF2F1924EE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58363A-0D5E-F318-AC79-C16A9E6EB7B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888643E-2117-96EE-A5D1-FB8BD71D6B5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010969A-C483-83B9-DBCE-BFE8994EE0F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3EBD583-6E25-E3F6-BFB8-FF56E9B26E9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048039C-C0B8-609E-B223-4F83468BD24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E955BD3-2927-A497-AAFC-52BEE33528C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BA8BD5-6197-1A3C-0FE2-441BE3A13EC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4385941-196C-6E43-89AD-AC8C7F342319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44A26F8-9091-07FC-DCB2-174D76E751F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195836-BE9D-CE0A-E4AD-12561FAFABD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E3E8544-9982-2B58-2E0A-8C180B49E8B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63F1FE-5851-94E2-52B6-FBF054899C0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992D7A5-9946-CEDA-5295-D5A1386AAD8C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584E2A-7BC7-6BDD-2CBE-51A0FB767DB0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42429B8-C40B-4C75-5D4F-98E7B0708518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85531FF-2CA7-D93D-79C2-9747DA5FA33E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F33D28A-AECD-7422-6DE5-73EE75BA06D5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182D9F2-715A-36CB-08D6-3775044509D4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8F73347E-FB0C-FA90-FB67-CFC76DF82215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AB3CE8E-5256-5023-530A-4F32113E17A9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F5F73A0-91DA-78B6-C49D-462EC1A4761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2AFF925-18D2-54F9-E9DA-6B1CEC068D96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EF1CEFB-5DDD-2EAC-5DF1-404354AA36C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9B5A4F2-BCFF-2568-A897-709ED8FE189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464CA7-F7DE-DCFC-867C-E5F4B6FEF75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0B8D994-9239-3215-865D-D0E295660C45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ECA7317-F025-9E70-979D-7CBB4E538FC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6447959-4CDE-7ABC-4D20-990C3E8131F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A1CF80D-C7A0-E126-90A0-2F8CD1547E3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2B79497-AA83-C01E-3D75-46D58019D15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87D8E15-7439-EE93-E14F-FFBE08D8659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5BC1F01-3F01-2E28-C2E8-F5CBC4ACE52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46A4C94-64D0-4B19-4F84-F281B4BE377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2DC3621-04B3-B033-320E-F66B92B6054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0AA2E3-55B7-0939-05C7-50320ACE663E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3DB54A6-948D-80B6-5B27-ACEEE6576FE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4A1343A-71BD-1EF5-4DAE-CC61FFD7A12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D707CC8-75EB-0F41-6257-780D9153E6C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E2D449C-9406-89FD-F22B-B3740379F57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08DA58-F006-FB56-041C-0877280545D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96C0E6C-6DC1-222D-B389-5FBD82BE485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B6DD60F-3F4E-1D3C-EBB1-F81579DF1A9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92123D-6C78-BEDB-CEE6-BB357DFEF24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8BE9BC1-2367-45C9-41E5-F9F29B8443A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877692-4B24-09EC-3C23-854AAF63E5C5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ED9ED73-7CF2-41C4-C076-557B9E8FB47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8208D60-09F2-4A9A-5F91-52CB3D6DD47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6345CA-63DA-FE8E-A9D8-CCEA39A01EB8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6F43F6D-9F4E-2FA4-C6D9-475B17B091A4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F565677-4E5A-C2D1-428E-4999CAD8F256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572057D-FAFC-E99A-3CB7-17551C88C3FC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CCFB03C-6D43-8F2B-1C2E-BF0D9FFC6E37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0D8EE50-CCEF-A3BA-3D6F-89BE83B510BD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F07C0C-4D99-EE53-93C4-1E1A8952C20E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F1EB15-498A-AEFA-C3BE-AC45D0B7A0B0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EF39B434-7731-281C-FF4A-B156E9B6A4C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2A2DCEE3-5C39-044A-DF61-28A9CC77256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C6CDC7B-A6CC-CD33-0B45-134FF4AB2CA4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B76345B-2C89-DB71-F7BE-70CB58D99FBA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18B6604-8066-1A82-8C16-8960E5C5C99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3F72DD6C-9137-8093-A65C-FAD4C887711D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43F2B5F-D078-D755-AD80-273AC7F5DE27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FD9218C3-2F08-28F8-DAA9-86BB64189B88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55CEED0-105F-2271-29C5-215F353C769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362201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78F61-5F70-6C8A-2A8F-471A110C7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571D18-F760-2566-97B1-BE980E563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AF5D6-992A-B8F5-70B4-7D09D2ACB43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F1F5D526-1366-4844-8F72-7D980F10AD9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95C5BE-42FF-FDE8-A204-1D27E2CC5C6B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56560B2-4D0D-5E6F-3E41-6D0C10D26DC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3625CB1-A2A0-7283-91EF-D3E2F63768B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8CC7AED-CCF0-1422-04AA-66247E00738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D9F9863-CECF-F142-1FEE-D60BB2AD121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B55D2E-6CE9-B7CF-8102-C50A72E022E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A6FFAA-A7E9-5F98-4B56-1A05BF77CBD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49A7190-69EF-1AB9-BA64-1DF03A95DAF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D7680A3-FD16-3D18-E8C0-AF60F4F9F1B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21ED08C-B830-8386-25F2-9B7DA36E9EB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5BFA48-85D3-A9E9-F613-DD8F8B6BF2B4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2D96D71-312A-09B8-BC79-1498E65946D2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CCF3508-47A7-7B29-8E18-114807F894D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6D24F5D-34C8-D9A3-7097-04547AE3F25E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9C64E42-A734-5068-5318-317E542CE2C3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55B695B-B39D-7718-3A9F-BC75064B2C9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ACD33F-38A6-CE32-A2CC-7F18F2984776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161CED4-3E2C-20C4-C07D-1A3A9A6717C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0CFF220-A12C-C0CD-F24B-4E6AC862A797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B12BCB1-8F15-71D7-C14F-E29020CDB81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B790D3C-F204-3F36-8F4B-D3B3425C74D3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9822C1-9007-BA7D-2A42-C6782C9748C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9418BE5-8DF2-0F90-9B38-ED166DFED525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C9E0856-CE66-9A9D-1E82-4D62BBCB8CA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6FFCFC5-A4CD-E653-908E-58903F9FD86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7204931-9D12-9BBC-50C8-3B23DFB319FF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DFC7CD5-15B0-8E95-DB87-B275949A326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07BE17A-18C7-4E88-5AA1-15A540DBB86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8AEBE2E-1D58-F504-23F8-657C743B17B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F951E0E-4FFD-3020-9EE0-17DDDA0ABCB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DDA2AE6-8FAC-3BB6-9E7D-D7467C6314F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086FCF0D-E78E-78F1-9CCD-43E19936C0C5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A71DE15-0C3F-E112-9092-26E62C0DC1BE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06BDB9-65E2-5B13-E4D9-E7453FBA2F9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2A1FF59-2BDA-0D87-27EE-23F73EE205BC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EE6659-D12C-A4B4-18F2-12C11FCDE1B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A876D5-771E-AF20-915F-B2DC8BEC230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AED803D-C238-438D-606B-7F41298C4B3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BE8335B-9675-6E49-3783-EF0CF12F3EF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595B880-8D7D-BD23-7A88-3F3CD915603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7BB3EC-3745-7E79-A499-54D4B0FAC79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4A91ED1-4102-0F59-8107-B1A4BA3D4B0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8129047-642F-4364-0DE1-F3AD83248E5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5649CC6-85D5-491C-101D-7ED492FB22A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AA1C7C-B38F-7100-CD49-2B271F834A6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3B9262E-8941-67AB-CDEB-0825DA198A3E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664172-49E2-4A77-6A5D-F6A73B23985A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54CC7F5-2368-3B4E-9981-AB4992F43E96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481DD74-5B9E-296F-ADA0-061F4C98AD1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77394D6-8C3C-FB30-7F64-30C681E36DF6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9561701-C878-9E0A-4FD3-2F69FCED25AE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CEFE652-A541-41A2-C093-5CC6350EA170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59A64F-237B-23D8-320F-C8E5502D150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1038528-F262-894C-1964-3EAB36F70DF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F1C4D70-4590-810E-987A-C159509041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0213FCE-8606-A425-05F4-10A47D3B4A3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9699B1D-6DB4-5895-F35D-0EB59ED049E6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F138936-74E5-8282-4A78-73C006FF36E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5EE520C-DEEF-AC77-7E12-CCB75FE064F5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F04BFE37-87CE-59DE-4515-5B41F3422B81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02A9240-803D-310E-06FF-431C935C7E9B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FCAF8B4-1B33-B6F0-BDD2-115F824E2A1D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9FB5621-3DD2-E35E-A038-E4164DDE20EC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45966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E476D-BEE6-617E-A7DF-3040B7FC4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E2EDF56-6F12-951A-8EB0-FEC68C488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BF73-1DEC-D7F6-CFB9-FE4EBBF45AA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12F0045-31D0-D833-7343-D4124E94D87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3003C9-4F59-7748-73F6-74909642D21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9BA2E4A-8787-250F-49A8-27975E8B8C05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1275F50-0242-DE0E-E799-7BD57A28CD4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67753D6-1CF7-3B7A-CC2E-AFA32C35C8D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6654C63-58DE-EC2A-90FA-9090B5A025A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248E0-58ED-6DD4-F095-2C5CC1B9F17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6C9C86-EF22-E30D-406A-B3F760DC057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3E31E17-D8F1-1EC0-C644-87891AB57EF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4E4136E-7DF4-D81F-FE31-B346377E4E5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FE49044-BBDE-9B47-CEFD-65A0A063C00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7D7DC10-ADF7-64BF-C5F5-DEF851178A7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316563B-85BB-7A71-FC4B-75AFB06F9AAD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D4D6FA3-173B-FD05-48A4-6E955448C8B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E269E9-5976-316F-A352-F84530CE4F7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AC4CFD4-FF46-F52F-C2DE-93D17965E3F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BEA3F99D-DCA0-EEF8-8D2C-3662AEF4FCF3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69EF501-D5F7-183C-80AF-5B4A188068D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5D3C094-81D1-D165-66CA-A68A8A0B22C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833C7FC1-2CBD-D0E5-0D97-0B7DFB259C24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47F688D-3B0E-1471-C7C0-151E3AB2DE1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2CBC5E4-8F24-9978-38FA-AEA476DA8ABF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14789F9-F109-4131-E8FE-FD05A563DC0B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56BD45-F975-F593-3671-5038793E508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D2F9C40-3BC3-28C7-E486-5EBA75290B6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47470CD-0031-3947-79AA-7CEE2105F6A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6009320-FEEB-165B-CE20-46A1E6623D7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FE2AE1F-1944-6C89-862E-B59457CB939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7D4A382-FE69-91D1-F578-6DBCF77F454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47954FB-F9BB-D455-13F0-662A6459117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1B9121D-AF5F-4F66-06C2-B6B96EE4220C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3ABF74D-C051-BEE7-2180-EFAD124BE53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0EE573C-8BF9-E209-0410-C2F8B7ED59C1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69D970D-9701-6F28-1010-88512E865232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857AB21-EC5C-4E07-3B56-B4013BFE409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E876EEE-652A-AD55-9CE1-1D1C2909E1D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6E7D1A1-93DC-AE2D-7400-A15670F1DF0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5F9504-EC97-8626-88B2-864A99E3489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8DF626-4440-A083-94B5-A30F5A18B4AD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A5F51DF-1B56-707A-49AC-4572A0D2A98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2AA68E8-D91A-385E-E403-45DAAC2BCFAD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AFB0635-74AA-6BC5-9BD7-8EE4EB2A77FA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903777A-53AD-D255-0FDF-AD8FF167FF8F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F93793D-DA09-48DD-8ADB-7DC09B67516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6539808-C4CD-1D03-9C94-AB67EF617E7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331FE3D-05B6-5A28-5ACE-B2F58E8EC88C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62F5746-CD17-A702-1D2E-093D2E1F7927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B995146-595E-7FDD-C812-F86D75D34DCC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2FEEF0-B1AF-B2AE-5D20-D6885F02CAF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A1AC872-B42A-E4C8-158B-A9E17E130853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82E43A-C9CA-33CE-9CBD-C4B463B5BE34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D9A3ECA-54EA-BBC1-C0EA-F837BACE66DD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782D2EC-DB13-894C-C054-091767D6BCFE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23309C2-AD66-B7EB-747E-8DEF7E1F97D1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F3AC87-7BE8-38B2-5EF2-D43BFB2F19C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D86CA30-522E-575C-2F1B-EC06A67CDF8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02F4E0C-C3F5-33AD-1805-F3E2C61E746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5EA9837F-CF70-9EA7-4F1A-6CF47098DB2E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32B2625-27B5-4EA5-5E95-DE694066287B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B325479-6183-5FB1-7903-78E233A9862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415F7CC2-8C78-716E-807A-82AF1E88C631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6BCD98B-699E-67B0-E9EC-34F7E7694989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EBC4C5C-CA14-0120-711B-C70BAE15F683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CB27F77-6F3C-5F00-9E5B-2F17C37F119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965332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18D7E-51BD-9487-66F0-9D1E6469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C008AC-CBB9-F091-8472-20E728EBB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4CDE0E-2AC4-AD3C-6B52-4669963569B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2CEDEBD-A085-8519-0C10-D13710CF714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9631A90-D8F1-9713-D7C3-1A9C8E5DA9F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734E554-78EB-1F0A-2B42-8971FCBF03E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8FA4227C-DF78-2072-9E01-B1660065120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56F5BE3-2A03-7972-1A46-151ECE7761B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AB5D821-87AD-4A1E-E65C-217E8ABDF89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5C69D26-D12F-0E27-31BC-D6E89BD0EAA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1D6360-D93A-70FF-3B3E-6E2CF586545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8711321-748A-3523-293A-B15D0C3E832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AF39BF6-8525-79A2-36FC-18519DD9D24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B160C68-347B-7F21-4DA4-AF770355BFB3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2D16F7-8B69-6CA9-1593-04C2FA02CBBE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E8E68D-D48D-41AB-1442-0BE108AAF01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9B8D6EB-3EF4-6BC5-569E-02A516532DB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E1C52F-0079-8BC7-58E3-B4269843294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0CBEAEE-540B-7B5C-CD44-C3D0D9A3688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22504FF-4247-ACA8-4E59-C781DB135ADD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2D75E57-9C0E-4D0C-A6A2-8D5179043B94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F955ADF-BC0C-061A-0265-1D7B8BECBF0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D7E2CC1-6D47-E19F-D6F6-4C984D26D809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AD86345-AEA9-D35D-109A-22DAE718B0A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291E389-7439-6161-E018-4597C619E883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324A1E-F72A-479F-279F-FEBE8B10CEAE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E3CA587-B7A7-3B10-E972-EC8C8E824F0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A5B4E90-C3E3-5F25-D2DD-BF31FDD1346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E0F1227-89BD-C9F6-696B-AD422EAE83C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1045688-730B-6323-9FD0-4C14B52A3EA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A79E2EA-6905-76E2-C088-02809F4A3B9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0D8D06C-3666-01A0-0525-422AC846435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6BB349-8664-1D3B-3F0E-2918148A4B6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1FA3C43-B026-12B8-A79F-0ECBD1674B4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A7EE6CD-5365-C155-068E-AB360B2E3140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5D93EDF-32E3-30FE-778D-81AB7E7E13C2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73FA7C0-D085-D9EE-D34D-8087201296B9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B43B74-F4AB-5FC8-F7A5-232860D6883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CC31A9-D62E-F5E2-7B97-A6F550058E3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4A177C-0DBF-E28D-E466-148C043F92A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12464E-DCE9-D1CB-C26D-16EB6E94D14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7FC9301-E4D8-46D5-8390-EB2FFAA938E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D3DD18-7B4C-BD5D-75E2-0548393F51D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7FA2A6F-EFB6-C53B-73F2-A579D36517D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C41B440-C4BC-2B56-1204-54A721F6D17C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8ACAC-E23C-4E9D-32C3-A12D1B8D92DF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70D8F0B-EA7C-F78F-B37F-A82EBFE3AE5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E8BCCEE-29B7-D68B-34BD-8DA7313DC19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14655A3-53B1-563C-7D8E-3C2A16E3BF7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88B14F6-17B6-0C42-6F15-FAFC158A9134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29147A3-452D-DB00-053A-AF3548EC7A69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FD644E5-EA71-E537-F9AA-7302B7F7B25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D3468F3-9DF9-82A9-6DE5-B56ABFBEE539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AADCBF6-423B-4600-CF2D-BC5542971DD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8BDBE73-CA3C-503E-F26E-C0C624A5EB53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DAFE25D-946D-C53A-0D8B-AB586BB3A422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E8E173E-F4B6-EFA9-C07B-8C9C8BD8D89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9FC3663-BBD2-F0B5-007B-91FDD06B4207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5029900C-3986-3B36-1FA1-4C58BEDF19F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93D71D8-4FA0-67BA-059C-246E444F201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53BB070-F51D-57FC-A242-7996C5FF13EA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A54C060-BCF3-9B20-71B0-6BDF1C051A6E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F2E9AB3-9B60-C5CF-A8B5-4B1B9E8B344C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2AA7C418-E370-1EC0-A746-40B7D4397822}"/>
              </a:ext>
            </a:extLst>
          </p:cNvPr>
          <p:cNvSpPr/>
          <p:nvPr/>
        </p:nvSpPr>
        <p:spPr>
          <a:xfrm>
            <a:off x="12467671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DD08220-5B81-8DA3-1D78-C1AC703FF76D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3CDD1C0-1C88-87FE-3E2F-AE8DCEF87352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3A990FF-56F2-79BA-87A0-DCC07948D92E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436750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82E9F0-9CFB-9FC7-20F9-61A9F5DB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D82AD6-2B58-6C40-FD84-0D961FF0C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38D185-6AFE-4D73-237D-74B3AF3BDCAC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0CC8BD5-52DD-41DE-D626-F6529FB23611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770425-C2C0-E4A1-F60A-21EE639C9B8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7AA64760-2BE9-D429-59FC-3A64F515B1D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55E07E6-083B-687D-81BC-B5149FC1310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0001F3E-D4D3-25BF-9CA0-B570091473D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41BCF27-7C87-250E-F6BD-B28C2286AE5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5B3926D-00A2-8E71-3DE2-BBFE6305D29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F4D69B-A47B-2D99-DF04-8572B357B071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6BF27BE-2BE1-F04C-B783-42A9ED45F44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FF0F439-9CED-2FBD-9756-5EE654AA58E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A6E5D71-3B0C-18D0-7E11-6AB85C4F9A6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C45AD7-5678-B3EA-6925-78050BE4BCD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6308A1E-920F-8CFC-1340-214B5660315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211A21B-5640-13E4-FD19-5D934FE5B9D0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1F58A42-0F74-872B-F2D9-6A6A6550FBF0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725EA8D-8604-9C9C-F6D6-485BBFDF6DAE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D58A06A-1A8E-F630-E1F8-AC457B3F75D4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242FAF-6AB8-5CB9-A819-5953235DD15C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A230DC5-8CD4-5C63-00A2-AC2030B05EC0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FAFCA96-2924-D890-D721-09B7AA53D83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63BED39-A1A9-D690-E9AD-5CEAE06757C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85878D1D-03BB-9ECD-79BC-60EC6A53340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DBB2736-A4A7-ECC1-AEE2-B0EC99B6F25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AA18A9D-E356-9B76-7DF4-44323C1E76E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4769DF0-C106-7E31-05A6-02146B1BD0C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0EEE50E-8FFE-3B74-F18A-6E10A2B6693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77697C1-12BA-91B0-A1F1-8732E8367078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1E2724B-3749-8851-CA8E-F13B7217E983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87D45-0DAB-37A9-0DB5-A0AA64162CF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6E35E4-53DC-FF08-7944-47435D52771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FAA2483-4ECA-AD7B-CCB8-D7C77310E5DF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ECA0FAF-15F5-E7DA-3E65-7E2BCA7AB3E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4180B31-21C6-67EA-08EF-7D62A7FA887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4134BFE-43F0-A6E3-6A97-F89B036B1D21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3E0848F-5228-AE17-A822-B45416EA1E2D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9412686-2DDA-3FBF-956D-BF0520A7638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ED64BE0-17E3-6D19-4887-5649F76533B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F1C343E-5DD9-566F-4B75-8CC77F796F5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D7398D8-E7BA-A10F-28BC-8B3098280E1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8C7C18F-FB7E-122F-A287-60407C1EDE1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43C77E6-00EF-8956-2A3C-6C3C0998A86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97EB4A-6C63-3CCD-D18B-6461CD0A040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C43A9CA-A619-3F93-1113-0BCC83A9A18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84779E7-937B-822F-8513-5B7FC6FBF514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1A99C01-1621-C75D-2F27-CF7F45A91B4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6397EF3-34ED-7266-B249-A2A6D82FD74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80F67A-7D24-3200-EFC9-A2FE78C1235F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4C0984C-8C3C-4DD1-A68B-AFDDBDCA4E9E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A772E72-DA95-2B3B-27A6-8CC3AB3A79D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798FF75-9727-5FC4-A871-CB975470A177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3D67248-CD81-C368-A9B9-3B27CBEE5153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3ED19F0-F46D-44BD-DA8E-EE6BDD34C29F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041A7C2-64DB-47D3-0B92-637512CF275E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139BE9A-6159-13B8-69EF-E2E5E9DE61DD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6749337-3567-AEDC-7C8B-9ADDDF75697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7D60B66-6F18-9894-EE35-61AB7842F1C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8EC1BC1-96CC-9FEC-3E5D-8243512EE26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47BCEDB-FF1C-3C9E-4760-D2129A7523B9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EE9B6B98-3D6B-D43F-D82C-457F465C9A72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7C5AE21-5F77-6DA3-9602-F32F26B7CA5D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02808AD-2F8C-7274-455C-372F9A571968}"/>
              </a:ext>
            </a:extLst>
          </p:cNvPr>
          <p:cNvSpPr/>
          <p:nvPr/>
        </p:nvSpPr>
        <p:spPr>
          <a:xfrm>
            <a:off x="12467671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49E8F82B-1923-B317-10D3-3676E701DD55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7A09A569-8480-39EB-00B7-FB7B262A4847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81CA6D1-CB38-B13C-FA1D-DD3023AB270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510716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89B6C-2B6E-1977-E0AC-82EF0B02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6AC6C4-A45F-D534-0543-CEF100FF4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0F684-ABAA-FBBB-D9B6-50C1593D32B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E09E118-8981-7DFF-EB7A-C1F42A46A6F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7CDBD0-E538-6700-1144-66406EB4907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79E293-9AE3-281A-9F49-8D8A7CFF7C0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A45BFCE-8EC0-B926-8BF5-AFBD6A94F47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BB295CE-5945-CAB0-3B50-63B73EE7E80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1505829-3541-86E2-D78E-5FF0A26D91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278695-F754-1E69-D8AF-6EBBA3D7766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D803082-D2AC-E214-3849-EA889484535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A20A508-DBD0-8714-73AC-2FF70D3B8E9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26B96C2-7B98-3C3F-B606-08A8A280BBF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B7D93357-CACD-488F-71C8-E1AD2D3E48E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5DDDA6-55D6-FB58-2566-13A2611752CA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73213DE-4533-8F28-8B3B-C381030065E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418CB46-D8A9-63F4-762A-181CFAB12DF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B37CDC1-0556-A5A3-9DE5-B0AD64A2C85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62CE9A7-471F-B4B2-D311-12D4F3A862E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ABD9444-DBF8-E6F9-9E91-09CCD03039A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3284A3B-0A82-B2E4-303F-BA2C37256219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90B46E9-A479-92F7-A9EE-6794CD02FC41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F32B587-7599-DDF7-540F-90A000808288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878EFB1-6110-E8F4-72D9-04935F99A96A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8295CE0-112A-9B30-81C6-EDF3B07BC11C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D05B2EE-45D2-D452-522C-DBC679C0726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EE6D7D-7B83-C894-7B9A-A78BA3F8225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6793EA3-AD52-6ECE-8895-8543F4BC2AC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2B1F216-513E-734D-FFB6-91690ACB845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9ABBE44-BF8F-FE3B-808A-155B148A907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1DBE5BB-9131-23D7-586E-56FCBCFED73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E0C2017-5CCF-5B0E-B570-5022B62BB0DE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F92CF9E-813C-58AF-71BE-8DF775AFF3CD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6365606-1321-0537-FF2C-6DD4314444F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B51BE2D-2A72-8AEA-5A6A-2941001AF2A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8099E59-F9B1-1275-463E-CE2B61CE8670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17EADB33-D0FE-009D-C029-276BB8FDE0F8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0685448-0C4A-8618-D1C1-F0F87EBEA5F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2DA7EFA-1886-6C16-02C3-AAE86DC0688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03496C3-34D0-ABBD-487C-5FD6E4494BC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94307D-920B-5F54-8F81-D11BC029644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48DC4B-33CD-8863-B65C-F9E916AC1CC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2D2D55B-481E-F9DD-D9EE-2BF0974AE6B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B01CDC6-A0B5-6189-F680-C2BA76F6B4C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6CF17C-8D31-13FC-59EE-8F8DC1ABF6E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D781AFC-CAF4-80DC-358C-3F6F1B50161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BAC239C-AF1C-2607-7D77-654F6D7C2FA5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E251E8-65FC-C984-5970-B9CD55C27E7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8B338C6-98FF-91EC-1F70-E9BCA97097B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6F961FB-2503-5773-6B97-45F9C8145DD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A8161-C057-3E63-E595-13463D3CA6DB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ED4EB82-D90B-9214-2940-92E807EA4CB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94961BA-012D-09A9-FC2B-1A233226023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7BD6B60-11D6-C1D3-F124-672F10AE5E3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01D834B-5002-AFCB-5D82-6F210E8F2D86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E7B57A-32CD-9B85-247F-8D055913BA81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D948B42-CEB5-9089-75D0-2022F743C474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B5F17DA-4B9F-0387-61D6-D6C41B3C175F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5A75658-A231-EA3E-7A7C-F619AC6EC89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4EB5FF1-E741-B5A8-BA0C-1BEBC951C8F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FCB57FF-D77B-46A8-3FC9-F1B4470791D2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A3DAFB86-AEB4-357F-4988-9A5282D54AC0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18BD01D-4D4E-3A78-4C72-C1C4AEE9E89B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8C0690CC-BCE8-2348-10F6-B93529AF1683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09CDCA2-3D66-39A7-B112-EA9D28A2F49B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80835AA1-3CEB-5998-E150-E96085034382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47E3DBC-E681-73A7-D6C0-135739C9D58F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53381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A2241-10B6-2C15-B406-193E9D35B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2321F0-47DD-DFBC-BCFD-28FC0124A0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F8D0FF-A388-6271-F0D3-71B8AD6CD22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189B174-5471-421C-0E18-945454A3EE0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7E2232-6096-7D16-BFE8-4377BCA1115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4D4DFE9-109E-E38E-E39B-F2C9E9AEAA3C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0EF8DE9-DAF6-12E0-388E-6C288AA7B69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C2576D5-4394-6F93-3D3C-1F369001C45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D787B0-4B7B-7EF6-547A-7B413D44A0D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E75A47-6339-D04C-51FB-BDCCF8AFDFB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6E65F-E824-1A53-A78D-08C39672893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30A9F6D-359E-0F20-9C70-136CA6DF83C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C9A685-4792-26CC-0AFF-4F6447F542F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E9A9B0D-CD86-05CD-C99D-533F91708B3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38BFA1-60FD-9C15-1ABF-3E3B985F0F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282A4B-DF06-13D6-4A47-FACE586C79B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569E4E2-4836-1150-F7F4-E37EE89EA22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605F8C2-4BDF-A67D-EEC6-11E9B276ED1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F5EF8B7-42F6-833A-E642-1AA747650CB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56CFC9F-6A33-1A64-7A27-2537FED6A431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4079F60-F832-B397-EC93-4A156898AEF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D1BE860-EC4E-16EC-C25F-C1518DE458B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3983271-798B-A053-5ED9-3E7A543DF13E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C0B43ED-552D-4D2E-D122-525DE281D34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4FFA3AF-51D3-46C3-225B-0A661900BAB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EF17324-D3BD-F1C6-8296-25385314454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7947B86-1ABA-327C-3DA1-1E295AC62331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D37CADD-5A8C-44C1-05F1-1A59BA16CFC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784307C3-EFB7-1ECE-C269-F23222B212F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0E7D079-70AB-0874-B3F5-71BD624CA288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59F848B-7E80-5C4D-2290-2656AB79DD54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2E2639F-DF2B-29F0-7AFC-B0BD0432B0E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B2F924A-1E5C-A256-3B85-4432DC3F8F5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556D868-8337-EA6E-A4B5-4F46073A640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46C81C4-DA6E-D1D7-3678-51583C0099A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BD7D73A-0E39-86B3-685F-443AAFC0C1C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4252463D-95B7-D518-4E0F-7388A44F28DF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6A8948C-DFBA-8FAC-DBCE-D08FFB6A256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ABB071-C60B-5643-6789-A590B20BA82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7410ADE-B306-07E5-AFCA-A99E14E6DF6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8FDA12-BD3A-D856-FD1A-A36D235E077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B6BCFE-112F-3BD3-7006-B0DFC3DA4AC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E05D08B-9487-7301-A690-B0BD69FA762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3982037-02A2-DA63-13DE-824BEAC85730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AD42F59-36E2-A7AC-2164-7C98C55FE4CB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9021F2-6049-4F44-D520-46809D9D99E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7FB3FE-8828-8B1F-6581-E261E73D482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55CA48-EBDB-0C90-85B1-96D6994D506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26D4-7610-34C0-0416-3AE560269A1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B1251C-9D91-F38C-F979-2E84D2CB072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6587F4E-BDB6-E95D-1BAA-4F9F43875D76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7DF4EAE-701E-2438-56FC-08A2F020F75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324ACBF-2F6D-3A80-8EB7-7DC8F933D29D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3CADF5C-AFD7-18F3-55F1-DBF69BB3740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D2C870E-AFEC-9E54-CCD2-62B91AB8E991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AC15F9D-514F-CD3E-CF92-1852EB35308B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5CDCA58-EC2E-C4E3-2F9C-D88E67795973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7E55592-5434-9FD7-8F7E-09FA89A30DA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CCD54C2-EBB8-9B20-6904-9669B8466E1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BFA08AB-6FC9-AA8D-3274-998BAAA8620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64D72DF-C4B9-2D89-1163-1A9BA58E6238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1713CADE-F133-8DD3-A6B9-B79B6B69DBF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AEDB88E-377E-D31C-4160-8F5F0DE8DC06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0A9EFA95-150D-84CB-9BF6-3B1A33FFAB97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EEF6FDB-EAA5-8A0A-93F6-1D91359EE942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97570649-F483-E2D3-817D-8DD799CFFD21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88D6ED5-0174-9095-3D1C-5A004127EAF0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83627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5F5771-4038-FD37-8B0D-22997C71D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F3E5F0-A7B4-E10D-03ED-C4C040474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F041DF-468B-64E1-542B-A7AC0A77BC82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42EE6F2-577D-0CA9-1E7E-124193E6573F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4CE9-8DFF-31CE-A291-BE5138B134C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F46C894E-011E-AD31-642B-A66566CC97B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6951034-785A-8B1B-E343-239E59494060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BEC98C3-51DB-8897-C57A-7D9708F7E69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3FD5EC4-4104-01A6-7FAE-E89E8444F05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0D4FD5E-40B1-76F0-BE53-94A6FA89061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7950A06-B0D2-8F99-2376-97CDAFAAE91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CFD260C-408F-21F6-60E9-5E0F9C06AFB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7339F09-D7EA-747F-399A-79687EFB620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2B52B7D-4AAD-437A-2543-39500C1B07C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DAB3F2-9A8E-D155-FFE4-0066B2BA8C1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730BE-792D-1AF4-E289-2B6B08570DA2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17FA4A1-BF8D-4EF2-69A0-BED97E829535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4FD7313-8213-344E-B2CA-BF876ABE7E84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368A649-020B-123A-5731-2528D1C786EB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3FCAA0D-5FCD-B2BD-6D40-8393B3D03786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E3A262B-8638-F906-CB13-18BF12A7E69F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782124E-4F81-5E14-C633-897BC4B45FA0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E40E26F-DB4B-964B-E583-DF468C57998F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48686C-5D9D-E18C-1181-171E851B17F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EE7587A-24EB-E46C-FC5D-71EDD66AE15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2E72F84-1D0D-83C2-43CF-D86651C6256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255D00E-B0A3-602D-9584-D4EC7BB606E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07F6DCE-9097-4AD2-F3D9-7B9F6B59D1E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EB03CA4-CAB0-654E-9FE5-601842656C4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5A8D067-E656-1B52-4045-2B4669F93CA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39E9EE0-C27D-0F0A-B31C-C98C8CD9607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A700D30-52EA-FDD4-8FFD-B0A7E100F09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8B945C-7BA7-E969-D9C9-97FEF0678CD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7BC0C0-4C62-2FF0-100F-8BBC6D15F0A4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7BA89C5-7872-8F92-571B-C206DA877CE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4837BB95-D4FF-F676-6261-CB5C5EE7D56D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DE6EF70-771B-EFDC-2795-0DC36EDA900F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5F55E8-4722-E7F7-AA40-CB84C09C2FA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EE2448-96B3-FF99-489D-1E5575D828B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765C82D-EC6A-337E-9216-BB75D971523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413349F-5E7F-7DAC-6C1A-F7A1F9611CE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956005D-F414-B59E-BE06-95C1644BA5AF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63318B7-C8DD-6823-291C-50E8A951443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56AF2C-E6E0-3DE2-BB9B-C215DE54140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F92791-E56D-363E-418A-CCCFECE23B9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036E4E3-2D5A-CE89-17C6-6D4AB4951286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2BAFE6C-4176-A063-B147-FC8A675B479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818CFA-5557-433A-9D21-672E444D2F1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115BCE-0328-A35B-2FD5-66AC3E3BAD9E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01B6FE6-88D6-AD07-2861-9C1D4500DE8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6608619-02BA-92E7-2881-67912D610C72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2DB704-E660-4299-CCE6-ECD15D3BACD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8605361-E602-0FB1-AECA-4E1D5FD554AF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1205857-8866-1CBF-0B76-AEF77C4070A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18CE46E-FEEA-4DED-4619-F2A2EE0BFB59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091E4D-2CF0-2C7B-81FC-30945E1DFADF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EDC8EFF-969F-1952-6A7D-26ED7112268C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F0D5167-A0B4-43A6-0530-58FD7C0A77FD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7C96A40-B40B-E6EE-59A6-E35E94E7455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DD46B5A-1F01-FE12-9E63-1C5A2F05056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32C83FB7-CB02-ACC3-6855-73FC8AA7453C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545FD74F-56FD-1B94-600C-0FEFC5E92926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CD1753A-F148-E7EA-17EC-CC630F58F572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CCA08896-C2F6-A1FB-B09D-063623740E2B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BD7050C-CF3E-69B4-952A-ADEF3282C88F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9583221-206F-3BAC-522A-170756D96430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5DAA1CA-3BC2-AFB0-B6AC-14FED847D87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74773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5C2290-CEF6-8AB1-6108-BCCD4B4B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693A41-4B05-FF3A-E849-E45B9CCBCC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B573B0-658A-55A4-FEBA-D2A80D60852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994406E-3309-E1F2-BF44-9F52734A8B0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730F3D-8D48-E45A-341B-26EF6F36EEE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065DB11-4DDB-D89A-D0E5-201BAD814E3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2F78C22-A8AE-5EDB-95C1-9A62354A9315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71DD886-5ADA-ECC0-6F76-18E4CCB0C3D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D8B17B5-E9FF-F108-5AE6-684D957E007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6D0B64-2A32-5C92-CB06-8DD13D1DB750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A230A7-6BEE-CAA8-F805-3F28744AFA2C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496A77A-2E33-ACAA-36CB-21AD8C9BE5C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FD2809-3D39-1D49-8FE5-D1E9B0514D4E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2F44FCF-1B77-128B-1DC6-2549E5A6EEE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C3BB5B-C726-7553-940A-6F3974CE0CA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B29B05F-7D8E-2BC6-FA1E-4D08C808B0C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AFF3094-8B58-E4E4-BC6F-847BFBF028F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48C0168-A988-AD7F-553D-E61B798D03D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FC879EC-F220-C030-97FA-EFCD3C69A14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64CBE90-6D99-3E27-6FD8-2DADEA44ADA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1A71A1F-8BB4-59C1-BC30-97DA1B6656F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84EFD0FF-A501-83C0-DCF8-CD8F434DA98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2A715D55-0FFA-D94A-950E-2C34142C65E1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8A35EB1E-EB6D-E72D-62BC-6783949FD6B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F645AD2-EB72-964F-3CB8-8F0F2053F366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3E010B8-CFAE-543D-980C-348C8D04789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DD900BA-0629-C5B6-1A35-F46098E0B58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4DD845B-F975-D241-7C05-F5D05F75A79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A52C762-2CCF-1A46-A6F1-52F52854E68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39024CE-8D6E-0836-29CD-10BA91DDD14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8F3730-CCA4-9517-FF73-8D3FEE2B4E8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081DC34-50FB-6B63-68D5-A56953FD82D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6EB29F6-2C5B-FDFE-5EC3-B91758D4755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BC3DD13-9E82-3B00-32DD-CBC04A63A70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53CE70-49DD-66C6-0526-3FC93E84FEA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D1F96B8-7477-7464-EE41-27F6F7C465FD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1E55551-0C4A-071D-3ADE-5711CAF9B38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84E03A-8D60-B9DF-3710-DBE631CF346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B431FA7-06AF-5CB0-315F-6EFC79737FD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584722-9CD1-4CF8-B13B-2CB845A3042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DAF59D0-C5C4-1F09-9265-692F6796A38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1DB87B-C993-DF02-E02A-432B4D95FC8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40CD8E5-E34B-FED1-1CEA-7482D7FB614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433819-8B37-36A6-9BF9-4A6D7620A0F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A4AEA02-BC89-1568-49D6-525E212F18C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45D0DA5-511D-EAD6-B1DC-3FAB44A9C3D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54AAADB-DBBC-4FF6-2EEE-FCA42AFD9C0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F7E76F6-FE8C-01D4-E4B4-05B66899944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2561E72-E8AE-AE72-9E09-18EBB0D7F77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4089AC-ABBA-236A-35DB-AADB6E7EEC9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D964BE0-6E33-3883-9541-F0DA6A377338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31C1CE0-A190-13C2-2C1E-2974B4CC8C4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6976224-815E-4BD6-661D-8FFD5D733E43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4BA7598-67D1-21F7-ECBB-FA409B993621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E419865-F683-65E3-357C-55EB512B3AB7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C070D2-359F-F240-5A38-7A5EC0A07BA1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6FD2FF0-7D18-A1D7-5E10-6962A7A1B3C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13CE86C-C933-45A5-0CFC-432FF07EFD97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6FBA724-B83B-730C-45C6-3DBC87A6878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92BCAFD1-52AF-4299-9525-B9961A984B6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E877DE7-C518-4871-514F-540EBA9EE719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8860F42E-5A62-3078-6F9F-5EB6AE1BB3C7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A39448F-0428-3446-228D-F8D276422065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0DBB4B2-ADCF-3636-93ED-CFDDB252843C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567A30F-0C00-0D25-F0D8-8C6913A1CBFF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FB2643E3-D638-515C-BFF1-DE699BAD927F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BB9E237-A9C7-B10E-9549-5AB77AA6C78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3340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AFF8-5228-A346-A02F-2BF8EE20A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28AFC56-E941-E4C5-4E64-E6A350A71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389831-C9A7-EE16-A094-ED1C2A5433F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D11C40-62C7-70F6-8241-85720C3E0692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2CAC2F-1C08-92E0-E1C0-DC2287B3A84F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BEE977A-7499-E822-1C26-1CCCCB15CD9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2DA61F6-370F-50DC-F369-4B178DCAB2F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373D865-72D6-2C26-6CA0-4CE45033C4B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2586E30-E968-C4C1-5AA1-457C3B7FA9B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0DEEE4-5F9C-B82D-DADF-984D1386E8C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F8E8420-8799-2BA9-5628-93BA2AEFF7A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8E4A16F-B68B-AAB2-B2CB-2B30043991C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87B08B6-6954-5151-AE71-E51260C7DC0E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A4F29D9E-9AFB-18AA-99F8-1F55B54E9CA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3A6525-9664-2A0D-4B4B-9320AF7F230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76EAE7-1517-58AD-7FE4-92CBB4F8909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B9B95A7-7585-182A-B676-39E4314C0AC5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3E13ADF-BA4C-4535-D8D3-49E01BB9D14B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B41C18-F1F1-2DFA-40F8-EEDDB9E44E0B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D4FA62C-FD0D-8796-AE57-5099DD357DFB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A7B2B12-39F3-130C-5B42-D19BB411325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23F3C1DC-981C-8D9E-1F70-DEA022F836CF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2628D82-1CF6-D31E-E796-F96556E5C93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4DBF8D4-F993-0812-5039-6232E6B291BF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A1150FD-E954-0E97-96DA-34E9A728F20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C3E6F4A-A12E-F095-4ADF-D636E449102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C5D5216-44E0-4719-9ED9-9D026EB9238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58CEF3D-8087-2D0A-D502-B3A6E850304F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6C8302D-F391-1BF1-21AF-1B534B098E6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DEB5E24-A07B-F04A-AEF0-22EAB687F10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55794FF-D5B3-71AB-9828-13005BC9EE5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42F67F-FEF7-E175-7D67-2F20B6D3EE9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F3F4C1F-DFBA-6F08-1474-9753264704F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8CE5DA1-F68B-9923-1414-EECDE44506D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09EB072-D3DB-CF36-54A5-AC5093B38DE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141BB9A-D20A-4CAF-69E2-DE7AC357F942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6BC66073-388E-9C0D-E287-228C858B8899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199F63-575B-66FC-5E2A-7E5E8335F589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0C630E-F04C-B3CE-28AB-B17D02461C5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FF8D9D8-EE36-F718-9B93-114D7663260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7D5DE-1BE5-CA02-3FAE-E4EBEC8094B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A0DA4-6364-1013-740F-89A44331A7A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08C6640-D189-2812-DB2E-1459A4ECF60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91E31B9-443F-B9EB-66DC-E4745FF5AA13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0550F20-1FE7-A413-5923-4FBC3A36706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7E8290D-9ED5-2291-7A29-CE93968632A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C2C673-114C-9570-67E5-903F166F556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093561-0A38-7086-DED9-11A6C5A5933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DD091DC-858F-5215-2539-EE195E97DDC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6657722-9350-8543-FC22-F0BF3B3A3403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AA0459F-4CFF-6CC6-AFEF-3FC6E09E9C1D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4033737-BF71-8B20-35DD-E1B8BEC4D667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1A9A324-B73C-3563-7536-AF1C42F8A2FE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2DF01AA-2CFA-5FAF-AE99-25DB2AA811ED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1325969-1273-ECBC-2A9F-247E0263654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6FE248F-BF0F-DFE3-7612-E674DE201B32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5394999-85D2-A86D-B5FD-007B00C95A65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D2DCCCA-06B7-6F0D-AD17-ECB2097604F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8CB7A10-12D7-C53F-7A4B-FC529C151DE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5130060D-CF0C-7E39-D70A-4A47A361221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4BA9BFC-58AC-B40D-464B-6B18892A252D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BD536361-6102-121B-F601-BA4BF61F4146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B84DB37-7697-D8B1-3252-CCFCCD354A11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9ECB88FE-4915-AE58-176D-2875A0156ACF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499EDFE-5A7D-30F3-8C37-4B90F66FAC53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8E1B0DB-85D2-F4FE-C96D-AE8AE8B10C80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05B141C-15DE-FABA-83A9-AE7C2C2252C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0937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DBA41-1C44-F007-0984-A4601133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715489-1D67-2D37-B90A-F6F72B89F4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756A7A-526E-0F97-0881-9EC8690BD00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73E62AF-5548-471E-C0E7-0AEDAC7F34D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B2A79D-65C9-C6F0-811B-287ED881EBF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5AF4803-3A8B-B919-6362-9CF09700731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CC3047E-26FC-DE47-9D52-5BB1CAA376E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5CFD6D0-1E2C-0F9C-548C-550D45BE5BB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5B1D50E-24BA-3362-151A-F2E8E836D6D8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A5B272-F77D-CEC5-CB43-A0DAA7BFD29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1146D5-E7C5-5FB4-0B8C-B07EC792A42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09E31EF-4CE3-89B1-871D-A0FFF3D3FF1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870242B-0D2C-550D-EDB1-C69AEAB0632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59BB543-18C0-2FC3-9252-D75B9A7837C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57CAD7-08EB-294C-5180-8A251A7C462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71A6F5-333E-C02F-35FC-84BEAD36077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7BA4226-B7CE-172D-85AC-4247349B22BE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1BDBE97-ADA6-AEF1-C199-FBD6EFD3E7D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F8AF46E-E1E6-48B2-07D9-AFD274DDB4FD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718A187-3929-4490-FFC2-CD69F2745CE4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EA7EF6D-4B00-DB69-87E6-F33952688FA0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81F536B-84A6-E302-17EF-817FC105C894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1B41BFA-1B99-EDD3-56E9-A5C9F71A914B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D581E2A-4E3E-7D35-3E8A-44669D6591C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BC9D895-FA41-CC5B-AB37-89BE8DD50AF2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47C1ECE-536A-D449-C4AE-4F92E74630A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9A81ED4-07D0-A0BB-3448-238C7B28049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42C18A8-0434-57E7-B8A1-AFC7BD875C1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7AF5ED0C-E514-055C-C46E-8C594DF81A0A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39A5130-4404-76E9-8084-DA67F948EC4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9E1795-22DF-B6D7-F05E-B2779AB0D77B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DA0B1CF-A336-2E81-359D-3946C6D9A47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478B438-F9F2-BA76-5652-9CC08121FEC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A9C82B0-7C3C-09B2-E13C-3399DBB4102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A7B1FCC-3668-E07F-E3DB-C9A9694B281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C9BA0BA6-FCD7-E319-DB25-402F88771A8C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9C30B7A-325A-97C6-A1AD-5E28DDA0F0E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1533EF-2EF1-E2CE-BC18-F127656E35F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071C863-7CB0-4766-8C13-CDC31D8722D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83DA3B-1BEC-99FC-7AE2-4A8A2BCB1E5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405A1A-E84A-CCC3-D084-7729FEC313D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EA7F02-9D7A-CA6E-3DAA-F07C30B4533A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D428B7F-7BE1-8172-CEB9-8450AA8C424A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3793349-5FD9-7833-C80A-F98ED1807E6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0DEE13-824D-8AA7-D446-26994A96E7D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269876-0D69-8D63-5A12-4737493335F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E9820CE-F425-F204-6652-FB77B202B72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3C8EF3E-BEF5-DA83-BC48-22AC46C799C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CB28FD8-E990-BF87-024C-E5069153EF7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BB50247-07E9-BBA9-0A9E-3B4A1D053AA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A9E089-2E32-983A-973B-BB55A70BA301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2CD5645-021C-4987-893E-A095977D5BEB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D8B943-3EB8-C3A5-8C29-F5F7BF8FC6D6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9C77B28-A2A2-1725-2C2D-F133E867A407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7CFEB7-3FAD-C2A9-43BC-F069DCABD612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C97C9BD-CAC8-E2AF-D5DF-260BB7255DBA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C90DC33-321E-B4AA-E1EF-1607903871E7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24C0A7D-E65B-1079-A658-62489F1EBA5F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484248A-2A45-2E25-E951-01B0BABDB59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77B1418-B853-663E-6A8B-656A43180C3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89F8569-0DB3-F776-FB08-C1A088AF6B5D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9C12773-9283-5258-4A46-35D4C61F58EF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E69D146-5FDA-578D-A39C-18C1732E121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763DF2FA-774E-9069-5620-C8577E6332B7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41142E1-6996-1DE0-E554-E8114FD77B04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6A92FAF2-871B-FC7E-C341-A731253B3722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7A17FDA-9C04-073C-CC21-D2BA961C5CA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947096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E980E-E749-FACA-38C1-C9E4DCD84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4F9FFB0-6A9B-6938-0AAE-CD4D23F98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2EBA5-76AE-8C92-47F9-59A8666966D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D662DCA5-C421-7C89-80D5-7F473EB780C3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D3C18D-58E2-942A-B945-EF5087C0E79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5D2A37A-DC08-B09A-A2A6-C22B95D8590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D3A53A5-894A-232C-E755-042E02C9757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5A3A4311-FA01-26A9-A103-A95760193C4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86896EB-D679-EA2A-DD20-9A656191B72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05DB4BD-3B66-7146-514E-7D49C4E2C9F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4CB0869-8B55-DBB1-7040-E8037DEE05C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8DA2C01-C130-078F-C1EE-421EB52157CC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744157-53D5-227B-925B-6A3FE192912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B24BFCD-1451-53C4-5E87-123B38B2D6D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9F622A-E270-4A17-45A7-6D5210EDEB9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C70757B-CB76-7BC2-31A1-D50AA4C9BBA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D00332B-550B-0ABC-4676-F97EA6BB138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33C29D8-0CCA-DD8A-77FE-F8504704CB7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1D9E894-8DD0-3EF6-8174-D7F14BACC96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AA63A3F-AB42-3CBB-70D5-2BED36A1B4B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B9ADEA-2F44-BA8B-1A80-40C87172B656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3C373D9-A589-A9BC-7A82-9600FBEBCF7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D346814-1E30-AD75-C4E6-E626541DF096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A8D9B26-D871-2E1A-69F3-2A4DD89D2E6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19E8358-4B40-9F48-D6A0-66BBC2667CC1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9455FBA-EF22-E2B3-7799-66C8D9148E4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18B011-57C7-4253-01EF-2701EA22042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ABECC13-E7C7-2594-3B85-16B50ED93E1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937D66E-B7A7-A337-8A86-7DDB7C5A166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23CC87A-4DC6-E6E4-18A0-3F88B64E2EC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A7BF89A-E0EE-C126-3EC5-BEA9D6E7F95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0603EA3-3EFE-7ED3-F18D-2A5DF7D45FA6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FEADF9D-A8E9-EB0A-9714-13778B20F3E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A1C83B2-A5B2-A9B6-AD57-0C6B6A31A45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956094-9108-DDAE-654E-F9AA7513278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A73AFB4-7BB3-5756-D6A4-F504A7EF570E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3651C01-CC40-7611-68DB-91F2FBF19AC5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0D7D30-F00E-5B6F-A831-8D763CAC101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204E7FB-1573-E9C4-3D0A-64910D1C12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46A871-0F5C-5874-C524-0F451E0E9E4D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674101F-49CA-4A25-4757-E4E9FDF0C47F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633002-6080-E42B-6557-48966DBC39A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00F07D-CBFD-2850-E47C-FEC4E49B75A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0343C38-4085-1814-C64B-D5BB2FE3287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BB546F4-3777-CC2C-08A6-7A615F67154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327CFCD-D0B7-8D2F-39CB-2C1AA97C475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2DBDA30-F93C-6442-DF4F-8916D8A7403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36FEF26-B8AD-F094-CA33-CF06A5AE7521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8173B76-F8F5-13C3-3EA6-722BD9306B1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6EC27F9-13DB-659C-7C4E-3B6A56CF081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FA44DE2-5F6E-8276-7919-A07928FA058D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D0C61C-8889-2111-A216-818ECB4750D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C4E9F4-7BA9-F6D5-FE10-4FB2FADFA405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776D4AF-CB41-0B3E-8701-56A47CE5EF0B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6C4DB8-C620-6375-E3C9-D69108E9035B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C3E8BDE-C746-9171-3A8D-3F66797A77B6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A978845-F553-2083-211C-FB8389F5FD4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FF256A-6390-1C67-4222-6961165898E9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D7B8825-47A2-00A1-CF81-CDA89573AB6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1BC4D23-D6B9-0F33-9E65-956998A6EC6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1DC170F-F165-7D69-5756-D63A097AD1CF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EF8CF41-751F-236B-4C10-DFD07B916C1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84E378E-8FB6-6A22-71E9-B999D2EA9153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06B5559E-4B11-62E3-C825-3F25407E7B5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4A878F16-31A6-FDA5-0836-AA453D83C8C6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1A82673-9F0A-A985-F5B7-1F1C779F55A6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9548CDF-3D9A-5FB3-067D-E2996D42A2B6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475612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0B39DF-63A7-9EFF-CB62-B8CAB4BE7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8683D15-5FFD-460C-3516-F438485D69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7CB1F1-4979-92FA-726D-950C6E4021A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5D27655-2617-784C-7902-59CED1DEF01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5C81FA-E39C-2684-34A7-2A6BBCF068A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5CE3AE3-7C52-480F-ED8A-D750FB756C5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0A4D257-16EA-067A-9456-BCE53F46E83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4877173-5F78-D15D-6573-574DCB35D0C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8D395BE-2DAD-5D15-1795-6C652EF4A97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D42A63-5529-E50C-FE93-72380F89883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F68603-834E-D965-E7D0-9DAFF8D9804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9CCF715-311E-95CC-9D9E-3C0F124E233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4D23648-4296-B089-D5FE-951DCF4675C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5921670-2226-F4E9-6715-8FB0B317FDC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02EF9D-FCB2-7B1A-4C4F-552BE60659D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E2E576F-F649-8E61-380A-70450CC2A45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1C14055-BAB8-3929-46DC-8AF12EC0D5E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9FCC507-5E10-E65C-DBD4-C1C350A1193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DD512D3-FE43-3E60-1ABB-72FEB4607CD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A25C9AEC-100A-2290-51A6-F1310538CA78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60F44EB-604B-D823-1C84-4598FD74312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112EC79-0CEB-026B-E844-E4A61F37F65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9D06ADA-04BC-4721-3EF7-B3B0AA958D9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598D6DD-84B0-BD9D-FFD9-1D7B7C32A9E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E52CCF2-8E6D-E56C-3D45-E8E721D4F874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0AAE6E8-717C-2AEA-E3C4-07CEA550011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4EAF72E-BD8B-6F27-3AF3-37AE952DDA5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C5D84DB-98C1-D11C-17A6-48F3302A2EE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8597406-2AFD-51EF-E89F-F99864EEDF58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B074255-3EC1-64AA-674D-B8E34D1CD16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5715E4-DB76-4668-26EA-C803CC00637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148709E-BEFE-6FA2-482E-7C9CD23AB1CB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1DEF9F2-49DB-35B9-7BC5-12778248ACE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CBA9E65-8D78-45CA-3A32-C884F186D43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2FA5B90-7C92-E0FD-6619-1B9253E72F9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C08F31D7-1661-CF05-31AC-842A1DF523A0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98B40FF-43A1-EF25-9898-6E940B50B7F7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70A1AA3-AABB-B482-2597-83679626BE45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A28E70D-5C8A-2E9D-0BCA-AAC1C6703E0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388418-CA94-137F-DB3A-FB6B393769C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199E8DA-A0A2-FE77-DC5C-7002D5DC649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30D79B4-0D4D-47FC-A90D-FB0685F0119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C912E54-936F-4F8A-5C47-0F836AD0538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3764148-EB59-377B-2C65-7156E9D6164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9B86490-43DF-E18B-7914-ECA613A0B3E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82ED035-4943-AECA-7541-16CCDC4F16C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7D8205-9445-6433-126C-C3DA91F731A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A2EADC-F95D-DA13-9FC2-21F65471606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501840D-7350-3ED2-A486-1B9D4C64F1DB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26E59AB-4A96-9640-CA2E-F171A0793C49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16D0907-25B9-8880-2288-DA375662A530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F44E7A2-922E-910C-AA1E-BA528B3F9D86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0EC628E-CD82-6598-0E0C-7D31F0311DA7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E799177-AC69-C562-6C62-650A76BB0BB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443364F-269A-4C28-0620-B8BF30AF298C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448E269-1841-2F5D-5F25-8D158FE9D18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3A077-B867-B9B6-0AB9-E3B796DB707C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9D2476-5409-268E-7A29-6A54E9190DB1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86A9B50-FC77-E207-68A3-1942A7ACFEA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867E313-49E8-3229-1133-8847FAD4F24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7F01554A-51EC-8DD7-C263-1E2CE23B9AAF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B11D11FB-441B-F6D9-2FCF-D9FADEE83F1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DB58F169-24E5-A585-E450-EA18A051086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E8455909-889A-002B-0883-0D7247E8AFA9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46D65EB-81BB-1C9E-D3B6-5D9DE55A9B7B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3D6A089-35B1-321A-6EDF-143628DE718B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0DB5C970-BB8E-EFCA-CBB4-6F2406473B3F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345074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99964-B086-E5E7-CB36-AC86A7942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BA7F74-2812-471E-7B54-CECB948DD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94C04-1982-7204-8721-7CB61931E01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611C579-234F-4FF2-82F4-F1142EB1449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D32CB4-4D5A-7DD7-86B9-C89599F2429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ACE509B-7409-10E6-5DE5-A66D44CD2DD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1E61269-FB71-4A74-FAFC-883EE1A152E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2AB79B8-0FE5-4BD9-B328-3DAB92BBB235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B6E0691-2483-3CCF-ACEF-7064B6F1C07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D44F836-AAD6-BE91-C7A0-B4879981C7B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07729B6-2657-0546-3927-A8DD45179A6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8FEF5AC-6A75-805B-E244-8583743F0EA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60FC53C-BB3C-C6E1-7145-C42BEFD02B4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257BAA6-4945-E926-7EAB-8C180566352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5DBAC0-ECC6-AF7D-47D3-85AFE7BE30C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37FD11-4AE4-4025-E5DA-A766766AF98C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8689B67-FDF6-5052-F2A9-68ED18DF7B0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524FD9CA-8DDA-F5E0-1579-D618F7A6BDAE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AF59909-4EC6-A665-3601-50DF5476CDF0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B03E561-4688-3BEE-E7C4-C07AC80BA97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48D5E48-1982-A698-873D-4D437936986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03D7AAB-FEE3-14E7-2D7B-6ED9617F003B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2AA212E9-5A7B-C164-68C5-82E69629F2EB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D974345-953D-C568-8A9A-0F5C95619C7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C972B1A-ADB1-DF1C-64B2-D8DEFC613A6E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5D2D73-A4C4-D499-BDB6-194695665E2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A9BBA34-C596-A257-AA29-62E2D02B6F1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8445AF9-82BB-90A1-3101-C27E717D566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5125596-70FD-AF8E-A7C6-E81268499CFB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38E84ED6-A48D-38E8-73FE-AE821F509C5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547C422-EE10-4639-5CE1-6B836EE523BC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2C37500-0940-C2A0-F6D9-558EB17FA98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08B3409-2758-54C7-E2FD-55A5B135FF8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6F77C38-90B6-1E28-7FF7-AEB0A885B58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23C1068-A721-EB27-AD1F-0DDCDCD34A2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70BF022-21A4-9F74-7D9C-F3C3B3BABBC6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0916051-25F4-ED31-D31B-3610A46539E3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0E9334A-B96D-79E1-8C9F-DD7FF6BB83F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7FD47DC-0D5B-B5FB-6156-97421AAB429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9E9E8DF-D984-49D3-56B7-64E6FC686ED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157119E-B4D1-02BA-B234-5616814038C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32DBAD-1D9E-6528-D126-DFFD2C12863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5E43A9B-EDEA-CF02-274D-7EDAA12FF0B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769FDD2-9A10-C8A4-A26A-915299B6D83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C3B6484-65E1-4EF2-7AFA-995E04ABAFA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43B43EC-410B-456C-6FBA-DD20BC10A4E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FD7C93D-6288-3455-14EB-2EA00D4312C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39CE64B-E3BC-E3B4-71B0-8BDDAA9F0B1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06E902F-05DC-9B54-8358-0CCCE91BE8A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6F2C563-136D-30F4-CE90-D884C2C1F98B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610E589-B0A3-2989-584B-C9D9A2C60272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EE34336-445B-7D85-3BD0-12160672D68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BDCD29-33C6-04B0-0B8D-845DB0943E5E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82F546D-0752-7AF6-2E30-1A8D964C2A0A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B3F7B0-A64C-BB8A-5F79-CF9298854E80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E09DB49-BEFB-4134-6C6C-70A41622D069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CEFAC26-1A82-86AE-70D4-DF3E02F2D18F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97BC9F-A738-2DD4-C442-DADBC206C7D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1C61258-45AF-EB7C-1E2D-EFE4238DF1B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EACCE03-0D3C-6815-59F5-F6E3709E03D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702E9FA-6599-F30F-0977-0D41470CBBBD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3E8970D-9B95-6AF9-C06F-C88FE4AE6D7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EF846AA-F341-C11A-844F-B56EC673C782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346491E-BCB5-D194-6ACE-C6271A1F496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DB0CDEC-6FEC-8CAF-5D11-0833B6955179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C5EE3F9-23EC-576F-0E27-E37C291E707C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BB3570C-4DC4-C730-7905-01AB0C49B99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590808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1896B7-C370-8593-3E9B-9D2CFC91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B9A8A4-6994-B113-F19E-4EA569D40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4A721E-FAE5-6141-E6DF-F599553EE7D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5A556CD-182D-F05F-3C15-2FE9C006D9B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0E869B-86B8-A4B3-98C3-2C311DB3E18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6845D0D-1CD4-F946-9850-F3D08D74EC0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2DFD45B-CC2A-AC6F-ADB1-6897319413F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8B1414C-4784-D9D6-E2D9-1A5CC6C32252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A15E5437-DFB6-1E9E-BFDD-6006A21CDA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46BED-A9CA-793B-68C7-12B52D7FB37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749A9C-82B3-27C9-D4B1-B38D1F61C5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F3D8F5-BB45-4CCD-0380-44276BE4B30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E7ED4CA-FE86-971A-A80C-8E70A4863F2B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8094003-47CF-6509-088A-7DD44C71CDF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E59C1F-B410-FBDA-24B3-031A07E1CAF7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31F4142-58FD-F47F-B58C-318112988A4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9466ECA-ADDD-BDEC-ADE3-57999EA8426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ABE56E5-5155-8952-4C65-B567E266AA8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185623F-E7C7-8C37-1FAD-C26D50BF56F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DBBD9C3-698D-6191-6FAD-EEC425587235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E6082C4-E7D5-A0AA-CC97-BA7DEF63048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991975D-4B0C-2F8C-6490-E86F86FF9EAB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A52C56F-B85D-CEB6-545E-6E89CAEE16D6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C447BC6-35ED-5A76-E99B-CDD017B014D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8F1B8C8-C607-6DF1-2F98-A554EFE3BEBF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25E1AE4-9571-7592-0880-ACCC093A20DB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C0DC757-3043-39E1-C144-52085219BA9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550C4E-AD32-FD8D-338D-BF1FBD75D67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042A75F-C17B-9486-B806-852723A028D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452AD82-D2D0-72EB-3D04-43782495536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50E48DE-679E-7A9C-43F9-1B8BFFFE14CD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EB887F-11A4-9C31-1D40-7B8E4BF680BD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E6FEED6-D1CD-1705-98C3-15AD143018D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EFB5794-E698-40CE-11C3-35AC7F9C96D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566F2C0-CB49-705E-9A00-B0D61D88755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F39521B-18CA-7DDF-8929-DD4858592EB2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80A78D4-034D-8637-D5BD-517E737F1428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63974E-C059-F184-E8AC-021F31D8342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08DB3E0-B26B-8B07-594B-19C9C54105A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CA1558D-1249-8DA6-1668-8C2339769C7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42DABFA-2841-9338-EECB-2BC4D3BA6D7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81577B-B62D-643C-6896-21DFDADA349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0CED4C1-DB04-769A-F7C8-932CAFB0544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63AD829-B7EE-6950-B415-941FC9F3E81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0F7506-4537-9482-1925-E9175AFDE30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25AE31B-A288-A90F-8A71-FA293BE89A8B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722E1B0-5B5E-4C3E-AC04-BF9C2BF8043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FC1E517-989E-977E-7502-4888592C862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6B75F62-BF45-047F-3A19-44DCCCC3AA1B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38C4DB6-AB89-9ABC-3896-DCB6C555B421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EA98547-F8F4-AFD9-62D5-2C81AF3E9BE5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138BC15-8299-2A9C-0518-F2C4483D101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3B45DAD-026E-8076-E152-46D78A141132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89867CF-2129-82D2-3B18-8D7FEC8D8C8C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8391E02-673C-1EE4-B8D5-D5A0B22E5756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47B147-5DDB-90E9-74AB-85AE20AEEBD8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A59778E-A7B0-8E6D-C5DA-BA2D4FEAEB10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13D74D4-6CB5-26E0-BA1F-6D66A2E2F193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852AC26-1A3F-3562-3D53-80DC537737D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E244DDA6-D55C-8258-A499-371F5727D77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48277FF8-CDD9-5E9F-F5A6-4C34795D8220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97C69D01-C1A5-3415-7DAB-B15B9C581DF4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D521B34-EEDC-9B10-3677-F840A2C333A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4A81687-0C92-75BA-06A9-24764D1175E0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51170DE-B89A-F6C1-506D-0DD75EFB8E50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634013D-589C-DA73-D776-0260E26F3F7F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0ACD0569-261B-C478-2970-60C6042A547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945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769F9-E932-D37E-C017-A745833E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9589E9-4F24-3DCB-9821-760DFFA2CE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420EF-6C89-E374-9208-F58C67B20C9A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7341238-5EFF-37FD-AAF7-6DE773795D5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EA48C9-C04C-63AC-BAD2-649F4738615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E03650A-ADDD-B79C-9EC7-B6B6841A6E5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75047FD-193F-D8B7-22DF-C37D1D32549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3F59F91-AC73-B514-9F81-B2163DF06A0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F3A08D2-195B-B3F0-5E48-22015FC25D6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3DAC4A-D7B7-3520-EAE7-853C6AC255E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E9E69F8-779D-BAA6-379F-FE0A5157386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E7F307D-4E02-6FE5-7D2B-3D407348EBA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2653F9-DA90-C8AE-C767-9712C38503E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41D5E8F6-E1E9-7D7D-9DAC-85F8F5D72D8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4DB6BB-834B-6FE0-B5A4-5EA072C9742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78F5A86-15F3-4EE6-64AF-AE70256B2B7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3050EF0-7FB8-9397-2FDB-51DF3EFA8DAD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D2001DC-4010-CE65-64F7-A17BB567926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9F7F8F-5BFD-DE5F-2331-0141A499F02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B707D5E-3091-E182-F41A-3CEC0266DDEF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AF78C07-F6AD-366B-40C2-B3824C13647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935BD5B-24F2-E09B-C7BC-71B7CFD3F8F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7D2705C-EF04-26B5-13DF-AD46086F6DEC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ADAA5A5-79C0-8E0A-6596-7F08EFCF473F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8609500-C037-17C9-1EAA-314D1EF7162C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02C09E-D23F-6DC5-6A6F-4FF4FD18BCE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40A0D88-2301-815C-4B08-56690BBE82FA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A747C5D-C308-851C-42C6-D294B8E5042D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F85B127-D181-190D-EE36-EFF23BFEF92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CDACCE88-539B-02AE-BFB5-3F898E5B068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E84C847-05A0-49C9-8300-7E04013ED1C0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5FABFB-5745-80BC-104A-E2E807433E0B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58DB41C-568C-A278-680C-68F42F3C301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E465717-5562-A8AF-DFFE-C40D24F1C44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10D6F35-312F-E85D-17E5-23643C855C9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CC213FF-A898-B335-D422-1EF4B662392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8CB0C99-EB93-83D2-1039-F8247F9712E5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7E5DC5-8DBA-5454-00C6-81AB14BA1D9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2255CE-38F0-B049-C393-87C8DA75049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F44FE0-D73E-468E-FC66-FC705E528EE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50D770-AC26-77FB-B11B-586CD363957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1D9041A-739C-3ED0-E0A5-8AB769649D8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C624F96-724A-C784-D129-299E8351D83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8CFE0F2-EC47-B315-4A3D-93BB11F8798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43F9830-E34F-81FD-1E60-4F953902E45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D84229-1801-4BF8-786B-8B39873DFD3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A4E967D-091D-47EA-2738-6556E3954CC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AE3A545-A0BF-8B65-EF0B-2BEC5CF95B8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3ED7ED7-0E86-E6B1-A7AA-710448D3437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3614655-B3F0-71A9-334B-C758628678C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564E03A-7AD5-DA36-FB17-067D4B8384C3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015B7A1-6F56-7C3D-0C23-3EF30E02A0C3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24FC197-5028-D418-09A7-AB92430E5E58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7624A85-34A0-2454-FC41-500F41DA12D3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E280ADB-2DC0-DFF6-53A2-108DD8A66C9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5F44940-EE48-5F2E-9691-D75A4440389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4359F1C-F1F7-2E3D-C7A6-BA63CBD5F96D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68D37F6-ECE7-1D45-5003-CE8FEEA0D07D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5FDB51B1-116F-28DE-D875-FBB1366FA2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32417211-6387-B79B-6471-9F93721B500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C26CF19-D3EE-4CAA-D2EB-DD8EDD98C1BC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B2533FF-AD16-08E4-203A-76FE68B68F01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A66B231-249D-37A9-D38E-07CBFE36352F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56AA622E-6BA2-9644-8378-1637254E369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5CB2A43-78CB-C4EF-4054-6A8C2840736B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84EA55FD-F903-C88D-C8A7-E5397503432F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4DF2924-2F43-6B98-91BE-680177018B0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716214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541B11-E98E-9E75-016D-05118ACD7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791037C-23EE-8319-DE1C-4B01EF3F7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001F3D-4497-F5E3-CC3A-807AAF394EB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8B04746-EC7E-94D4-B91E-3D5BAD05D77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9304ED-318D-9557-6634-4EF4F790951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3EE59DA-6A3C-80C2-AE68-0DD61CDDD07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5D26860-66F5-FC96-EC0D-9BC2A772F11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45F5BD3-98A8-A522-3BD6-B64FAB160F8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72DA8D6-23AB-9690-A60A-848669311EB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62DC81C-367D-01A8-D937-10B7A140AD1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FBA12B-ECDB-F6DB-842D-E3D19A979E5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F35DB6E-C969-3866-E106-58C6727C659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A88D4B-AE63-F3D5-D36A-38732B833E8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395B604-C212-6CD3-9000-53F70725662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693280-E4A3-B770-F4BF-39D07E7482B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3434C8-F00D-F709-932F-4BC25F0E11B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02F9AA5-FE4A-4180-8F64-ED9D52A810DA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A8B87FE-4B60-885F-D6DE-0AB632A8E1DD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CF5D786-2E90-E7E8-202A-7E9C1D1F128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5E8B84D-4D52-A67D-69BF-A639FE6A16E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DF23BBBC-7970-9AF8-D3BE-A86C2A33229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1BC9DED-3C3A-E79D-83D5-680871DFAD1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8D60B284-1DCF-FED0-37EE-8B0B6A852679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BCE0D43-7980-B186-0417-19C5540ECA2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D9957C1-31EF-8139-06D9-EE6CBAA4CBD3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4CD67B1-8F4B-8F2F-B04F-028193E5D20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2D10734-7164-6542-F2B4-45BAD75A422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71752FF-AF6F-F3C4-391A-E946592B452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D7478CA-228C-0339-18DF-08FD107312F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3ACD0D1-7BB2-1463-34BB-5C96B26D315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7021721-5047-DF72-8EE3-328634FD4F9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C199247-DAC0-AAF1-6033-B8CBB42A75B6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0AC7AA2-6F72-1A67-09E5-EC2A960E79B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0AAD79F-4D10-FDE7-CDA9-CC6F56033D1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53AFF74-18CF-1692-C605-14F093594BF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CE23D80-4999-33F5-9D17-DAA0BD16BDE4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6F02B41-5E5B-5D1E-11AE-B79462B00925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12C337-A329-AD74-703E-7FC78D44005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D06F49-EF27-004F-B69F-83442EF42C1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B18A3B1-AEDB-721D-BFD9-8D18C639DDE2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D891CCB-080A-94E7-3629-2FF9612AEDA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F7D455C-2DFD-9292-2C19-6A87004959D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3AC2C48-831A-97EB-79CD-46566EFFFE59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FC6ECE0-42FB-4C57-8BBD-D7A040F3981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3C35C3D-3225-D444-D953-4BC4AEA9FAD5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B4DFF4-E185-788B-855E-91104AED58B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744473-DBDB-9BA6-D28C-F172F7CE934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481571C-0457-24A4-AEB3-2F2E05DE471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F5106DC-5C92-F6FC-9E42-C0E1CE6C965F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3E618AE-79D1-EA81-ABB0-762B08996CD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20F4C8B-F231-614E-DA35-A667C8C28746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3E8E4D-544B-43A5-F39E-6A2875F1213D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269C5FF-340E-A00B-E648-A6A56CABD39F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FC41570-89CE-E952-DE7C-2EEE9662731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2DA73EB-455A-6C6E-78E1-0F8139646D88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27F98CB-6431-29EE-D9B5-A6E3807EF122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61D4D48-DD43-E0A2-3B60-F2E0BB44BA8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EDAEB1F-359E-3CB2-47CC-DE832CB3AF4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1023E32F-9E27-BA49-6FA2-01B1A1F5CC0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EF25089-F9F2-3FEA-9541-FD4A5AA2D56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619663C4-0413-DF08-959E-53E465063B4A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AD2876E8-4535-7C0D-063F-99F138E7ABB4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EB83101-336A-0A0B-4673-63855DA1601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5864889C-AA42-4802-335F-5599450E64AB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F3DA8EB-02ED-E814-6569-D0879514822A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16DCE01B-8335-2669-C063-FF5A3EA0533B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B797548-A69A-EB64-51E1-4AD4A985E370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1659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4729A8-D83D-86D5-398C-3C05CAB3C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9C5114-8424-AB5B-C97F-444E65C12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1BCE4-F888-3CEE-AECB-A73DD969065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60D27D3-B42F-2A87-4F09-CEE858F70981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8276166-A5EA-FBDF-2DFE-E737BF250E7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E9C5FFA-2C4E-1D62-22D7-69D0E615FAA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D81B5A0-7446-F599-1E36-385E3E844DB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577A5B0-65DF-2165-1E9E-B1CC34067C8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7DFBC62-D68B-889F-033A-77EB1409B722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8AB8207-A75E-7AB0-C4F1-47776999624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F79EF0-427B-1E43-432C-F87E6F4D3551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0E3CF92-816F-2BED-10F7-2A834A2433D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358061-2964-5527-A385-85964BAECD33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7CF5C39-117B-8C6D-EAA4-1B8821BA2399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47C409-DB1A-7BF9-7B19-463999E5BDB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24A4F93-B5E9-DF36-892E-166D1E2429C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51A088C-A66F-0F16-37F1-62032AE3BF5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3001B8E-4CF3-001D-58B4-16C61E1715B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85B9346-D7EE-3F46-994E-D3476FE0C04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900D241-C1D9-C759-59CA-23D7E4120C10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4FBC636-8DBD-41BF-03EF-2346DA0C811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1014B84-81B9-3C96-59E5-9462741EDBE6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3444DB2E-940E-CACC-C963-F8C4C66D1308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AF1C97B-F7ED-9F6F-1809-4FC75DE856A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7CAC9C5F-895A-ED10-DFC7-88F9D8C35CC4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4C762A2-8D56-F95C-CFC6-DB818F03128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E1FCB3F-89B8-7CC8-FE88-2ACE865FECC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2861841-7E0B-FE56-5F0D-47022A741B18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733C1FF-2C1E-C6DF-5952-E08BC9601F1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DB3EEBB-988F-6381-FFB8-5240B1A08C9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5CBC1F1-A879-4818-4943-2A776EE76AB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09C8D98-2276-AAD8-B57B-05E9F7C50CE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C0D62F9-61B3-D953-1E2D-82881121F07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F67A826-9BE3-35D2-ED55-95FB0D5BA00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DA010B1-32C1-6F70-A360-10320A9DBEF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006255D-BCB0-53AE-9119-A6C2DC184D33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54A7197-B99B-76EE-695B-DD373283C94F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D36F50B-6135-9B57-C96D-A38A21827C7F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E9AD63-97D1-D6BA-E721-108DA0305F0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53A451D-AE69-8D8B-F7AF-FC89987D59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281ABC-514F-9AD9-6484-70E2E18F993F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3907D0-405B-21AA-F23B-9883DDD3C39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6C0B7C2-0703-7A2D-D4C3-A23A5842BB1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4EC30E9-D69F-1F70-EC1B-A001FF93389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44D49D-FA43-150B-03D3-C912F9F8C4A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2560500-54FF-B9D5-99BA-9F8F9A12ECA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ED4C3DC-E427-7E7E-93C0-F93D6E58678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375B59-02C3-AC74-68BF-780F16B11910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759191F-DE99-B21E-2EB9-956EA6B398BD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4F258F3-D8CC-D65A-440C-8361314DA5B7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957163-C62E-772C-ED87-CD4420061B8B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82E03D8-4B19-A8BD-1DAE-D23AF4080F8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7084713-DEAD-0D6D-4B82-26C79853AF6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F5E499E-9210-2F29-883C-D59694E7168D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C6B476B-535E-ABE4-547F-E763C737FE8A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4B5B64A-2B20-2282-882A-31F338FCB03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A3B7D03-956E-5205-DC32-F4BCB5F1F96A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FD9179E-0299-96BB-D632-65C70FBB04F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E5B8D19-FC04-A1B9-33D6-CB862F27396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DE0BB05-0C40-695E-7F95-6896D675CBD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5B42893B-6A01-3291-A08E-7B025DAD12C2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EC314FF-5E43-6AFC-4143-677A807749C0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FD7A3F4-146C-65DE-CF51-2FDC24E69CD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27A532B-8766-7D39-AB14-B9E295AE584C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B73D9BEF-D019-B05C-FBB8-D3B640FF9F17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2C7CA491-8871-8F1E-4DA4-149AC80D066A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C10ECBB-54CF-64C4-82C2-D019BE8FEDDF}"/>
              </a:ext>
            </a:extLst>
          </p:cNvPr>
          <p:cNvSpPr/>
          <p:nvPr/>
        </p:nvSpPr>
        <p:spPr>
          <a:xfrm>
            <a:off x="10562178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31506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FCD490-D170-EB50-7175-6A1285E6A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032C30-BAF2-819F-9933-A4F57DAD0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99DA2-FF67-3786-CE87-938BD93B039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2E1B05E-4C11-9EAE-BB3B-7FE82830C9F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9150B5-1E82-AB04-DDD6-5B443DB4583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34D14ED4-31A5-E4F9-B0BB-7BB460394E6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AF19774-A263-D3A5-C7BC-558CAEDEC7F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02CFD37-8F8D-8474-B116-A35A5C179B7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0C6D571-3CF1-DD86-885E-C88236546745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31380F-4EA3-7EE3-7ACA-1FB06DD09A3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507159B-2F99-F393-DD34-0381D1B56CD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5A698B61-0D1B-03F5-3A73-ACE7EB9A766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9AB95FC-BD2E-C1DD-76FB-AFCC0CBFD20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BB9CE6F-74C4-CA4C-3C16-E6F750EEE62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8743A3-4567-0D9E-8AB3-BBD60B1872A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399295A-C561-1CE0-CFBD-AC2BD55FD7CD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84D11C8-9E7E-88D9-7A6A-BAE8DAF38EDB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057304D-566E-0A9B-E1EA-64E4A3E783AA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0ECA786-0735-4DC1-AAC2-FAE29AFD9FE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9D9F196-307E-272C-959F-405806B9AC1E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B55DE3A-3BED-8531-1784-CB273CD53108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CA16508E-74E9-717F-6F60-1B0A72BF9F11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A96F10DB-CF96-C735-63AE-06AE5806FED1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21964ADA-CF59-2161-AEAF-B8DEE341BBB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4B294C9-8AD7-D3FD-332F-73A534A438F8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4C7F39D-19E7-785B-50DD-A1614307887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51A73A1-F0C7-DFB4-7B91-28B8F1167AC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9685445-0508-DFE8-C96A-FF088EF8D89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1E87DB4-02E6-6E47-DB6D-6A538DF2837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5AAC1F7-F966-8BC9-DFFE-7CFE2497110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36D32A3-4165-EE2A-B776-32BB3AB4D5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F72062C-E5CF-8BA4-9D2B-D6B31CF76A35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ECCB09E-8753-BCF2-EBBB-EE21468737D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28FEE5-DC99-2EDD-C5C8-14C22DBC2D6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0284C08-9783-B478-604C-B5E65725F29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2B8EE8C-B875-E9FB-A952-F154CA0E906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2B88CF7-9627-2AC0-6FBA-F6AA7FAB560D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C42CC25-3A32-70A2-1260-4FD3A11A7D9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922E6-658A-C5FC-F293-AE57F9D4443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1C79EE9-499D-3DD5-2D98-A8CD409CF06A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78C969-2AB5-5249-5130-579D86C0457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F3A28B0-9D77-1115-A1C8-81EB4C0973C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3AE8257-B63B-B7C4-CBE8-F606529B201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0B4809F-0550-100E-F2D4-26D6A61D287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33001E-027F-094F-2224-B45FFE463D4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9701CB0-11D9-424F-B6DC-2FBB2DFB4AC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A831DD-731D-C8B6-0189-C3B7FD36299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50B4DEA-F416-A717-2B65-5377192AD14E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167F19C-E33F-9B9A-8066-6E4D2BF7E09E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882829-E4D0-2BC4-A45F-A8C58493E40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AE98B0-832C-DBA4-18B6-098BC34E936F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713C65E-0A9E-2E20-25EC-9848D3CCBC6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F344078-88F2-F6CE-200E-08E22908AC60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BFB5FE8-D90A-1A65-FD0A-E2CFDE58D04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24C55C0-1D17-E5BF-C4EF-F10AD4686116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E8C7225-6AD2-01A2-EB93-0BC691C41FB1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6659DF7-9F26-EA7E-5D9F-4D8FF45F0191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4865BD-0903-2070-20A9-5CE76CC87F06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2A9132D-4D63-7A1C-7640-756094FF275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73F0AD3-2B4D-13D1-A0FA-B2FD5CB8D1C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411ED8F-3CFF-F70C-5D68-D29479C2FCED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E0D1B471-FF26-F3FB-2F10-F8A86DE90CEF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9000AE4-EF53-B237-BEA5-78EB1A833E96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26823D2E-B287-2FB6-14CA-531E884E032B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B065BB70-AD77-9089-87E4-BDAC1DD63596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A3C9CFE6-4C9F-1B21-958D-4B8F1964D88F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694FBED-3382-E914-695F-58A4DD7DBD9F}"/>
              </a:ext>
            </a:extLst>
          </p:cNvPr>
          <p:cNvSpPr/>
          <p:nvPr/>
        </p:nvSpPr>
        <p:spPr>
          <a:xfrm>
            <a:off x="12320708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6049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ADBA3A-77B3-DE86-FC57-D780DE168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CA7703-EA74-D192-5D84-273354EAB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A87A47-6377-7D98-BD53-DF88A6D2616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5DB1463-720D-710E-5631-EB160B11635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612BF5-8E69-ABC6-D36D-36ED4B678D0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D3D8B1A-6F43-A518-7795-942AFA1CA60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69F99B2-093D-E448-CF70-20BA6EBCB69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1BC0308-2170-03D4-7BCF-471E3C32F11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5660B6E-C86D-E614-CF91-2DEB3A9A79E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03FED0-BBA8-8900-27A9-6CBC2F93961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13D6930-5F01-7C0F-082C-05F343AEDE7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A6CE3A6-2170-1019-02B3-81A400FFC85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824BF15-45CF-1411-2CD9-17A73F3F809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143EC83-35D1-8A1B-CC5E-1DCDF09B8F91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8FBFFE-0802-3E78-9C0B-5D55050DC69E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E64FDA-5D70-48E5-0B19-711A1E2039B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82C742C-2F72-5750-438A-F741544C73FB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41E48EF-6E1F-81AA-B9F9-5391A0ACC69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C5AD48-C9D9-4CF8-3B16-DFC0B59FF110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ED04BA1-AB80-AA83-DF96-E96E41157E46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4AC1CDB-05C0-A198-DC58-3E8C629CDEA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381603B-FBCC-C780-12C2-4320B86845C4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CBF5CC47-6865-754B-A4BC-1FC9470035C2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703F034-E3CC-AD49-A328-5E910AAD99E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906341C9-EA70-F7C5-07EE-EFA31DADBD67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1C9C750-E70F-50BE-E0E2-199632BA793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BA31DAC-651C-593C-1847-60014F63EF7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6CFB23E-E0E6-36CF-F51F-E48D2390DC5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4A118B6-2A87-069F-4332-0FEDFEA27268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82DCBEA-7BC6-CA58-4B35-ADBACD4021C6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DF8A80D-9FBD-798B-BE4C-A37C7D5DDE5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33689B7-BCDC-C52F-9429-992DE803D5A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66A5446-2146-0375-F7E6-2BC019F9D28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673E5CC-D8EF-8895-3BA6-AE577AC8780B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8FAD290-690E-ECC4-3D08-D8A7F2BDCF2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FCEDD3DD-2F44-BCD1-3A71-1D8B359A8795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10EAE587-CE5D-730B-74E0-68A94497F609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74BCC9-BBF4-FA6E-12D9-36F386E5CD0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06B8D0A-6AF0-B0BE-94F4-0A35F0ED9C0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70D2BF9-6EB7-9BD6-AC65-F79D4714441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B03F4C-4844-34D8-F3D5-6C4670CCAB1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F54295A-05A7-D78D-AC55-185FC1697B4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5288DF3-27BB-C893-4A45-26BB79FD292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0A86161-E9E7-BD37-1B89-A41DE44774B2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DC065CE-43CF-F370-D30B-1D1EA858E94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D5F7583-83F4-570A-C7B0-67E762611E57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DDFABA-9B2F-F849-03B4-3BD6A3D2911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6454371-6DE4-5C81-416B-9A48B409011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5A8830-A586-E614-F4EA-E7D53D0EBD2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6F96288-0F6D-6A6A-F259-03330958C28F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A8BFAE1-725C-C2FC-7059-0AA92ACC1354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227316-2FCE-42E0-BDD8-E58A41BF1C9E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389F72B-9178-0FB6-2DB2-C2B61C55DD84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F534A25-FC84-4493-D4D5-0E97A1CB409B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CD60EAF-82E4-A447-4D02-F1E1660D4D80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C562950-29AC-E3E7-6F52-5C12ABB9CBC7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0991403-A9B8-AFA1-880B-D0E6D6CB33EB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2885417-EF56-083A-6844-F5F81BCF14FC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DFF3485-46B9-EE71-48A0-6D97B093C35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DD92C93-6599-06A9-B02B-A0FA20E1E8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69B9CDA4-5C49-75D9-94A3-42C86BCC9214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66AA522-A417-2078-EA4F-04A33A8FA56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00686B8-A679-F1FF-1033-67CAD4E75115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91B3894D-6EF9-92AB-BD93-D73C0A86C7FE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E12EF5C-F890-5987-963E-D90354A13CED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0213E34-2809-D610-EBAB-20457C77DC9A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83E3A85-C42C-1D1B-CEC3-80E61161974A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199682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75F14B-95DB-6782-F3EE-C73BDDB0D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7CCF8D-278C-DE00-CBB7-A6066A426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A92A29-4330-89EB-76FB-EF450440A55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6945903-537A-FFF7-CE14-4CE7BDE0722F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82D251-EF76-E6C6-011C-FF4CBB83645E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CC5DEC8-8E02-2A01-48AF-C8F23C9CAC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1674AC6-6740-7781-700C-07B5D5BB0E1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FAE34B6-5975-549B-869F-ECDCE55DF6B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6965579-02DE-B1FC-864C-2846CEC3A419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604542-5E46-8A93-EB50-EA24B21EBD3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9F7BA34-CB2C-355D-C166-0CC95CAF0C1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583D365-1CD9-FCA7-FDB1-50161DD4DF1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B700A00-A97B-DB5E-9C65-AD678500924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09B92EF-67A3-A4DE-917B-77021C910B0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DB62A2-A81A-CE71-C4A5-74DE48AFE786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959736C-EDD2-0167-9716-2D3619DC301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8E9E713-C926-E32E-AA73-ADDDCA9B37E4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98DCFBA-8CAC-8AFA-1159-2470F11DC983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202DF7B-EDCE-BC10-D78A-B84A8633D6C8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5D74F66-91C2-74AE-A0AF-2BDE1AD8A94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FD2420E-6AA8-89ED-F868-441D31C684B4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3DF8147-71BF-4912-B60D-F6C8E43826D7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2B155B4-DB41-AACD-F017-5BEC6472C362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18D48B8-3864-6380-78B7-231E8641C49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4C8BCAA-E51A-28BD-131E-9BC4B30C311B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A3F074-E784-C75F-8049-7B5A4227FC1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8733613-4208-3216-59A2-7276DD433FA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3E81381-7064-8B76-0BD7-6A838184683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93A1BA2-D7A7-6937-5DBC-E868E554E4DC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B1EF3D6-760F-9AE6-E76A-E99810D6378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7210011-F684-3F67-B065-7BAC4F9C5FF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0B93447-4AE4-306E-A30A-DE6C9302B508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D6A6C24-145D-A5E4-5A5D-C786283EAD87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5B1F32-B4FC-5BF0-80AD-3DED72F9563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A16EF04-5422-DA47-8793-D9DD97D18E3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5CA2DA4-383A-3697-484B-2360FE0978A9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BBBCBBD-7DD7-063A-8C12-E2E25A7A5757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7F0B483-320D-6AFB-2385-270B21888A8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6C1D93-5C74-FE6E-436A-E055822A9A8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A39FEF-C5BB-EDCC-D5CC-4FA8D4E7522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12FB609-B94A-DB46-6EA3-DA278C7356F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A9168F-1DCA-853A-82B2-02F35816260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E1C9D45-6C01-B981-5ADB-17B13CA2B693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49D6037-E509-ECCE-0ACD-9D784D29D51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83938C6-8C19-2657-FC86-70B2BD15A6CB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55D9AFF-4EE0-EA15-3BF9-BB5B4BA868E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B2DE88-8B32-D022-6E61-59510FDA8F6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9EEB295-7CC0-2CF4-188E-6BF3737E525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9679E97-E7A3-EF59-BEF6-9CCB32C98A8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FAF3DF-11AE-973A-CCA7-F50CCD75045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A00BD19-2EA9-4CC1-3220-E8E212710E99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4856A7D-3F1A-4CA4-BF4A-4C5641159E38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F8F9E9B-2326-8072-D2EB-E9B1BB5C2292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933FA30-4AFA-8303-84D3-CA941DDC3015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BEEA2F3-66EE-8697-B4D4-A5AE809A351D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BB32F5F-22D7-0B66-36F1-0820D95FA25C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BFF76EC-DD3F-E669-5F3A-310F949680F6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3D15617-25B9-8F77-8E0B-6E0F2A6D245A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72F1C522-40A5-8927-2AD0-6AF52D80880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F468E00-6092-6941-23C4-2E256E9D96D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BCF474C-2CF7-316B-081D-703AA0005E89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5D8ABB3-76EE-6FD7-41B6-A91483E1AF79}"/>
              </a:ext>
            </a:extLst>
          </p:cNvPr>
          <p:cNvSpPr/>
          <p:nvPr/>
        </p:nvSpPr>
        <p:spPr>
          <a:xfrm>
            <a:off x="12338252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9126EBF-E1F4-BA96-F5B2-D573554EF8F3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FF85D174-31C0-0A69-F878-0B78AE26D63B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61A635DB-7B2D-177A-81AF-F34A4E56023D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1AE773D-F06F-43BE-4E32-6C0DD19F26A0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7386D72-550C-D808-5F00-A9648657C3E1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9185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1B1D14-AD43-53C3-5829-03E056FC9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F20424-FCD3-3A31-E384-E5B49330DA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E24C0-8944-958F-8BAD-1A6585C0E6A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286FC36-558D-63A3-8DC8-6249F92B19F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8F1A58-DE23-0538-8B39-FCBC2CF0E5B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5C265B3-B081-AE21-64AB-9286CAA03AB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CDB2019-5187-D8F2-1E9A-169981E0246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6DD1D7BF-50F0-C683-1796-52B8BE0CF0E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A43CE53-86BD-DF89-2CC9-57EE07AF182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241E43-E29F-FD6A-7E15-D60E63C2216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11C8F4-6BAD-14C9-BD5F-81025D28EB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B5877B8-7DC0-9D13-3D63-D9F2CDA89C66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07B26A-99A8-90A8-545D-E2E222D5F0E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2866115-D383-5BC3-D6AF-50604C38295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DB0667-B5B8-5273-917A-DE98C7D2062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D84F27-8801-1622-796B-483B49B0006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820FE87-8180-C0BF-6010-8F8C1E4D680C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D2EF08B-396A-B40B-75D2-49739948814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DD412AF-3499-DF5D-0B31-A992CBF24F33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1E5F7F2-E73F-05E6-EA8C-0913A333DA8F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102148D-5667-EB13-2E43-E130E612A2D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C163425-73DA-F090-836E-424C98B7F6A2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0F802C0-0425-B849-420F-57DC471E57F5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BA4D8C3-F65D-89D4-2FC3-E40E2755D7B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302DBAD-3535-FEB2-0A9A-C48681F495B8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681E6D5-3C88-EA62-EC7A-295B2E17E6F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A3C97D8-564D-E5F1-5F35-4106542925A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70A054C-BC3B-6581-D485-253D1631AF6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AE7B0DE-C9D5-F220-9BA9-1AE44E75036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0164FE9-6CBB-CA8F-0080-EC71E153209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9E4B7CC-2D9F-73FF-70F1-6BCC3011AC3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E5D4E9-59AB-A746-15AA-4D681A4AA03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EA7E01B-42E7-AFAC-51EE-1A766C055DD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83E1F10-7B50-E368-579B-0ECBE9691E0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095BE72-C6DC-0A08-A016-7499853CBE2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61682B2-EB55-8097-6B4E-CBD1EF1ADFB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B3AFFD3-C088-1F5E-5A7C-F63B23C81143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DF9C00-FD67-3740-ECE5-AAD161AAA9FD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EE5358-7BD9-00C4-AC18-D6D827F7D0A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24DEFFC-CBA9-1BE3-F9EE-3554C48496B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91F0E41-9491-0D67-B759-7A5763FF57F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1C56CED-F3A5-9A06-B6F6-36E9FD49F20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D3B3FB8-7B5E-F14B-803D-95DA7E9AA6F0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0C946FB-1D3C-55D6-C704-C348D56385C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9DEB7B8-B829-72B8-649F-F525615A42E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C3574F6-9A74-4A9E-10BE-0159AC5D1F4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6B2F87-EFBB-BA4C-0A9A-6703F35A851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C5AB744-885F-9474-E5E3-991C60B792D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FD7785E-2B5D-5E12-7956-354FC2DC60E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9A3D70E-1922-9AA4-4879-1107AD3E139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FCAE421-F65F-003B-CE35-E5F16A7E05CA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E128AB1-82FA-2EEC-8E45-3368B37DB22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1CDDF43-79DB-63C8-96AC-166147C1ACBD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7D69C77-7EC0-FC4C-C466-999C0755F595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8E842D9-1032-EDAD-5696-54D0B702417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4646097-2754-A6E0-7C3C-592B52376B9F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FAEADBE-8D70-8352-4667-73584CE81178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9483372-55D6-57D7-4C13-BFE5FC9E4E4C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8356151-8F35-C979-4BF8-EB5F08B7E797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975D358-42CA-8F48-F2FF-E356F56106B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78E95A5-2E3B-FF38-98C7-985AEA9DDDDC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0BBA5AC-364C-2A78-1C49-A47B7C6BC7C6}"/>
              </a:ext>
            </a:extLst>
          </p:cNvPr>
          <p:cNvSpPr/>
          <p:nvPr/>
        </p:nvSpPr>
        <p:spPr>
          <a:xfrm>
            <a:off x="12338252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941AA92-5535-A02C-DF63-8B5B22C2FC3F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C894E20-127C-427A-E907-63AF3E283E5D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7DDD090-32C1-7CA2-CBF5-F6A9D45203DE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505E7CCA-E6F7-7BCC-307B-2F5C082F4DB8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B797C63-E64B-CD9C-ED18-93F119A85200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6C6B9D-E44D-0F2B-CF19-1A976A2EF753}"/>
              </a:ext>
            </a:extLst>
          </p:cNvPr>
          <p:cNvSpPr/>
          <p:nvPr/>
        </p:nvSpPr>
        <p:spPr>
          <a:xfrm>
            <a:off x="1127704" y="5593335"/>
            <a:ext cx="8395944" cy="126466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3082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B5D3C-FA8C-24E1-26C6-C0EBFFC97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AE18C2A-2BE9-39EF-B759-381A53121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4EDDAA5E-98CD-CAB2-F120-EE4996E644F6}"/>
              </a:ext>
            </a:extLst>
          </p:cNvPr>
          <p:cNvSpPr/>
          <p:nvPr/>
        </p:nvSpPr>
        <p:spPr>
          <a:xfrm>
            <a:off x="2216438" y="6970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5E651C8-BFC2-4BE2-2D38-9D7E67ABD522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671DEE43-98C4-F596-80DB-9B5034169B8F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52CA82D4-E4C6-F3B1-0416-FBB8DE93E4F6}"/>
              </a:ext>
            </a:extLst>
          </p:cNvPr>
          <p:cNvSpPr/>
          <p:nvPr/>
        </p:nvSpPr>
        <p:spPr>
          <a:xfrm>
            <a:off x="295433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44288902-D90A-71A3-1B66-4248E35FB39D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0A5F582-C76D-C231-1399-5B2EC270EB8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5822201-D84E-BE8B-2288-177977380023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2F58F5C4-9E02-B149-14CD-564A205A0A85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3EA3C8B-C23D-F706-2D53-C71F55CF0E86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CAEC5D6-9899-BE98-0279-D6B37B236E17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8E67ADA3-4A0C-EF39-8304-39C2544143F2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72ABEA18-0AED-7660-1C27-49FEA80945F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ECDF3EA6-EAFF-E40E-C314-0CEF12E71DA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9965341-BB77-BE1D-B3DB-4BCB48BC02D8}"/>
              </a:ext>
            </a:extLst>
          </p:cNvPr>
          <p:cNvCxnSpPr>
            <a:cxnSpLocks/>
            <a:endCxn id="214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F6FC2314-D7B1-9507-51C3-8868883ED36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21B9228A-B2FC-0094-86B8-F276EB283D9D}"/>
              </a:ext>
            </a:extLst>
          </p:cNvPr>
          <p:cNvCxnSpPr>
            <a:cxnSpLocks/>
            <a:stCxn id="217" idx="2"/>
            <a:endCxn id="214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Oval 218">
            <a:extLst>
              <a:ext uri="{FF2B5EF4-FFF2-40B4-BE49-F238E27FC236}">
                <a16:creationId xmlns:a16="http://schemas.microsoft.com/office/drawing/2014/main" id="{CEB16619-0642-853F-C566-32ECCE20974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0A89BB57-C465-0AB4-3807-6271A0C99998}"/>
              </a:ext>
            </a:extLst>
          </p:cNvPr>
          <p:cNvCxnSpPr>
            <a:cxnSpLocks/>
            <a:stCxn id="217" idx="5"/>
            <a:endCxn id="215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B9D2BBF4-3F49-3230-7B4D-3EDE7E558756}"/>
              </a:ext>
            </a:extLst>
          </p:cNvPr>
          <p:cNvCxnSpPr>
            <a:cxnSpLocks/>
            <a:stCxn id="219" idx="2"/>
            <a:endCxn id="21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794A42EA-3D62-9EBE-BB3F-0EBFC6B640D5}"/>
              </a:ext>
            </a:extLst>
          </p:cNvPr>
          <p:cNvCxnSpPr>
            <a:cxnSpLocks/>
            <a:stCxn id="21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Oval 222">
            <a:extLst>
              <a:ext uri="{FF2B5EF4-FFF2-40B4-BE49-F238E27FC236}">
                <a16:creationId xmlns:a16="http://schemas.microsoft.com/office/drawing/2014/main" id="{986D4649-A4B1-0491-5D00-C5C294A0CC72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2377A2BD-6F72-67C4-52B6-73C9D30D60A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77F4CBF4-7768-7253-B2CD-4A1ABACF07DC}"/>
              </a:ext>
            </a:extLst>
          </p:cNvPr>
          <p:cNvCxnSpPr>
            <a:cxnSpLocks/>
            <a:stCxn id="224" idx="2"/>
            <a:endCxn id="21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6BC01944-5D8D-FBB7-B03E-FF91549B7A87}"/>
              </a:ext>
            </a:extLst>
          </p:cNvPr>
          <p:cNvCxnSpPr>
            <a:cxnSpLocks/>
            <a:stCxn id="224" idx="3"/>
            <a:endCxn id="215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312CD80-A4B7-8659-7A44-48514FC8876D}"/>
              </a:ext>
            </a:extLst>
          </p:cNvPr>
          <p:cNvCxnSpPr>
            <a:cxnSpLocks/>
            <a:stCxn id="215" idx="3"/>
            <a:endCxn id="22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Oval 227">
            <a:extLst>
              <a:ext uri="{FF2B5EF4-FFF2-40B4-BE49-F238E27FC236}">
                <a16:creationId xmlns:a16="http://schemas.microsoft.com/office/drawing/2014/main" id="{E8E3EE83-D4A4-E62D-F27D-787C886B1C9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E343306B-5DD1-E117-63AE-22CF0DA0996B}"/>
              </a:ext>
            </a:extLst>
          </p:cNvPr>
          <p:cNvCxnSpPr>
            <a:cxnSpLocks/>
            <a:stCxn id="22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8924ED0-AAC8-806D-034E-1CBC85FBA0C1}"/>
              </a:ext>
            </a:extLst>
          </p:cNvPr>
          <p:cNvCxnSpPr>
            <a:cxnSpLocks/>
            <a:stCxn id="228" idx="0"/>
            <a:endCxn id="22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>
            <a:extLst>
              <a:ext uri="{FF2B5EF4-FFF2-40B4-BE49-F238E27FC236}">
                <a16:creationId xmlns:a16="http://schemas.microsoft.com/office/drawing/2014/main" id="{40DFCA79-513C-724E-A50B-4724873314C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CB08EBA9-8C01-947D-3D57-66BB7A6DC8ED}"/>
              </a:ext>
            </a:extLst>
          </p:cNvPr>
          <p:cNvCxnSpPr>
            <a:cxnSpLocks/>
            <a:stCxn id="231" idx="2"/>
            <a:endCxn id="22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FFBB2AE0-3FCC-FE2E-FE5A-8EB8A5CD38F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D72B086-393C-EFE5-86E9-5A300987BFFD}"/>
              </a:ext>
            </a:extLst>
          </p:cNvPr>
          <p:cNvCxnSpPr>
            <a:cxnSpLocks/>
            <a:stCxn id="231" idx="7"/>
            <a:endCxn id="22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5D049A5-8FB7-C3BE-9049-269E4B96AF04}"/>
              </a:ext>
            </a:extLst>
          </p:cNvPr>
          <p:cNvCxnSpPr>
            <a:cxnSpLocks/>
            <a:stCxn id="231" idx="5"/>
            <a:endCxn id="23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B5B7E506-C6A6-8CC7-9DC5-E2BFEF3859C7}"/>
              </a:ext>
            </a:extLst>
          </p:cNvPr>
          <p:cNvCxnSpPr>
            <a:cxnSpLocks/>
            <a:stCxn id="233" idx="2"/>
            <a:endCxn id="22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Oval 236">
            <a:extLst>
              <a:ext uri="{FF2B5EF4-FFF2-40B4-BE49-F238E27FC236}">
                <a16:creationId xmlns:a16="http://schemas.microsoft.com/office/drawing/2014/main" id="{62CE5E5C-002B-9EC8-D17A-CFDA7BA8D682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CBAE8D4E-2341-AEC0-926A-11FF8701527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741A6E9F-C975-AFE0-177F-BD4C9A52047F}"/>
              </a:ext>
            </a:extLst>
          </p:cNvPr>
          <p:cNvCxnSpPr>
            <a:cxnSpLocks/>
            <a:stCxn id="237" idx="4"/>
            <a:endCxn id="23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78418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0CF8E-B068-6667-92E0-443DE7B0A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5697E09-9EBB-47DE-2482-D8B8EC8C9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8188BEA4-53FD-62F8-7E22-3549C909724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E417F4C1-ABC5-502C-381E-D85BC984E618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734976DD-78CC-E859-078F-E3177898FC20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9976A47-3285-23C3-34EA-171E99DF6625}"/>
              </a:ext>
            </a:extLst>
          </p:cNvPr>
          <p:cNvSpPr/>
          <p:nvPr/>
        </p:nvSpPr>
        <p:spPr>
          <a:xfrm>
            <a:off x="295433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FB30D12-543E-4A15-CBCE-3952BDF8D0D0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82173CD-DB1E-CF70-5A47-85E186E5755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190F691-CB48-B372-8608-77432B88978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5F7F935-77FA-F12A-C63A-D870E7408FCA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50D53905-E633-6BF3-502B-C708BF885A80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DDB2815-8DB4-1B8A-C692-F72072AF673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A90EF14-5837-4611-5DFE-1B0EA2FE743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47FD6F4-22BE-F8D1-4FBE-A3BDDE0F7BA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0953AF-2C2E-60CC-BA9E-00105E98924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AE3B37-4620-2087-1059-B02A0D66AB94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22CCA5E-214F-2886-E406-6F2A89499D2B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2A6E08-D7C5-4DF6-8487-278A4CADC2BE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9D2F0EC4-7C3A-2E59-BAC9-81B8ADC05024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4E79566-61EC-E4FB-2EB2-842ECC2AE6A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5C99D5-A03E-466C-BA99-076A7022E718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2E1092-4800-2CB5-6EF5-22F000387483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3226DED-8B57-FD12-5D9D-5B8B0874C0A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E02276-3627-E817-0D45-5EBD779DC83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E15FE7-A248-BA5E-D081-16A35504F8AB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533921-8789-86AA-277D-8AADA9921318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9879B-F4B5-CD20-83B5-E6B8AF9B2B26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98544D1A-1877-6803-9CFA-6B61B40706EF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F50A499-C8F7-F5C3-2327-ED05D8D7FE44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9367045-7C8C-E3AF-541C-125DA42B1740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C81B56C3-712C-9823-2048-77629530E5B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24B7F9-9BC0-321C-E864-3ED4E33F9DD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4843AF-D15B-3C03-5D27-D74D28ECC31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55DA16F-4D59-B1D6-8D82-3E94D45B7CBD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00199F-F98E-FE8C-4ED3-56238F5BA09D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44D786-7170-37E0-BC8B-4C507BF036F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6BD60B0-0342-5338-7F1F-CCF40DC74E8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D8B2EC2-EB2E-B785-838B-28F500FF1E6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A8078D-D532-7ADE-2D6A-B0C9A9CC6F87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9299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10230-3BDD-8312-64F2-6B9AE699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04CAFE6-E79A-4E68-BAAB-43AF71DF3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44E772D-F87A-2374-F18A-9CDF98751825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E710791-52BD-2FFE-1427-4F928B194D16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5465202-A6DA-5F32-8C36-CCF6C2E9ED1E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4A599DB-B58B-8503-BE72-0C7ACE7C7CB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084139F-6610-36CD-B116-591BCD6EFE9B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D07D88F5-A936-BD85-18BF-FEC207F1939F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785EAAB-C54B-45A4-1EDF-CB9AF9BDBC0D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78E8CB7-8762-7456-598A-772BAD220077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52A5D37-246A-B10B-2915-CE16A2BAA18D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E44AD5D-EAE3-F5CA-3131-1876687C4BF2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69A9234-4104-7F38-BFC5-DAF576DECC9C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0F5BA44-F4E6-19AA-31C5-900CA712A8DB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85115BA-013B-5ABC-A089-C7898441724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99E053-2947-6D20-8E79-A4C64E64EC23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2093CD0-FD5A-8AC6-83F1-2BE3ABAF0C1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565488-1786-FDC3-9A1B-BD2B34B6492B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5108BD10-BF5C-56A2-A49A-9D348E00B1C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E7AF36-2AEF-D424-7961-212875C33383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ECE681-49D3-1717-CF7A-67CC6FF383D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F67CA1-C69A-6285-5DFC-70FC2F7E578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D39EAF3-91EB-AC4A-9451-9798DF3629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D1A04F-4582-7299-8A97-7BF5C8D2487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2F9EBE-84CA-CEAA-90B2-5DD2F9EA2870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9BFC82-4134-78C1-CBDF-170E60167FB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5D3471-61B1-0DA9-1EA5-6ACA897C6459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3FB9AE12-E74D-BFAA-265D-D213B11654E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B4CF2B-B0E7-ECA8-5389-3989FD768C6F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7355E44-E592-EE93-5D28-3B4DE63343DD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1EC36DF-CAE3-2BC4-1764-8A730819303B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5DA0BD8-E877-142C-77BC-8D390675D837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FAC755B-3597-ECF5-395D-BA82F633DE3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A0A805-AB59-6049-8EDC-B48A556CB79C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50947A-AE1E-13DF-1F4A-A64B5CB4AA4B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98B281C-3B23-CC81-76E9-DCDE988582D8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10054E4-F086-373E-6137-A31C4CF1131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281CD29-87DA-8DC6-C908-CDB92D5D0F4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E5B0278-68C2-B460-A021-8B5DAD2BA6F0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0249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92334D-F891-7E39-7E3C-DC065F22C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013A990-E314-413A-22F1-CE0D188DC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7BDEEF5-C542-5F39-B3D7-6976AB84A6B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71F33EEB-012B-DEB9-4BB5-C28B0B13A31B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8CABB07-B0B5-CD45-6D04-D572E4F80362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9248D67-21A5-23EA-1B92-4B58C18ACD23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928D17C-E3E5-FE04-1268-07592E92CAC1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008B9A5E-6EFC-F2B3-7CAB-61AA43EFE6C5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8552945-5339-E91A-2048-E494C35A612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0F23841-82EA-9212-BB4D-38E591C95F92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FE52FA79-26E0-A6BC-EE8E-C5B2030B59DB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0BA23EC-F126-1886-2548-5310D564928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795DFC86-BAD1-7A35-4250-7130AB2EB2BD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8D5B5D9-408F-FD4F-F50B-F22A8D5DA81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B6DD3C-7E1F-74F6-8A58-7FF05007E46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F25E277-F2A6-11DB-5594-0186CF8291B5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663D50B-4BB7-9CD5-4205-ECA03EC0B84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74A5D5-A715-02BA-20ED-35F84FD83602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C90F618-7B88-35AB-626F-D669741DCA4A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A1FE4A-0451-C215-4DCE-9D5F8E97AFF2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D6980-BE95-A74A-D055-0FCFA8AD983C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BBB38C-8D37-A446-8501-049009C0C88A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86A7FFF-0374-BE41-52F3-835BE418E2E5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FEEFA8D-E132-A526-CD0D-6052A1FBB096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C4914C-58AE-4DA3-D4B4-6C0942F0573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617001-DBDE-9C29-4E04-900952F0D387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F6337B-B583-777B-86C8-665B00F1ED5E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9BDA7A39-E8FA-A3D3-6CC7-B7C012E37A3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599889-B746-B6A3-6FB2-CADDFF1D7873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CD5011-571F-91D6-8BB4-9A0B986EF884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03734FE-C342-B448-11F5-557E346FE7E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5356E3E-2108-E023-3D2D-A2937B4A4279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B72080D-5050-1CFD-BA69-0AB84DED9BC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16EF116-DAAE-6FD4-2C04-1EFE24CA591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7172B4-A6BC-E1E3-B422-F8DBBC7BC702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4BCE0D2-2B61-65DB-406D-AFD215864AE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590BEB50-6AD4-C6C8-F2FB-5C490F18B815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1FE5C32-E48A-4B83-C3DB-484B26A47CC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0C95B54-50DD-CFEF-1449-1EC303F48CC3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0217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B944B-1F97-3DDF-9ACC-12121444C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84F21B-2ACE-BAE4-4236-7DBD40B8E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B0400934-EC49-D889-E51C-1E99DED5482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EE97B98-BF29-D014-4DEA-B026E3B2A7E0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C134434A-9200-D525-04EC-DC8D22275453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644E7300-02C4-65D7-9A5A-725DDED8499B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1D39D16-0E80-8F2C-68D5-511C06E9CB8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F53FAB0-25FA-EB4F-110C-9ECCAA5D5A19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DF12AB5B-958C-EFB5-49A9-E6ABB9E2031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98502D2-489B-FECE-D0AB-58FFCE6BCDB0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9A20C68-E4C8-31FF-43FD-C88E8D88B76F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AF519593-59EC-A38C-004B-3A889C32414B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6146F1F-359D-6703-A083-1D05BF4C014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1E856EA-D482-723F-FDEC-F9B0AB7814E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D583347-7B92-D34E-51A0-992FF0743E8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4CDCE67-D114-4642-6D67-9B6EC3CDCDA5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91B88E0-1EAF-BEA2-E81C-B97B97ECACF1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C0DC79-6F57-90C9-92FB-274C1ECF0EB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E098DA2-B1B2-E967-AC3F-9EA43384DBC2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938E146-24F1-E421-B981-C6B2160C9D0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95492EF-5DF9-2068-7EA0-5257ACD774D1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4B84B2-24D7-6C76-3987-B91503A55116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6F59811-6704-0412-4624-6DDED51B577F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BD51C8-7CA1-1AEE-D327-7073CE7C8656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26464A-371E-1BF1-FF3F-1801ECC92E9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578F87A-AF6A-4E25-1AD9-3B8F82D3BCBA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F14CEF-25C8-39B1-8712-C032F83C839A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5E046FEA-9C5C-B0FA-740A-858B6354D30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3D3968-08CB-4423-491D-7001F3DC8F80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1E8CD-4F42-6E81-DBD7-E9947D1C6C6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78D20FA-674B-F4B2-5F21-0B1D1C7D51C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45B0C8-AAC9-A447-AC76-A4991B0A43C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D67DB2D-EA48-ECBB-E78E-74DA737ED8C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6D4668C-7C56-F3AD-D974-A63874C8DE94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D8A799-22B5-84D8-2DAA-F92FC368396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9164D9-AB3B-084C-FE9C-EAAE49496E1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BD3719-B3E5-3FFF-2C87-4452F82719D4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20C2B01-48AD-245B-CCB6-44F85C4810B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64C35A4-6C9A-4AA0-CAD3-B299B8F62E5D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7149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13152-5121-1225-B600-3C3D46A34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E272381-7DAB-4D88-4B27-A08DA51F6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22FE27C2-E9CB-88B0-2B98-956D0EFFE1A1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72DF263-4880-0A34-89F6-8BEEBD01DB7B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025FA76A-B1BA-4506-B7C0-1D995AB0E632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9E04625F-7655-4B1D-74FF-676AFEA72B1F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EFC1B634-C49E-B31D-B17D-A7AACD7E73BA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E414CFDF-A046-D0EC-A955-78E9309943A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4FCA7052-7445-796F-913C-CCFE4AE5CC97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01A1672-A6AB-9495-0F56-12D81971F75C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C36B457-8D55-7FBC-6FE4-1B2BCEE8DF87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3C86BE8-8CF7-5C1F-3279-CC395CA73107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01D2F9E-9B2F-77F7-93F2-64D47D984D66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C310EE-4E68-3AE8-C404-FCE37B210D0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77E587E-6646-22EB-4068-57F619EAE94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57DEDA6-682D-35EA-229C-7FE4400F7DAD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BACF44B-76BE-3BF2-2421-AA7C6DACC9F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2F39BB-F094-8411-ED22-4F24243F312D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8405748-CF95-7B1D-05D6-DF1A3159DA9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DAB143-57F1-5515-0A75-F953116C0CA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351F05-36E7-4E6D-D94E-9430F5D22F4F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7DCF70-62C5-16E8-2D9D-C49CCDA60C1B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AB6D748-037C-3F0F-7849-610D0EF6D165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B38111B-B782-7A30-37E4-FF7A0DF82C7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A17CDC-905E-AEFE-8B9F-770C96B2C32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F8B605-88F2-BF8A-F4FA-F21CC878A09B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9FC01F-B81D-3A3E-4290-760EE10976E9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D543352-0CE7-0B95-C697-631C751B0E9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6144F6F-02A8-D024-D42A-E1FA5B2718D4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F779D90-5E4E-FD2C-3D8B-5CBE800D226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AA8CCEE-D008-7DE0-F98C-A77F0733E13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EE7DEDC-E704-AD95-4417-AB59705695C4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2FED6C3-A4B2-77C5-8559-4418D02F748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DF0B49F-61CC-243E-C3C7-56D4AC317FFC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E0FC5A-F09B-9B21-5F8E-FF4045EB7BF1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67DFB97-D9E8-7D90-8C9E-11FF297DE51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640F07B-BF8F-B4DB-0F29-C279BEB9E1A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BAAE632-77CB-E788-CE7C-D6C5BB29A51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6A636DC-A6CE-4983-FA41-9A598A72CE7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552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27549-7B8F-486D-5FA2-754E443B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45AB6F7-B187-E850-B098-8392DD4B72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73FDDD24-162C-46C1-AD14-8C7DA686CE63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04090EC-176E-CD5E-91AF-1396EACDEA3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7A135C5-AC85-6B2C-6649-5A1E472828EB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BBE96A8-3978-6BF4-FBE4-9516EEC3D49F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9ED757A-E8A1-5CE0-9239-4C10E8FD6E1E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F1F79B1-BFE7-E819-1999-F3F7B5E2D414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D8828783-5C2E-6A70-0353-17F8FE47C972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205E7F4-01BC-885C-7496-4954062D44A2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2C7C529-4394-D408-3BDE-7D94D45548DD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F0AAFA8-78ED-8C56-EF2B-E844999A08F0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8C777CA9-9726-BAD7-01F3-4548FA89DEB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5C7CBC1-C759-E3BB-9959-5A6E6DAED20E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8902ADA-3357-E729-13EA-4AD7ED705FC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E3DC9E4-67C7-03F0-7067-953720E98217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626950C-A14C-659B-CDC9-D4349CCFA7E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595A40-12D6-C1D1-FA65-0C197551671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5704826-F9F7-60FF-AC4E-84D872AD1E5D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6821A9-3B88-0E12-113B-3EC50C8A4729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2C0E46F-AD6D-C65A-F1F5-054CB6FBD20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0AE81E-8C42-8E49-1BDB-4BB2E891FED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AE95D361-9E63-F3F0-45C2-A0CF5DDD1D7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A87BFE4-5510-E90A-25CB-CA721C95628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790549-5082-573E-4E93-BEEC495839AA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C090AA-0A08-AF38-941D-FB695F0D893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B8D456-93F3-9B08-44C3-ED627DFC0767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E76B63-B544-4D92-2722-AC95B7B805E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F2D162-EEBB-5612-7B98-AB0560FBAC4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39E9AE6-AC75-25DB-BB91-AD63875DA19C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3991510-C953-03D2-8127-EE9002CC54D4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413A65-CB29-EC62-D30A-3301207C7FE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7A4B72E-66E9-7189-966A-355C007BB36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1B1D15E-0E5F-28BE-9DB0-1811CFDCD22D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A3C1BB7-ADD7-4935-7738-2F8E00C4CDE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64AE8A6-109C-EBBA-C057-65F8F42AF78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6FFC2001-D920-3726-4C99-4606AF0B0BA6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95FE527-8C73-6FA3-79BB-6442F730B19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FA259C-1D47-CDF5-4992-58000CAB180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6998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EDE315-8C41-A69B-4ADF-13D50F7B0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F8B673E-E408-8B70-8E7B-CCC54876D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1C436D25-CF61-F88E-2454-E66F47EABF4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0619D52E-593C-9659-45F4-8B78B5DF37F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92250ED4-AEB3-80ED-C314-745A728F0A01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2907BA1C-7E93-1D7C-41AD-A6586F27182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215C7A75-AB38-86A0-44B1-500FD3CA8388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0F6232DB-8E77-DFEC-59AB-AAA09E1EC0AB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8682F7C-EB84-C74F-AD37-18E7888189F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99FE223-A52E-89CB-3DF6-6FEEB478C18B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825CA654-650B-A016-84C6-8CC692A14489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8B0FA4F5-1D09-F2D0-C0F6-ECB89137F643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B0C74AE-CD97-2B5E-B0F9-1A960E223794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7136BA0-20E9-A7B4-F9AC-EAACA66B55B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5CB564C-4DAB-A9F0-016F-D342F6E2FD68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C0FA79F-AE7C-FD94-C85B-27440251E680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676871B-AABA-333C-974C-ACF124C8CFC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AEA73D-5A84-AB6D-A883-6669C0A45957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C2FD587D-07E3-8064-1B1F-DD59E1B2A3F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47A1DF-5F3B-B205-3BD5-F9A6AEAAAC00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28100-1B38-E8A8-EBE0-AA90DB459AD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791F28-93EB-8502-8A50-949A49114817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855FCE5-C4F4-1573-BB9B-7D5F53D67040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410F5B-3BA0-3D2C-D434-4A6668BDD71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94B758F-1F5C-E473-B84D-E32940FAE37E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B2B103-971E-779C-5B4F-D71ADE1D4AA2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203B656-666F-0E21-3AA6-65AEF9B73D6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76D4580-7DFE-8985-CADE-A38A761B96C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0C77FF-EC63-036E-A9B3-D40CABDFBD3F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7C0F9FE-4E24-9300-BCB7-29F49F66C4FE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DC9A694-AF5F-FC6B-F6BC-D9F2C6D586B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C5AD396-40AD-BB91-7A6A-681D53666DC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F33F2704-5C25-880B-FEC6-6523D2608D8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5ED37E-2E41-3CE5-0A4A-F82635615952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34341A8-E5D3-30F9-C802-CCA7E4EC0760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FC2F448-7C7F-D509-71C0-E98529B7ED5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5E448CDE-1265-DC1E-C405-9BB29AAD2B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D99E19D-B67D-AED4-57AF-0AD73E8299B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5C2CB7B-5463-CA40-C551-070F5B1DB8E4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5250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A8DFC-DA69-425B-49C6-2D07C6F7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2E1AD7-A990-7E22-4B51-85E79CB1C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3CBB0ED2-3E1F-BC90-F87C-32620A121D4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52A0BD15-80F5-139E-FC70-3BEEAEE32938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934BC25-7DCD-5364-FD56-B3FDDF1D591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2B38389-BC0E-968E-725F-1D1C647ED54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F4EAE526-DA1D-110C-688C-660A22C5498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B3A3554-9B6B-0134-DA5F-E59FC49C28B9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1F67DD9-97AB-D055-17D1-B6BB81E4F2F3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71DAE776-3D35-5C4A-D612-CF88385192FE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814F27AA-A94D-E2CF-60C6-420C14EAC38F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6D2F9CEC-BD16-0493-DC69-EFCC71396AC0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A194B2A-356F-33F8-E538-4F778B8A07CD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91F3A63-4160-7AC8-19EC-17DE84DFA32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C25A8D-8872-0DEB-89D9-B6EAEE59425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B9585C-3D55-50AB-E0C9-4F216486D8E3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3D55F96-CA86-4CF5-937B-B75F8BFD0C9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022601-8361-BD11-865F-087F1E3E95CE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9093E2D4-B2C4-B4CD-03CB-55EDF1C49612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7E6104-CFEA-D337-EE6D-A30B87AA6EAB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EFF92A-DD0E-8CD8-CC64-86177310CA85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817D71-E1BF-D446-0209-F9E46C78DDF2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2D28B07-0596-8B59-4E2D-99CCE40FB21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097565F-F69D-8387-69FE-763637DB596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524F83-5621-7E3B-A2BA-8BDCB0115DF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5406229-CC48-7BA3-BE33-ADF5AFE0E602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64099C-3661-E71F-13C9-997FB8AAC2EE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EF5D58C-B487-7478-D6B3-D8CD52D2925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E85353-DE84-13DE-795D-5ECA2B2FE31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96E1CC-5DBA-7C3C-CCC5-1F54FC06C04B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7C4F8CB-0AC5-3A7C-AE8C-22939117F41A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DEE5B8-4BEF-760D-9732-DC20DEC91865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AE39FD3-360D-269D-D79E-FD9BD0EB90C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BC848D-C271-9C39-557A-6D97E36F4B8E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A15962-C764-6F3E-2C87-E09FDBECD785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3A9ECFB-D3D8-F84C-9BB1-B421866DA5F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3D9D3EE9-C78C-E679-318C-16ECB235957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5EBF72-9290-38B9-E442-25F2BB8D759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0665CDB-D873-A382-1C3E-01FC1E4A8764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30453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B5C3D-C7D9-5E57-500E-DEB03C51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949742-84F1-B1CE-6F78-40EEF82AEF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ECFEF980-EFE1-BEF7-9F08-DC38868C0362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1B92A391-59E8-1B29-168D-152D5DF2130F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3D42E4A5-E731-09FE-EEDA-AD0D308F4FA2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8B90DE3-7085-D484-C5ED-2B26F70510DB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B614915E-5782-9D40-39D4-2C8613BC7BC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7D34421-EB21-C346-D855-AC65BB0CADA7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A841184-E26E-4432-5369-D40A6761C242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603CB1-76E3-2284-8593-94ABD5FDD24C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C3DE886-D083-74E1-8A33-E5486B79C066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0A196B6F-759D-3C0A-FE20-B34514BE244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A6A7C26-4BEC-E4F0-BF0E-F429D208F56A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DF158DB-1DA2-2DC8-3B33-95BB87F96BB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10385E-43EB-8FCD-4D16-04974DA54FB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CFF7E1B-9649-24EF-290A-D66CF3D28BB6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B3CFEDD-90FE-8E9E-1681-F66E59AD36E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7B9BD4-0AEF-0104-AAE2-ACE72EB9F54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4DA36E2-B115-047E-E4FF-490741E3865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9F7E824-A447-D1ED-661E-199B4C9B6E90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49C51-509F-09C8-901D-01237A2773FC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BF12A4-CFD0-FF46-EF23-D9A64841690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0BB980E-6505-E255-C6F1-CC9DB80CB24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268C475-90AF-5EAC-6C64-AAA3534BC3C7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9CD5961-3CD2-2B45-FB4B-6E6C295FBA1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2C50F21-DC4C-2A33-0AB0-31189AB0EE3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8BD20C-7EE4-2D00-47F2-2E4234B4C85C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53DF11AE-6C7E-6C6E-54EC-9C162451C93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C7C762-6F2E-393D-C992-AC14B551F09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870182A-C38C-0616-34F5-929C3A68CC83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5DD1AE9-1F14-3B99-160E-629E3258B67B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BA895-EF2A-9484-4119-1FCF846AE6C8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25D67C1E-DBB8-F98D-FA9C-60F3A8B1AAF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9F29DBE-8CFE-90E4-2B76-6A75345EB12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4E2D9B-63E7-0661-9B5A-EED26EA2D59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E4E58B-08B0-204B-9FED-C3A287AC3AC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C138606-5D1E-FF89-30A4-A572A788004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A0B20B0-3AFF-E7A6-9253-602796A65DA9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0EAE85-9796-0F0E-71B9-3C71FF7B357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1528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019033-97F6-BE66-FE7B-C1DF36893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7197ED-F61A-9131-6C39-5154E185B9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DDAB792-C059-1B57-7ADE-2B5A8A59402D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267DCBD5-00B3-F82A-0879-839951AA83D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312A219-BD99-D6B6-EF72-250E74C1939F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B419866-5A3B-772C-5123-480D5F4C0D9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6A5DCAC4-E447-4696-9345-4B104165D29A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8E8E059-2BB4-50EC-944B-60C00AF2B66B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E9D51A83-E2BB-FF57-1CFA-4B7386484F0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9FFB2FD3-7B7B-867F-7980-C4052B19EFF9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02968233-8657-1E25-206F-CD4F45F4E48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5807B41-4738-9904-9796-E437F5F73789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0382E65-56F1-4639-87FC-4D4C82BDDE06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C31A411-D0A5-1CAA-C941-31104D5C542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4023023-503B-4E9D-E35D-E71B5403FF2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BA1190-4E41-AA5C-4151-83BFBBF73124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D04D5F5-7C48-818F-7A3B-A8733D8D95D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6ABA6E-FB28-308D-7ADB-2F2BDC252FA8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A2F2031-FC42-6DC1-2674-C7C2CB761CF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83238B-575B-1C80-A7BF-AB60DF107371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B64E3E-6D5A-9FDC-8EB1-ED72E15EFAE1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566EC5D-89C4-3A4C-C81A-C013F887DA7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4DAE9B8-7A2F-0778-940A-D9E9B41AAFC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6432B2-B5EF-A6F8-597C-02FF9B552612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FE1B14-6CD2-D7D1-FFD3-C4E27135A34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A5D4B9-DBEC-726C-26AA-1B6047FBB734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0E18BB-DE2B-6351-33DD-75EAC3EEF6C5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22DA0BF-672A-7448-D4FE-C6FD6482371E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7A6A71-83AB-8CC7-E97A-7224409552D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B70EE6-48A7-9BE0-1454-E610B781CC5D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6A8491-ABE5-E407-4A01-8732C0423C6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A9A5021-7D75-6158-FDE6-33B7E00E5DA3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AC80903-9307-6D1C-A76D-8F5381134798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81C89E8-1F29-945E-4857-42C8821DABE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12CFBCF-0F86-AC9A-7BE9-A4898ED0D0A6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550FCF-8B72-E8FC-27B0-763572D7FBA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2EA2BDD-FE2E-04B9-8B07-714B1F38898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FC63AC5-DF1F-DB44-9B08-DCD46028B5E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6B1137-230B-50BA-A771-1F83374158E7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9280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24DB26-D934-A8B5-9431-6CE47DD6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FD8E2BC-1A93-3529-50FB-6FBACE003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6DE3AC5F-A716-A3DD-80CD-E4B2982DE0C9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D47EB139-3B75-8C9A-7B1E-7D1BD1677DA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D6E02007-BBF0-798B-F10C-4E9A20BAF9C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DF6F185F-82C3-B14E-1E8A-74532B17CAE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B0BCAC03-A1CC-039B-6A04-AB2D81BDEFB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90BC9B5-C757-60EF-C711-723C85266471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10737D6-B08F-E1AE-7CF9-F6DAA24E5A5A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C7A8EB2E-2145-9EDB-9205-D2E9E6442ECA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EC954B-2A47-3769-2786-F683BCF8DF4B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0DEC00C3-428A-3FB7-5F2E-938C6E27D211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4780D799-3A13-A801-1ABA-794DE0E89D80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90BC801-92A7-8181-D241-556A3DFE9B7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CE27717-D622-5CFC-2D1E-21ACA8E1553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D3FAD12-B410-5ECA-13C4-B43E65AEB726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F777407-6496-D680-7F73-D6A0D7B7F3B5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4E1010-402A-B6B3-0CDA-46A4B28ED1F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FFFC4393-0F10-FC6E-1C8C-4323F800048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23A9E45-2C5E-B624-D169-99056A2B2C1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90B173-9C2E-732D-02BE-A70238862455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53E764-78B8-B7D4-3918-689CFB3D465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01C2A1D-3296-C49D-A165-D5655B8141F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031775-8752-3D52-A894-1232A97D199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45DB9-C64F-AB89-3667-A4B773537770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D4A989-4B55-9195-B295-0AD2EAE42385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8C336D-2CCD-4849-9136-094B4C6F151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F497907-57F4-B515-4A86-727304EC1EA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17B28D5-1C74-02DE-3F77-C882F265B412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B9CE2-E949-47D1-1AFD-836BCC752A6C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B2E660E3-673B-43FD-52F7-7BEDA6FAAEA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E37400-38ED-7953-FCEE-5559F7895FD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FE412FA-738F-8D42-70F2-6B734D96313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53F730-9AF6-3047-BE10-EB05F56E188A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A6FE3D-3D6A-23AE-D11F-C8F8BE87C2F5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0AD62D9-F3FE-8A86-2124-D13DB937DD51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5BA968B-EB75-D2E7-9EFB-C933FD6D4C4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9FD9A92-820F-8899-6954-DAEFC272AC0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1127773-6F43-7CAA-1696-913E8D5263B1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2256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96088-6396-295A-6BCD-CCC9F249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CF28F7-447E-6671-9A75-6A39A212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AE62E12-4111-CE21-16BB-02E4FC734133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5D069EB5-0D13-7F58-FC14-1056AE5CD89A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E62CAA1-25E1-D335-3E20-193EF1570B9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9C4E4F91-3E7A-3C89-4BBF-4AACA69E40CC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F01AAEC3-6F99-6568-03CC-FB78370FA79C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92931B58-29A2-1626-2FE6-ACBBCFA474E9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7BBA795-510B-FD14-734B-5A480A4815FE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6132892-BF0F-D334-448E-A9A40F37715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44D59C73-BEA9-F45D-FCD9-84A4BF3947E6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D3ADC62-C004-934D-53F8-E58C0FAB6D26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BC22BDF-A3AF-1767-E12D-84EC5F60DD30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599913-C70F-84DA-63A9-474AFDDEC37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E56EC86-B890-5EF6-6613-BA0180BD646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6764F63-75AB-6CDC-43AC-1B3AC61B369A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C44818D-AC96-79AB-F801-765E7902D14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7A269F-6B7B-8651-7EC2-F56C1890A59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CFDF108-B697-E35F-94D9-1783E109BBF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0BB152-4EA6-2ECE-B01A-237674D0620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BBD402-29AC-D9C4-63B2-20AC041C23E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C35E30-0AAB-D80B-B31B-7F2531397A4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4F8AA4D-DC29-51E2-3F89-A31E397B4F2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BEF7753-C434-7415-4D03-A16955C9E9C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84257B5-85C3-E5D7-5040-E2CF20FF2F12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56019C3-487F-D050-4350-7E25C0908BEA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A1E1031-1350-065D-DF3D-CA2B7FF8AF2A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D0ED9DF-A90B-0634-3A3C-4D4FC7FA0C4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55118D-1451-5B42-DB02-98E6A80F1E78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557F3F9-1876-A870-F4E1-2FDE20949DD6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99977771-BA5A-4B34-85E9-9EA789C55B10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E0DEFC-09F7-9429-C6F0-8343F02C5AA2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0C6BD7A0-09BF-3D1E-F1A1-02392C37AFA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15FD76D-8B96-595B-3383-1CCC23CC6104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53EDBB-F0C0-77DE-5D7B-4B6C508C8FFD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EEC4A5-833F-069A-AA90-AD6A028A9B90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FF2BE73-DC0B-09B7-D496-80B6A93D5D0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4ABDBE2-6EC4-AB6A-0772-F484597D1E7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E9DBCA8-2B5C-0212-A7A5-7E6BF423FF1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2151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77F794-2EF2-C5CD-4B91-3B5D2F73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1B6BE7-781D-2427-2879-8EA4AB5813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CD02FC6-4D03-0E68-FF0B-65C3B7573834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0887D15-69F0-C127-FDF9-75CADD7C1539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999930D-1D19-2F2C-BC24-79D5DC342DFF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EC3075-D81A-D426-29BE-0E805FBD91A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F029D76-0E0C-9979-C23F-3E32B3D7F50D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0358FB0-E176-8F3C-31AB-5A239DAC0016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1FFF8B8-066C-F485-ED0E-4D93577772DE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B71EA2EF-8A75-FBD5-F262-FCF9603E305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E82909EF-654C-2564-D45D-80DD5DA01EDD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23987C55-8D98-60C8-D126-F14AC0D5C639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0DA207B2-2F1F-FEBD-FF3F-24B354A1F6DF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F972172-86D7-0A08-6A77-E463D30358B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782AEC7-1DD1-16A7-DE34-43DF5CA090AA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BBEBF2-5A9A-3801-61CA-E4EA932AFD0B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8A6E1E3-BC8C-03F7-99C8-3BF0EA9DA28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F6C0C9-9B01-197D-F810-E66F261331F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2DF21EB-8517-8542-84DE-7D04ED60A92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7C74BD-2623-49A4-CE8F-F8960FA91C4D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222B2C-BB9F-BFA6-00E7-0BF4E1A4BE4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02CEF1D-29F1-969F-F8D1-B510C84D9DB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1A659B8-5243-B3A3-F611-53E90F19851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3797B9-DFC9-7245-293A-67404A346F6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4A01FD-5E77-5515-9336-FCC3E9C5F0C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3C8D73-8F9E-C1C9-8B2F-3DA81FE106EC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43BFA6-71DC-0D51-8815-B867EA34E95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E633E0B-12A4-DF6E-DEA5-3D4964F222C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111A806-EAE1-C73E-56A2-5E7E4A03DA4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107F10-1530-0D52-1E55-B52E595B3D3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0C2C2B3-915A-991A-5E99-D0123F3EEDA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85231DD-A20A-4E47-90E3-DDFDEED7BB39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2726B52-F2E3-C9A1-76A3-B96F31EB90C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994FC5-AEB0-C15C-3A0E-B2066C783847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7E2B7C-C800-C8CB-DFE5-C5AFC20298E2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AA3E73-738B-1681-B271-0A4B4E1B4E65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34FB37FF-2120-500E-88E2-DE8CDABDFBE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37AB5BF-58DC-3C7C-1D8C-5CEE5B418A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9DD8340-926F-149B-EB57-99EA41AF688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2069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E3C0D2-E81A-F1A7-B24E-CA358E9B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61A65B-948D-5459-51E8-FCB5CDDC0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3E4786C-E9C7-0782-1CE7-83CD50A16A06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446CC0FC-1D38-49FA-8757-003F7D40531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12B71606-2B8B-CE5D-0ACF-4235DF0D373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26A87EF-DCAE-99F9-EE6B-C9B993AF087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CD13DBE-C11C-76E2-FA43-6895D63351D1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D199864-5BD5-0B0B-2482-B76F0DE308A2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952B3C8-EF0C-491C-C6F8-C0219E4124C4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2304765-0E1D-9D1A-7348-B43E755A456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38C394F-2A33-19B2-16E9-6A1576660EC6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0F8A6C6-9980-ED59-735C-9FB7F14815B4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FEBBEA41-2CEF-E38A-3D63-5DB4A6A3493E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94A398-0605-568E-D6FC-E84DF80B38BE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30E8B3-9489-CBA3-9C9F-4D6AB9A0CC9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DA8BEF9-715D-3A84-1E9A-97BB737612C0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86985D4-C5A1-26EE-D815-DA3571C0DE4B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EECFC7-A89E-8CE0-E2B1-316C7CFFB4F9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7EF0FD4-438D-4D01-A447-E639425E7A6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6CAE5B4-71DE-87A7-C265-5B083FECA2B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69D024-459D-12BE-1CCF-81EB677BF799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93ED65-1FE0-156E-2224-A6DF8D773CD4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5789FF74-9462-0A2F-AEA4-351F4FE1889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98658CD-0645-ACCE-39D0-13CD6579698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3D9C5A-90CC-6151-F247-E223D7E625A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B5C191-912F-7772-A7E8-3DF8849D8691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51025C-5528-9AAF-EC1E-018618513751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9C46F62-A12A-3663-2F55-186F8A348FA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D7808CE-659B-EE06-7500-677D2EF0E4FC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BDC8B9-4801-BBE2-840D-71BC0C44CC31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F277ED6-0C69-C81B-D987-829027C10C7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1F6840F-8EAE-D15C-350A-D6D3A4BBF2F5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5A3AA3D-20F4-0F44-3E18-5EB23554EB70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68C9E44-CAB3-DA5E-340A-F438D6A7C36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AE061D9-3814-00E1-0382-B60ABB8887C6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4F1F34E-40A2-931A-BB9E-6701919283F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F80791B-A21D-44C6-1C77-16F68891C147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75CE320-F187-09B8-329E-39D2E8CE245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F9FE0AE-3C59-765B-2754-69A4C8279713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0608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A66F-FFE9-D2CD-72CA-8FC683078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BFB9304-7621-97F4-F107-20C532E7C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F89CCAB3-842E-445A-EAA6-7B28BB198BEB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1364CB3-AFE4-FB85-7CDC-C187B9AC17D7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0B8AEBB-203C-AC7C-E148-E62AC773D20A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AE66A51-33B7-CFB7-D6BD-09B4BA67D4C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4E1954A9-8263-4C8A-2E36-C2C3709D015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7F5E3A42-B527-B40B-0366-F576C10A6313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0E67C37-6010-06A3-CFE7-1A160DE20D0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9F3FABC-87D7-01DD-4235-D84665B1F42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B3D72AB-281F-191F-6B41-6BE3ED5179A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6159295-613D-F5A1-124F-8AC86A70299A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0CD1AE0-587F-A223-6FD7-C58A059B795A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468A9-96D2-342E-5A2F-389F69E0EA3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E593E4-9989-059D-1D28-B651A8BCF26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2864693-ECE9-C52C-AFB7-6977DF6C5358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2F3CB2F-4140-C822-E360-52841BBD343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0BFF66-938E-CAD9-8054-A48A968E918E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7C101F2-81C6-7E4B-13FF-73B32ADD569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51DEED-0D35-D35C-4905-CFF79A69358C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713164-9459-C6DF-E6A0-A4D817798BDA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A9AF98-9C9D-1491-BBE1-1C5B40250D16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1321F38-EDCE-660B-3C37-1EBE9F53E5E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AE917F7-04BC-1346-AF06-A2CF5ED0B0E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51D0C6-5A41-A785-2CD9-F49B8049BC73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638721-B51D-F2C8-876B-CF17B0268E59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964EC8-9883-5BB1-651D-4664D55E73AB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B701B7B-456D-2F59-DF1E-13A03F6EEE3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D9BB6B-726D-E98C-AFA4-1ED7CC9261F5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E4745AE-39AD-9CB6-5EED-D5ACCA9E5C79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7D598055-758A-0978-3B96-713CDDF0AE4D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005A886-50DC-4161-AB73-DD965CD35B2F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4F0829D7-F66D-9ACE-09F3-BE5413CB837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F2783F4-A881-D153-190B-A210DEBE44A8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F458E06-F7A5-EAD3-FD75-4E777CB837B9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8801E4-58FF-9534-A027-D21328D28205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A3D5235A-3586-9D13-38C3-4B8F6B2F3D5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88314BD-F7F1-076A-E4F6-73C9C58645E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7BA3180-767E-BA9D-A7AA-0741C12D52D1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2871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332E5-4B25-3A58-4FE2-F69DE92F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B63B3A-E9BF-C7E0-386C-C31B3A2E8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A4936B99-FBF3-70E8-FB4E-7BED5033B2C2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9C604B65-8F17-6755-219D-D8C848C5FE6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D434D49E-7004-009E-B6E7-5AC7BE14296D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3DB188BF-2690-9890-902A-20E8B9DEEC51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705A7707-8EB7-7277-1175-CFFCED544685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2255A94D-2F6A-4E3A-E440-53B80781E537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31295D2B-92DB-017C-5114-7944500BD691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27AE867-2F93-7D66-1F6B-CAF0D479CB2C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146E0D28-DD61-7057-E8F9-FFF9808EF1C3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9A7BEEE-6866-8465-B9C7-84E935B524E5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08C9DB24-DA14-9712-39F0-654CA9D191F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C2AA62-960C-081C-4560-AC523C5A215A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there is no incoming edge to node 7 and 9, we need to start at </a:t>
            </a:r>
            <a:r>
              <a:rPr lang="en-PH" sz="2500" b="1" dirty="0">
                <a:solidFill>
                  <a:schemeClr val="bg1"/>
                </a:solidFill>
              </a:rPr>
              <a:t>Step 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DAF2779-54E1-4E9A-90CA-2BD082D764E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E9FE8DE-B6A8-2F07-2A48-466EF6C2229E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4804B07-72B4-ECDF-80CC-554D0E37670F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A611C9-E09C-B3B0-750F-C453BC8DBA0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781A81-ED2F-9E1C-4C2F-34DB81CA1E4E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CE07D2B0-F2C9-3923-7A53-801D6D96F91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5690C3F-1B0C-7CF4-F46D-379C0E44882C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814A41-0887-3EE6-8D43-2D97439AF11E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1952BD2-6C7F-8B74-BE24-5E0D66DB4F10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26E13C81-B7E4-8DD2-ED8D-2C314BB47F2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D6AE97-51CA-CAD6-EC59-F784561E8972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243898-FCC4-D9EA-4CCB-847D656366CF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291B2F3-49FF-B29F-C6BE-C6115FE60D82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DE963A-0427-1B68-8A25-5F4236CFAE74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4D652C7-C918-D024-1078-15EEF469246B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2E35BDC-F185-17C3-97C1-AD6EA0BD5857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8A847D-8F83-1F8E-8B60-51C155182AEB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2B1BF2FA-7C60-3525-F98D-39FCDA9D0C8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F9C12F-CCF8-8E2D-DF8A-096FFEB0D578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7A3ADA31-C5D3-84F7-539C-082951903F26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C43D5F-43EC-AAAD-1CBC-2F985631BFC9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2DB422-72E6-365D-EBA9-EC86B96C2E18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15AC1AD-A483-E70C-0164-F044DCA10391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8C6A01B2-D43B-0EFC-EE16-E3A0619BF39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47B61A4-DFE4-2653-241E-C6416AB3240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AE100AF-357F-F753-5740-83475844B070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4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324E2E-6174-F902-F6CE-CD6DF9351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954CAF-110C-D28C-39FE-D636067977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F6CD1380-5B82-6DC5-2115-C78ED5D5A7A0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A5E0A5B-0458-470C-9022-A770E223BDE5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21789E7-1317-F9FC-43DC-3642115DB09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7E2C61E-6476-17A9-5F95-0E9A410BC059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31C2653-F81C-A64C-6F38-653877BEC0A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F1981241-64B9-C658-87C3-0CC582EA36CC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163A02CB-7706-B09D-FF45-65C9BE8366F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8E4F8B53-5E3B-0AED-0C57-8782A650AB1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8CE4FFD-0ADE-3C18-2CEB-C0FBD4FFA46A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4322E05-8D42-D7A6-B422-B20C827B3634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BDD54174-0DC6-33E6-079C-38E7029BBD5C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1B265C-F045-3131-F392-2BC7774EFC59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Which means choosing a node that has not been visited</a:t>
            </a:r>
            <a:endParaRPr lang="en-PH" sz="2500" b="1" dirty="0">
              <a:solidFill>
                <a:schemeClr val="bg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1F31BB0-FF2E-1568-6920-B20D85748EC6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2F0A211-FF9A-ADB0-11FA-3FFA5A7E218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504742-5652-8262-A0FC-098CFA416E92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9BA3D0F-E212-3661-B9EE-1AE1736D489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65E315-A277-E64A-FD0B-C023C47E7963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BE4A880-F198-9A77-B90D-8FCC2428432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F3B521C-CF37-810E-AA2B-574E013F32D5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D7CAA8-DC5B-BAE5-AA16-CF295953B27C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87364B-303F-28B9-04A0-0C5E317AE481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18192D3-59A8-3C8E-111C-1B76269F4C1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FD86909-CB7A-F2EF-487F-9201F5AB872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A1443DE-513D-E473-6A33-03AD044164A6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BE57C61-55FF-B2DE-0910-ADBD40E16411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618E2F-8BF3-37CA-BF6F-B45E087D558F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2D07151-E8EC-826B-21B6-06E2B81E567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21A7CD-A4CD-5863-BAAC-C879101737E3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5AE759D-AD7A-3AFD-B059-B5688388C699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1D0F300E-3FBB-1D6B-E209-1B5765BCBB0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1E36D0-A753-13FA-A975-3CBF5C4DB41D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53E97C8-5D4B-8437-44B2-F8C504EC2C4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8C412A2-6039-9621-5B72-B76424D06A8C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24E3D7-EB75-CAB4-F9CD-6EF7C2BF5A8A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88B314-7CB7-BDAE-95DD-ED210B790564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A87D02F3-141F-2745-C3B2-E07269AF952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002AF1-00E5-B83A-ECAF-214D220ACF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A3ACCC-BCF5-8F93-E65A-02ECF37A9E4F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7418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83449-0407-A8C6-EEE4-13799CC5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2D1066-3232-D96C-48FD-D64002443F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6549796E-585C-1493-9CD3-111E2A32B42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63A45135-0797-179F-6184-731508E4BDFD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ED0E79F-627C-52AF-5C64-EC9A4CE67687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CB60E82-534C-B9CB-B759-8B26809064FA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34FD251F-472C-B5B3-EFE1-29987FD73839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AE247E3-8C87-4F06-0EDD-82C848CCB154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4C3D01A9-0F43-20A7-148C-D1AFBF28B2B8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26EBBD33-7E6B-AA4C-9323-F19D1DD12FC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6659F06-7DAF-0637-58C1-C210CD73C6D4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BDCCE96-2338-60CA-CE56-0A67474C54F5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90D3ECE-73AD-A3CA-BF80-5AE411F8803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6642320-037C-12CD-01BA-EADAF969A60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5B99A9-D48D-FD8C-B226-6ABF00660DD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9FB277-A348-F190-B4A8-846ABEA251BB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595B7C8-6E66-ED72-A400-1A07947FE13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B1FF9EE-C9A2-A06F-14C7-852C8C18DE83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855930A-3C2C-262F-7F89-A4E748B3DAAA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E235D7-9A37-A2AA-B1F2-39A59808946E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10190C-A3B7-F6DE-F2E6-FDB4AD2BF3C8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4E61FF-1782-5375-AD3A-8DB8080D52C9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ADEFCCCE-A2FA-79ED-4FB2-6E0C68A4CAB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F8AEF03-E93A-3E3E-4EA1-972D4CC140E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D62FAD-F79D-EB57-D2B2-2D3BBB5A2783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35A449C-72EA-67D8-0BE5-768D2EBC01CC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3FECDC-0DAD-2CC2-D97A-D3E3EA48EDF8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8DA2B95-A2DD-56E6-8CCA-577C2EC35B8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356C3B7-B70D-8F3C-3DD9-DE321B548AFB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DB5764-4A93-AB27-818D-F99BAAB7A7E1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36EFD5F6-D7BE-F06C-77B3-E56A8717E01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EC2DD28-96DF-6356-8B2B-2B9CBC0646CC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509684B9-269C-02F6-613F-8452885B6A7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D5371F-0742-B4BA-0E17-C8BECDA03EA5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8D6192A-73E1-8FFA-D2D8-132984B77F17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D963DA-2290-65FA-E31A-4AC33812F918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6FF35020-FA1D-A398-9946-A1FC68518B2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B8C1169-10E4-CC4D-1928-9E61BF515071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8FDEBF2-2D82-89F9-4394-91A6F288DA2D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7459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F7D8FC-1F14-766D-C069-5F0FBC811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8011D7-5E0D-9432-5286-68552B257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CBB82456-72E7-01F8-4D1E-D9582C82F9CA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6CFAFC7-F19F-D400-BC79-1DBDE499E4AC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C018D64-F32C-CF05-874C-7D71C98E9A5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9D2CBB5-06BB-CCC3-687A-3514E1B5D50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DCE345FA-4479-3AB9-37C6-D61C3EA8BFB8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D0F7B8E2-63F0-8D58-9307-67FD888A6850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2CBEB6C-38BD-3185-2B30-C0443DF15F54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F6DCB710-3B11-2D20-1557-CF2FBE5C10A8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A558F6A8-6365-CB98-3BDC-AE5EFF2614F1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8423087A-D70B-263D-255E-51145C33892E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6F7AF671-36DA-5EA1-64B1-CC7CCB1B0D7E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BB6DAFF-6BF5-C5AF-510D-D27C25523FC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9F7A692-ACA7-2BC5-F6F8-E7DCB78B7EC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48F6D9-EAA6-C7E8-DEDB-EA0D013149D9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0EC5582-BF2C-05E1-A911-58A13E8FE3D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2D2DAEF-3C43-59D6-9AB7-073FAD75CEE9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9C1570C-EEB8-12D9-13FE-32000D4B947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57FC14-E484-9981-7BBE-E11F5141C117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4A23AA-69AC-E620-B040-F977FC6CA09B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839D5B-CB98-9C0A-F222-74D661CDE9E6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96BF25-F89E-54F4-4E5A-B030976DD13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7FDFF2-D996-7BB0-06DF-23A913F75A9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288C9AC-5E72-51AE-F65A-433F7720A807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9F8958-81DB-F472-D82A-D7225F40D5F3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D11A75-4299-FCA2-5C55-AE51E60B34AF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8E1D90C-CA58-2702-DCDD-54BD089C96B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3B4CDAC-CADC-89A8-404B-0E698ACB4EB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072B77-A624-7E8B-168D-AEAEA816F7A9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CF74305-9ABB-E2D6-843C-65D1BEB1332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60DD48-CAC8-2126-D07C-A3AD12E3245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008DA38-1EC6-FCD1-3E7A-9454708E43C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5D9D58-0001-0CC0-985D-D77A4338E296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DCDA10-396E-2164-576D-988F910F6498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54C83D5-B3DF-BB45-50B5-D469225E5267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B6379EA-C73F-C881-6749-790B393DAA1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A8844FC-1900-1BE6-1393-D888D2A6077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1415734-972D-5F15-C044-6675A34FE1B0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7488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1772A-4A5D-87C7-0BCC-BC5752F67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891B57-01D8-FAC6-01C1-373202033E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A7F96F39-24B6-D933-6CA3-BEB73890101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0C67D3E-3E70-A91B-A676-6783C619451E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668193E-754A-FFD4-AB33-EC865F446BD1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A6A406D2-3B4E-609D-71D6-31F554EF3B0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3A5D63CC-0CA4-9F7A-EF2F-DADA1C5D37D3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04D4A5D-A639-D553-BEC9-88D7A9673F16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DE953A6-178D-A6B5-9194-76FE27CB72C4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B6F53A91-EEC0-C4E2-1D6A-6824DAD02F94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B4139E42-D03A-FA04-46FF-80907AC578A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A2274A0-5171-47D6-D3BE-3B78D493A48F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339B895C-8BF2-2FBC-2142-BD9150F2C22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DDBE5A-BC4C-1BD3-64B5-D265ADD83177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output may vary. We can choose 7 or 9 first.</a:t>
            </a:r>
            <a:endParaRPr lang="en-PH" sz="2500" b="1" dirty="0">
              <a:solidFill>
                <a:schemeClr val="bg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9114C9-49D7-03E2-AD41-25E30D11333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2C4D48-7AB3-8571-5139-FC9F9A71470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F267A4-1D26-2E3A-4A99-397E65ECFD65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58631D23-DBD0-B50D-A747-420A745F3BF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442D6F2-5350-DBCC-68E8-EF7056EC8B9A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9409CA3-A414-C65B-7257-3392DCAAE89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FC1520-C50C-C16A-EC32-B88A219EAF72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296C4F-B5F4-F80E-8C74-2D2016A34FD9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D963B4-4443-FE61-B5E5-C7BA3D4DC1BC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A36D865-7BF1-B957-2EB0-7F25D1D5B85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C4248B-63AE-C328-B460-EC29A0C322FC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0BD5F5-BBA2-A779-DAF7-25D1604BC59C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7B824C-473C-EF4E-3A34-EF39EB5CE6AC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485FDA1-7220-15BA-726A-06C062D4588E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9CBF767-B22D-8559-6D41-F64CFECB2FC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B9EBAE-13DE-31BA-3335-E25633530529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4742D1-591D-4FAC-8B19-0001F3CD9CFA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E04A230E-1951-816F-4F0A-BFD5A50C538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195C95-0560-4CD5-FAB0-FCA60D148837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99757A-8398-84EC-DEE9-C098A335360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F5EA687-91B0-81BC-0AC2-27D5705F27D4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FC2E69-1BBB-2752-CA72-2BE894A598DA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872977-F3AA-CDB9-5AEB-4A2D8315B3DD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94E4FFF-D447-0D06-718D-7C220176C2E2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F375518-3785-2F98-7511-053F31F3094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EB6210-68AF-7B4B-A4C6-CF07198A82BA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887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71325F-745C-9673-B820-B764D1DC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991FB5-6D32-38C9-4A25-ACD6756334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78EEFAE-2BC9-0575-ED35-EFD0389D00C9}"/>
              </a:ext>
            </a:extLst>
          </p:cNvPr>
          <p:cNvSpPr/>
          <p:nvPr/>
        </p:nvSpPr>
        <p:spPr>
          <a:xfrm>
            <a:off x="516102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CED2DC77-51E2-E227-673F-DEB94B78E94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E2E19D0-8543-BBE4-9B70-CDA1CF71DCF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DEFD2C-2006-8D70-FC58-7694D2DB3E64}"/>
              </a:ext>
            </a:extLst>
          </p:cNvPr>
          <p:cNvSpPr/>
          <p:nvPr/>
        </p:nvSpPr>
        <p:spPr>
          <a:xfrm>
            <a:off x="1245217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2DB91E-64ED-FE2E-E004-DB51FC7DC1BB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CC7E9C-AAEE-306D-1B66-B0FCB714E0E5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C5B8BDF-AD7F-8B7A-9A53-60CEBE54C6B8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8CE89B-1E95-FF91-0864-9C36752497B3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AEFA720-EFB9-7974-2E33-BA55B81DA45B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4C0B86E-B456-C0EF-E6C1-772DB3D3B5C4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74DDB3E-01E4-37FD-8F10-47C9B10A90CA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4573C2-4D27-BEDF-57DA-06E1BAD7999A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D8AEF11-B119-9E27-7915-CD05BD87F710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1240D94-3B57-17B6-D4CB-4253D55346D2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F24D32E-999F-5B7F-2C1A-C5A1C12F02E1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44975FC-13DF-BCE5-5FFA-620961082835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FA908C-A59D-342A-5535-ED070EA4A9C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A9D92EC-E6EC-5BDB-51A6-4AB4CDC3D31D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DC6F363-4C63-A418-092E-AEB788EFCA30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32033ED-1493-4649-EE4E-F08C678BCF2C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AB34EA8-D670-669D-DCCC-D39730B521A9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585043D-EA65-833B-8E15-C8B36F2AE8E3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8266F8-AFEC-A056-6103-28448FD12FC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3BE1E1-1035-FC9C-EE78-70045120D4E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30F8CE1-B893-D8E3-DED5-0E4C537FF789}"/>
              </a:ext>
            </a:extLst>
          </p:cNvPr>
          <p:cNvCxnSpPr>
            <a:cxnSpLocks/>
            <a:endCxn id="5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15BA7C98-6A22-8384-C563-7BE7584D5AA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DB2627B-2920-26D2-BA07-963D70F68AFF}"/>
              </a:ext>
            </a:extLst>
          </p:cNvPr>
          <p:cNvCxnSpPr>
            <a:cxnSpLocks/>
            <a:stCxn id="55" idx="2"/>
            <a:endCxn id="5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533171E4-9711-9648-56F7-B1E5A3EA83A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931E65-03DB-FC5C-9D7D-B0F64C89088E}"/>
              </a:ext>
            </a:extLst>
          </p:cNvPr>
          <p:cNvCxnSpPr>
            <a:cxnSpLocks/>
            <a:stCxn id="55" idx="5"/>
            <a:endCxn id="5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2FD771C-EB27-B6CB-7953-8A5093E0EFA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C279BD0-28B1-5945-FFAF-8253A4ADAA3B}"/>
              </a:ext>
            </a:extLst>
          </p:cNvPr>
          <p:cNvCxnSpPr>
            <a:cxnSpLocks/>
            <a:stCxn id="5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66652975-3ACD-E4FC-6AE3-1995893825D4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676DB13-60A9-71AC-1AFF-5BB4632F412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E0596D-1BA5-C17F-DE61-2ABA2A441C21}"/>
              </a:ext>
            </a:extLst>
          </p:cNvPr>
          <p:cNvCxnSpPr>
            <a:cxnSpLocks/>
            <a:stCxn id="64" idx="2"/>
            <a:endCxn id="5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B97C690-75AD-A56E-1FB8-EDF2A4889497}"/>
              </a:ext>
            </a:extLst>
          </p:cNvPr>
          <p:cNvCxnSpPr>
            <a:cxnSpLocks/>
            <a:stCxn id="64" idx="3"/>
            <a:endCxn id="5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2E31F26-B71F-DE34-FF06-A71A292DFFC3}"/>
              </a:ext>
            </a:extLst>
          </p:cNvPr>
          <p:cNvCxnSpPr>
            <a:cxnSpLocks/>
            <a:stCxn id="53" idx="3"/>
            <a:endCxn id="6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2D4AC91-1C3F-9CB0-A6A3-5C84A7CB7DE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799871D-A3BB-6866-9F12-27FD1C22254C}"/>
              </a:ext>
            </a:extLst>
          </p:cNvPr>
          <p:cNvCxnSpPr>
            <a:cxnSpLocks/>
            <a:stCxn id="69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9745AD0-3CC6-601C-969A-CF1AE4BEF8B3}"/>
              </a:ext>
            </a:extLst>
          </p:cNvPr>
          <p:cNvCxnSpPr>
            <a:cxnSpLocks/>
            <a:stCxn id="69" idx="0"/>
            <a:endCxn id="6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4BFFAEA-70D9-D7B4-5AE1-85244C133B1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81EF900-02EA-F996-7076-6B8F7FA4D84E}"/>
              </a:ext>
            </a:extLst>
          </p:cNvPr>
          <p:cNvCxnSpPr>
            <a:cxnSpLocks/>
            <a:stCxn id="72" idx="2"/>
            <a:endCxn id="6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30064392-81D7-91E3-4636-F8DA4F27D10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596EB0-FE18-3D20-B748-7417FF07716E}"/>
              </a:ext>
            </a:extLst>
          </p:cNvPr>
          <p:cNvCxnSpPr>
            <a:cxnSpLocks/>
            <a:stCxn id="72" idx="7"/>
            <a:endCxn id="6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0348F04-0001-5A36-E5BF-61022E7D2D24}"/>
              </a:ext>
            </a:extLst>
          </p:cNvPr>
          <p:cNvCxnSpPr>
            <a:cxnSpLocks/>
            <a:stCxn id="72" idx="5"/>
            <a:endCxn id="74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A8EF4A5-CC3B-21E1-3BBC-5D049F5BBF37}"/>
              </a:ext>
            </a:extLst>
          </p:cNvPr>
          <p:cNvCxnSpPr>
            <a:cxnSpLocks/>
            <a:stCxn id="74" idx="2"/>
            <a:endCxn id="69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68A2361E-E80A-156A-26C7-8CE2141FB325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7998B15-2E85-1F58-A182-8A139FB2476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DB6F76C-6A67-B70A-2B0A-989ED630792C}"/>
              </a:ext>
            </a:extLst>
          </p:cNvPr>
          <p:cNvCxnSpPr>
            <a:cxnSpLocks/>
            <a:stCxn id="78" idx="4"/>
            <a:endCxn id="79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22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6F051-8ED1-6302-3EA6-BF479589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89C1D4-1A91-3C7F-E770-8954BA6E0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2A13236-B190-AD66-84CA-0673CD7EB87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1D25B22-F0C7-01FB-2DCF-E632E04FD2C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4205578-40F8-A52A-BF28-849393FD9AB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A14AD5-4935-437B-1ED8-C658175E8A1B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670E7-2A99-1391-8AF7-82BCA070C64B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CB6EA6-1DBC-D095-ABF0-740595B96FC8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A4DF00-FAFF-A70C-E504-0B7E522887A2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055B77F-598B-ACDA-75DC-FE2EDE23CF1B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1A17C6-4C68-0115-4D64-AB11B28D1E0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2367185-6AB3-7B5A-85BF-C78D6CDE9D74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CE8055D-F771-934C-8571-403A9C7D1A7D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106C74-D932-D336-43C3-21033C651044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8ED9FE5-849E-7D1E-885A-C790ADA20947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480F135-5C86-E5C2-BB61-4F3EE3F17687}"/>
              </a:ext>
            </a:extLst>
          </p:cNvPr>
          <p:cNvSpPr/>
          <p:nvPr/>
        </p:nvSpPr>
        <p:spPr>
          <a:xfrm>
            <a:off x="1245217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27791-AB9B-C3AF-46E7-80F781F6FA9D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FE5C604-FE87-0BC0-19C0-22C392D98133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1CF221E-A713-BD03-79A1-D162FE488FC9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706D993-9AB2-9F9C-A91C-1C8D18DBCC93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AF284D1-E4DC-B66E-3050-66EC8E994C53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3F8EAE8-D059-985A-E37C-CFF88D9FC02B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38EF4A2-7798-06D6-D112-C0EDC57628D6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BB143-E04E-CDC9-4A65-D2FA562819CE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89502F7-06AA-346D-8732-AA326608901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4CCAB72-5913-1C38-7343-1BD086D47DA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5E102B0-3707-C998-2859-298BD3AC5B7E}"/>
              </a:ext>
            </a:extLst>
          </p:cNvPr>
          <p:cNvCxnSpPr>
            <a:cxnSpLocks/>
            <a:endCxn id="3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5016F42-440A-D519-4B55-0E755E66FE6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5EA5FBD-F7F3-0FAF-3962-E55454C8685C}"/>
              </a:ext>
            </a:extLst>
          </p:cNvPr>
          <p:cNvCxnSpPr>
            <a:cxnSpLocks/>
            <a:stCxn id="38" idx="2"/>
            <a:endCxn id="3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51E0B904-BA27-0D5A-4350-74DAAD681348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DF4AE41-08CB-94D1-3C57-7AECC6AFCF82}"/>
              </a:ext>
            </a:extLst>
          </p:cNvPr>
          <p:cNvCxnSpPr>
            <a:cxnSpLocks/>
            <a:stCxn id="38" idx="5"/>
            <a:endCxn id="3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744C9FB-1623-84EF-D925-4B56AC539BD7}"/>
              </a:ext>
            </a:extLst>
          </p:cNvPr>
          <p:cNvCxnSpPr>
            <a:cxnSpLocks/>
            <a:stCxn id="42" idx="2"/>
            <a:endCxn id="38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305C369-8258-38A0-6573-16A0C777567D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8ECC8F71-5BD8-1DE7-6F99-7ED2DBD7CD1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480287B-3EE5-98FB-8975-F9A4BF500EC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EFDD18B-EBC9-35E6-06C5-B4CC41E99AAC}"/>
              </a:ext>
            </a:extLst>
          </p:cNvPr>
          <p:cNvCxnSpPr>
            <a:cxnSpLocks/>
            <a:stCxn id="53" idx="2"/>
            <a:endCxn id="42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B04EFE0-280E-7B06-E48D-4A7A11D4B0B4}"/>
              </a:ext>
            </a:extLst>
          </p:cNvPr>
          <p:cNvCxnSpPr>
            <a:cxnSpLocks/>
            <a:stCxn id="53" idx="3"/>
            <a:endCxn id="3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6F8387B-614C-C708-8AD1-C41A710FAAEF}"/>
              </a:ext>
            </a:extLst>
          </p:cNvPr>
          <p:cNvCxnSpPr>
            <a:cxnSpLocks/>
            <a:stCxn id="33" idx="3"/>
            <a:endCxn id="5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6B02C70-6BD8-8EA1-035F-E73DDB65383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665F13E-ADAE-1B57-3AEF-9DBB9F9CB8B1}"/>
              </a:ext>
            </a:extLst>
          </p:cNvPr>
          <p:cNvCxnSpPr>
            <a:cxnSpLocks/>
            <a:stCxn id="5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EA9711-F272-5CF5-FA26-635C3F4A09E3}"/>
              </a:ext>
            </a:extLst>
          </p:cNvPr>
          <p:cNvCxnSpPr>
            <a:cxnSpLocks/>
            <a:stCxn id="57" idx="0"/>
            <a:endCxn id="5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AC3A813A-F0F4-CFC9-F5AE-4B99148EF47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B2B7AA4-017E-344B-F824-08EC9C2BAA3E}"/>
              </a:ext>
            </a:extLst>
          </p:cNvPr>
          <p:cNvCxnSpPr>
            <a:cxnSpLocks/>
            <a:stCxn id="60" idx="2"/>
            <a:endCxn id="5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4CF3D3FF-804E-0366-0870-4C0C3DB716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92073B3-9F23-3383-32FD-9C4C15B49B3F}"/>
              </a:ext>
            </a:extLst>
          </p:cNvPr>
          <p:cNvCxnSpPr>
            <a:cxnSpLocks/>
            <a:stCxn id="60" idx="7"/>
            <a:endCxn id="5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30A3770-7348-80AC-F96D-8745BF73D594}"/>
              </a:ext>
            </a:extLst>
          </p:cNvPr>
          <p:cNvCxnSpPr>
            <a:cxnSpLocks/>
            <a:stCxn id="60" idx="5"/>
            <a:endCxn id="64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B02B51B-3BBF-C810-A155-9639E5B02A40}"/>
              </a:ext>
            </a:extLst>
          </p:cNvPr>
          <p:cNvCxnSpPr>
            <a:cxnSpLocks/>
            <a:stCxn id="64" idx="2"/>
            <a:endCxn id="5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621A8966-1FDA-6E10-A6B1-68A2F92E37B7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D338BBA-5246-E9DD-DE0F-EDD845637A9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E68C095-B5DC-AFC4-F801-665FBADA2731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8434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924B3-1FDF-1B7B-7E20-91A4F1F2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CFA099-29BB-48D9-1140-9A68DE36D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5C77FD97-0735-9964-47D8-FAAB45D2BE2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69E7511-8CB5-9668-B836-588073CA3DF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57E846-1EA9-D952-6733-EF8270138026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8620230-30C2-56CC-C79E-22B128FD548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7CBA7A-955D-1347-1B4A-9CECAD00B8A7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3A89AB1-B9FD-7694-0D1D-F4FF269E7AF7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A67B6A5-7EAC-9DA9-EA6E-279D4BA57A20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35B04A2-A757-F51C-2936-B03177B6012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DE90D35-9AB7-CF62-462C-F7F381DBD57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B1F83C-B78E-0BAB-808C-C7EAC9142F45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5EB5A1D-ECE5-9E0C-D08C-4E163CC7993F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5A6C32F-D7AE-25A3-27A1-1914614266B6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0930767-1B5E-3EDB-502E-6E3B1F7FF859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381D3AD-F7CA-6D98-60A8-0D4F38BE2069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A6E19C8-5E08-C0BB-9DCB-FB6D1E5D8C3E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0674C39-1C73-95EB-341E-F273D0F0A8D1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9E063EE-9B79-48B6-52C7-50FB826C4DB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B72B58E-0DD7-033F-CF40-609E11E6469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B63A79A-600D-2E8F-D7AF-9D6F29359978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9D11D96-03B1-5E9D-0F98-0FE818C2E5C7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491B935-43EC-C4A7-11EC-F7BBA623C02E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1B95244-0533-F3E0-59B1-2A61875D49D8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10146ED-09E8-8C9B-1B70-8CE1A7B431B8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DFEEE3C-71CF-59D9-B3AC-96A0B75E72E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8D3F95A-3920-EB5E-49A6-6D56EC822435}"/>
              </a:ext>
            </a:extLst>
          </p:cNvPr>
          <p:cNvCxnSpPr>
            <a:cxnSpLocks/>
            <a:endCxn id="65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C5EE2FE-C406-09F3-F14C-6AB810D5B28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2F01FA5-B89F-BCA6-0EE9-21A6577D9A80}"/>
              </a:ext>
            </a:extLst>
          </p:cNvPr>
          <p:cNvCxnSpPr>
            <a:cxnSpLocks/>
            <a:stCxn id="69" idx="2"/>
            <a:endCxn id="65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1E558902-BA4B-11CF-D3FA-217C341B506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FD86093-1296-D487-A864-A47576B2E5AB}"/>
              </a:ext>
            </a:extLst>
          </p:cNvPr>
          <p:cNvCxnSpPr>
            <a:cxnSpLocks/>
            <a:stCxn id="69" idx="5"/>
            <a:endCxn id="66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5E796B0-FCBD-1134-DA09-4CC3930A8252}"/>
              </a:ext>
            </a:extLst>
          </p:cNvPr>
          <p:cNvCxnSpPr>
            <a:cxnSpLocks/>
            <a:stCxn id="71" idx="2"/>
            <a:endCxn id="69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2952144-D941-2A46-B706-18DBB372A508}"/>
              </a:ext>
            </a:extLst>
          </p:cNvPr>
          <p:cNvCxnSpPr>
            <a:cxnSpLocks/>
            <a:stCxn id="69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EBEFE63D-5C72-BC36-D6E1-67DB0261756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24B20D7-3ABC-EE91-E925-489C54C9180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EF1927D-9242-FB08-9725-1BA0BB8DBC4E}"/>
              </a:ext>
            </a:extLst>
          </p:cNvPr>
          <p:cNvCxnSpPr>
            <a:cxnSpLocks/>
            <a:stCxn id="76" idx="2"/>
            <a:endCxn id="71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E5AA40A-7177-F032-329E-45E056D59686}"/>
              </a:ext>
            </a:extLst>
          </p:cNvPr>
          <p:cNvCxnSpPr>
            <a:cxnSpLocks/>
            <a:stCxn id="76" idx="3"/>
            <a:endCxn id="66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B49CB85-4736-D837-EA12-CB66A9991372}"/>
              </a:ext>
            </a:extLst>
          </p:cNvPr>
          <p:cNvCxnSpPr>
            <a:cxnSpLocks/>
            <a:stCxn id="66" idx="3"/>
            <a:endCxn id="75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7AE07D5B-61E4-3879-80EA-B138F7B34FB7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A6CAE8E-DAC2-7E9B-5439-08E2FA176CB6}"/>
              </a:ext>
            </a:extLst>
          </p:cNvPr>
          <p:cNvCxnSpPr>
            <a:cxnSpLocks/>
            <a:stCxn id="80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E88A20A-FAC4-7D8F-E4CA-840B8F4199BC}"/>
              </a:ext>
            </a:extLst>
          </p:cNvPr>
          <p:cNvCxnSpPr>
            <a:cxnSpLocks/>
            <a:stCxn id="80" idx="0"/>
            <a:endCxn id="75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1DE01522-12CB-DD85-93A2-9D361BE047D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D4B7229-0689-A3E7-166C-6D87ED0FD880}"/>
              </a:ext>
            </a:extLst>
          </p:cNvPr>
          <p:cNvCxnSpPr>
            <a:cxnSpLocks/>
            <a:stCxn id="83" idx="2"/>
            <a:endCxn id="75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C0795905-D33E-DE73-E76A-3EC24F86120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76C74E-708B-814D-0A0D-DAE9ECBF47EC}"/>
              </a:ext>
            </a:extLst>
          </p:cNvPr>
          <p:cNvCxnSpPr>
            <a:cxnSpLocks/>
            <a:stCxn id="83" idx="7"/>
            <a:endCxn id="76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E199B7-2B92-DE1A-5466-0704EC2DC757}"/>
              </a:ext>
            </a:extLst>
          </p:cNvPr>
          <p:cNvCxnSpPr>
            <a:cxnSpLocks/>
            <a:stCxn id="83" idx="5"/>
            <a:endCxn id="85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294512-279F-9178-4A31-52F48A2AEAEE}"/>
              </a:ext>
            </a:extLst>
          </p:cNvPr>
          <p:cNvCxnSpPr>
            <a:cxnSpLocks/>
            <a:stCxn id="85" idx="2"/>
            <a:endCxn id="80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C33032A-1BBA-4D55-C793-8EA78107D48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1037DAF-340E-10F0-AF0B-4A0E6A63336C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551C53E-DD2A-408B-9007-5C6AA6F69786}"/>
              </a:ext>
            </a:extLst>
          </p:cNvPr>
          <p:cNvCxnSpPr>
            <a:cxnSpLocks/>
            <a:stCxn id="89" idx="4"/>
            <a:endCxn id="90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407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89CB0-9F13-9795-EDA8-FE5ABFB2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7D9C30-5E1D-5FF3-31E9-20D485ED5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75A1C8D-5B82-F4F8-BBA6-4853A306E4C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53499DD-3585-2E24-1C1E-3195DD5EFC0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3F8318-E16B-97E7-6B58-13A75A134AC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08316EA-19E2-B5B7-EACB-D43E9CFC42C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EDF436-2CB8-44E1-789C-6676010AA6A6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3113BCD-0D6E-C8E7-A05A-E346D0AEF56E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0FA52F-99D0-D349-0330-751005277A2A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EB57B4-A68F-89C3-53B9-5EE9194D7EF2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119F3B-D90A-7671-DAF9-2FF4BBF7151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BCF244E-ACD3-0FF5-8213-173E96089495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000B1AD-4562-20E6-19C7-B68C80804060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835A07E-9AB0-FAF7-8AFB-56FDC50A0DCC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547BFC4-B488-F36A-EF2A-69A0F6033C7C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1EB1D18-EF54-B2A0-520A-BA837BA22A8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E4265A0-16BA-28CA-2B8D-B38BD316A479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C84884D-064C-5122-116B-3339E21CC8BF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523C562-9728-5C60-35F3-F635330F49D8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15217BF-B3CE-711E-C990-A3DAEAC91446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F29F1A8-2B94-2366-09C7-8919EEDCB1E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4B1308-A875-484D-6FF9-CBA203A117D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26ACDB2-CEF7-5F64-A69A-36BE6B6C1658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69B4620-855F-7BCA-1A81-7F53B321A38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E5781E7-25C6-732F-5BB0-07C7B4E82AA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89D3FFD-B65E-E8D8-69B2-02E15BBC37D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E4D24F-6BFD-57E1-16B7-B15BEFFCFBA8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43036E14-B6DC-5685-5981-2F6C270A5990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493AC1-3D95-9621-40EF-E21064A4584F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AF001C1-8C0C-48B9-CE5D-ADBF554B57C3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9B0AA14-3AF5-E001-5584-59EB06F6E779}"/>
              </a:ext>
            </a:extLst>
          </p:cNvPr>
          <p:cNvCxnSpPr>
            <a:cxnSpLocks/>
            <a:stCxn id="54" idx="5"/>
            <a:endCxn id="51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C136D90-DFDC-929B-4683-2A4D05E9CDDE}"/>
              </a:ext>
            </a:extLst>
          </p:cNvPr>
          <p:cNvCxnSpPr>
            <a:cxnSpLocks/>
            <a:stCxn id="56" idx="2"/>
            <a:endCxn id="5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7A5535C-FF97-3FF1-5633-24E055E0F537}"/>
              </a:ext>
            </a:extLst>
          </p:cNvPr>
          <p:cNvCxnSpPr>
            <a:cxnSpLocks/>
            <a:stCxn id="5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4C4479B-BC53-79BE-3923-B8711868DF30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C8D76BE-539C-F62A-D72E-75325C1C213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6CB4E29-FD09-5832-43E0-4E17D261B4A3}"/>
              </a:ext>
            </a:extLst>
          </p:cNvPr>
          <p:cNvCxnSpPr>
            <a:cxnSpLocks/>
            <a:stCxn id="63" idx="2"/>
            <a:endCxn id="5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4F09AE1-6053-B134-8A55-6A469C67E3E0}"/>
              </a:ext>
            </a:extLst>
          </p:cNvPr>
          <p:cNvCxnSpPr>
            <a:cxnSpLocks/>
            <a:stCxn id="63" idx="3"/>
            <a:endCxn id="51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52F01A-95B0-0977-DD97-CCE98921915C}"/>
              </a:ext>
            </a:extLst>
          </p:cNvPr>
          <p:cNvCxnSpPr>
            <a:cxnSpLocks/>
            <a:stCxn id="51" idx="3"/>
            <a:endCxn id="60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732B718B-42B1-AC62-231E-83BBD6DD722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F8DF632-586C-6436-F517-DA9E537DBDA3}"/>
              </a:ext>
            </a:extLst>
          </p:cNvPr>
          <p:cNvCxnSpPr>
            <a:cxnSpLocks/>
            <a:stCxn id="6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A1FF8C2-B210-2BDC-65E2-C3FADEFED931}"/>
              </a:ext>
            </a:extLst>
          </p:cNvPr>
          <p:cNvCxnSpPr>
            <a:cxnSpLocks/>
            <a:stCxn id="68" idx="0"/>
            <a:endCxn id="60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F337890B-2FB6-B4DF-B18E-9F05B02BE45A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7864B0-9DAE-E65E-7DEB-AA30CC099D63}"/>
              </a:ext>
            </a:extLst>
          </p:cNvPr>
          <p:cNvCxnSpPr>
            <a:cxnSpLocks/>
            <a:stCxn id="71" idx="2"/>
            <a:endCxn id="60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E43A36AC-DFBF-83B2-DB9F-CFB342F3D51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82AE38A-E80E-FE15-6319-D87C43D7E9F8}"/>
              </a:ext>
            </a:extLst>
          </p:cNvPr>
          <p:cNvCxnSpPr>
            <a:cxnSpLocks/>
            <a:stCxn id="71" idx="7"/>
            <a:endCxn id="6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F999AD3-F0E9-5467-783A-81A09664725E}"/>
              </a:ext>
            </a:extLst>
          </p:cNvPr>
          <p:cNvCxnSpPr>
            <a:cxnSpLocks/>
            <a:stCxn id="71" idx="5"/>
            <a:endCxn id="7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8D6612F-CC73-C0D3-65A6-067CDA5E1185}"/>
              </a:ext>
            </a:extLst>
          </p:cNvPr>
          <p:cNvCxnSpPr>
            <a:cxnSpLocks/>
            <a:stCxn id="73" idx="2"/>
            <a:endCxn id="6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7C231F68-B00A-3D77-75A1-DB50186D865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09D84A8-3484-3B99-7D18-28AF51F218E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773FE52-7C1F-94EC-185C-D8103D0F8A4E}"/>
              </a:ext>
            </a:extLst>
          </p:cNvPr>
          <p:cNvCxnSpPr>
            <a:cxnSpLocks/>
            <a:stCxn id="77" idx="4"/>
            <a:endCxn id="7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4404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A60AF-55D5-AC4C-332F-65F8343E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3AB41D-11E6-C114-9ECE-CE406FD74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91444DE9-F3C4-3FE2-408B-C5A9818C82D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C0A4D5D-DE47-0127-63C5-11D5257AECA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252C1DB-02F1-7CD3-53D1-EF40C93CF3D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3C458E-8D17-E644-7CD1-8C6E72838A7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9D8F071-91C9-868C-68D9-56AAB3E048E4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522CA8-88DE-EDEE-DA7F-B1545C2D35B0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1828D3B-04A0-D1ED-EE04-8FF935EDDAC5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0DF8D4-94F6-555A-54AC-D4A17DBF31DF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40AECBF-F095-8A3E-978A-DA191C10C9B5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1E9DFDA-BB53-4F1D-C011-87F385D498B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8028BF-6724-8DC5-0635-A754FCCB8871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B5F5749-7738-290B-B023-D68DA21F835B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3DD26CE-1061-4D16-D5DF-4263AEEC19B1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E8F166E-9930-ADB6-4952-91D07183F6E4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3C44356-5E2A-026D-AAEB-FF976C7C5CD7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2F346B5-E83E-6F1A-BB59-D51DEEBC9CA8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3033558-7CC5-21A9-226F-788AC3B1297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0B76095-9122-868F-D5F9-5D74C351CC98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529315-85BA-5BEF-AC18-1BE25ACC730D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661E031-03FB-B5A0-5F51-8EEF5CAB8D00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042EB3B-5F54-9518-1956-E066FCC09D7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8964D0C-A8B4-3D91-409F-369F5DE0C9A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F9A08D6-C376-DFAB-727B-6D1ED453BA9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FA3E6BF-4784-351A-280D-D265F81F5A2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DA5E99-F744-A5CC-6918-5F514FF9C11D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2921F3E3-372F-422C-0FBB-B46F3C5CD78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C5E2A0-D1D9-2803-98A6-7BC606575C2D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DA8DB541-EF67-3C07-7380-7AD383C8B21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9D4DDE0-DDEB-3EA7-3873-913F31B4E73E}"/>
              </a:ext>
            </a:extLst>
          </p:cNvPr>
          <p:cNvCxnSpPr>
            <a:cxnSpLocks/>
            <a:stCxn id="54" idx="5"/>
            <a:endCxn id="51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DB0060D-6CC2-3362-9891-8CE99041C7C9}"/>
              </a:ext>
            </a:extLst>
          </p:cNvPr>
          <p:cNvCxnSpPr>
            <a:cxnSpLocks/>
            <a:stCxn id="56" idx="2"/>
            <a:endCxn id="5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2A3024E-E84B-A110-D613-054A692BAE31}"/>
              </a:ext>
            </a:extLst>
          </p:cNvPr>
          <p:cNvCxnSpPr>
            <a:cxnSpLocks/>
            <a:stCxn id="5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D3B1DC63-AC3D-9718-ED6D-4395DF22248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7FA4C94-F3DF-4A7C-2E2D-EA1DB63575B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3EE9466-1084-8A57-E85E-B9BB1797147A}"/>
              </a:ext>
            </a:extLst>
          </p:cNvPr>
          <p:cNvCxnSpPr>
            <a:cxnSpLocks/>
            <a:stCxn id="63" idx="2"/>
            <a:endCxn id="5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FB2C2A-926F-7373-9EDD-2A9B14CE0ACC}"/>
              </a:ext>
            </a:extLst>
          </p:cNvPr>
          <p:cNvCxnSpPr>
            <a:cxnSpLocks/>
            <a:stCxn id="63" idx="3"/>
            <a:endCxn id="51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99D7A8D-4C2D-45F4-5F54-961D57BF7ABE}"/>
              </a:ext>
            </a:extLst>
          </p:cNvPr>
          <p:cNvCxnSpPr>
            <a:cxnSpLocks/>
            <a:stCxn id="51" idx="3"/>
            <a:endCxn id="60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E3ED83C7-A031-C045-EC69-ADB41A3BF08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183A491-2961-672D-42A8-A8376F126EF0}"/>
              </a:ext>
            </a:extLst>
          </p:cNvPr>
          <p:cNvCxnSpPr>
            <a:cxnSpLocks/>
            <a:stCxn id="6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78EE5A-F5B6-BA25-8A2A-16733C040CB4}"/>
              </a:ext>
            </a:extLst>
          </p:cNvPr>
          <p:cNvCxnSpPr>
            <a:cxnSpLocks/>
            <a:stCxn id="68" idx="0"/>
            <a:endCxn id="60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2790F038-1A27-AB5F-5D23-79B41967D35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0E5F15D-D3DC-E662-149F-3B71D11E7F02}"/>
              </a:ext>
            </a:extLst>
          </p:cNvPr>
          <p:cNvCxnSpPr>
            <a:cxnSpLocks/>
            <a:stCxn id="71" idx="2"/>
            <a:endCxn id="60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46526F3C-7998-C0DE-9D54-D37CEA9745C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77E7B6-04C8-A902-58EE-9E410E7846FD}"/>
              </a:ext>
            </a:extLst>
          </p:cNvPr>
          <p:cNvCxnSpPr>
            <a:cxnSpLocks/>
            <a:stCxn id="71" idx="7"/>
            <a:endCxn id="6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1AA6E22-3825-5D5A-C850-074EEC983802}"/>
              </a:ext>
            </a:extLst>
          </p:cNvPr>
          <p:cNvCxnSpPr>
            <a:cxnSpLocks/>
            <a:stCxn id="71" idx="5"/>
            <a:endCxn id="7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51E2C05-C904-EC30-7C31-D9BF1BA31670}"/>
              </a:ext>
            </a:extLst>
          </p:cNvPr>
          <p:cNvCxnSpPr>
            <a:cxnSpLocks/>
            <a:stCxn id="73" idx="2"/>
            <a:endCxn id="6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397A7A01-0B47-E9F6-ADFF-D4DDC6D4B39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29140CC-6A7D-D2AC-BE56-771599ABFE9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8202306-77B5-FA04-1249-457D89958FE6}"/>
              </a:ext>
            </a:extLst>
          </p:cNvPr>
          <p:cNvCxnSpPr>
            <a:cxnSpLocks/>
            <a:stCxn id="77" idx="4"/>
            <a:endCxn id="7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9055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190EE-97EC-C292-BDAF-1D4F40A5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535833-A94E-B9D0-F290-B58EE8FE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8217484-6F3D-D3FF-208D-9291AD37A81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172A9D6-1B32-536F-C7F7-78EE58DE635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31E8E4-1B57-9097-F09B-F19E9C5B30D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37988B-8B39-C260-B559-1B221E192A01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87C860A-84EE-880F-4523-FC203A51DCC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874D834-86F3-ACA3-BF0A-D0DB0530D9B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0404AA-BCC1-7EF6-DBC4-C12C15C954CC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E6CE299-C41B-5176-1598-25B8490D737A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45AB14-4090-798F-E258-A787BB25C5CC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97CA9F-993E-5538-F8C0-927AD4A9186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C0380D7-A16F-0F8C-5AC2-F8E40DE83C98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7DAD1C6-5861-A08E-A21D-322CC9653EF1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E194A6F4-54C6-B7D0-F41C-6E5CCB321082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C9C573C-608B-2388-C3B1-2A10F3D65C58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1F76651-1CBC-9DFB-9AAB-2FCEDD0CB5F5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BF7828A-7978-70A8-F6CD-3BB0945261E9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DE83CB8-5CD9-E128-3F71-E40F55FD85E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CFB9BE2-3046-35E2-FBC4-7FA3B0DC9DA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5A6304D-FDAB-ACC0-2226-911C5A1FEC8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2B52FC9-0D55-ECA9-E122-E48ABF2E78B6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14E2F4C-352A-1896-A2DF-2F90AA346A66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7751468-9211-A2DD-94A7-8432275A717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E1A3313-5DD0-E117-C7CA-DCA4A4F7894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0B3997-2736-FFF0-8527-DDDE4076FDC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4356C29-29B0-8116-69B6-57A116F1C07B}"/>
              </a:ext>
            </a:extLst>
          </p:cNvPr>
          <p:cNvCxnSpPr>
            <a:cxnSpLocks/>
            <a:endCxn id="6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4DAD177-2BFC-5010-195B-BA10AA75120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D0B4414-8170-9FBD-CE03-010FD2D461B2}"/>
              </a:ext>
            </a:extLst>
          </p:cNvPr>
          <p:cNvCxnSpPr>
            <a:cxnSpLocks/>
            <a:stCxn id="66" idx="2"/>
            <a:endCxn id="6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F6BA03EA-4E4A-D040-EF34-04E6FBCF764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C395D83-4A8F-C089-3BE6-95D229329E4A}"/>
              </a:ext>
            </a:extLst>
          </p:cNvPr>
          <p:cNvCxnSpPr>
            <a:cxnSpLocks/>
            <a:stCxn id="66" idx="5"/>
            <a:endCxn id="6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30E2322-8E58-A89A-339E-8EA628AB511F}"/>
              </a:ext>
            </a:extLst>
          </p:cNvPr>
          <p:cNvCxnSpPr>
            <a:cxnSpLocks/>
            <a:stCxn id="69" idx="2"/>
            <a:endCxn id="6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114D05-EFCF-5F88-10B0-BBCDC621765A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82EAEC99-D61A-168E-3BC3-95CBBDD815C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4E3FA263-870D-C1CC-8895-05E2119AC70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4268743-5550-C3F3-A0F0-6C4F8955E4AB}"/>
              </a:ext>
            </a:extLst>
          </p:cNvPr>
          <p:cNvCxnSpPr>
            <a:cxnSpLocks/>
            <a:stCxn id="74" idx="2"/>
            <a:endCxn id="6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B91A4F1-68D8-2008-5713-A38E7E134FC8}"/>
              </a:ext>
            </a:extLst>
          </p:cNvPr>
          <p:cNvCxnSpPr>
            <a:cxnSpLocks/>
            <a:stCxn id="74" idx="3"/>
            <a:endCxn id="6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3F892E5-61B1-2F7E-000D-ECC6CE309DE7}"/>
              </a:ext>
            </a:extLst>
          </p:cNvPr>
          <p:cNvCxnSpPr>
            <a:cxnSpLocks/>
            <a:stCxn id="64" idx="3"/>
            <a:endCxn id="7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C4AD1918-9B95-8A59-0FAD-1706162466D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E3AF2C-76B3-8C14-A419-4E4893991F70}"/>
              </a:ext>
            </a:extLst>
          </p:cNvPr>
          <p:cNvCxnSpPr>
            <a:cxnSpLocks/>
            <a:stCxn id="7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CE53D87-DDD3-8852-DFA3-95F64DB81EDC}"/>
              </a:ext>
            </a:extLst>
          </p:cNvPr>
          <p:cNvCxnSpPr>
            <a:cxnSpLocks/>
            <a:stCxn id="78" idx="0"/>
            <a:endCxn id="7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4EC02ACF-2B37-E3B5-0EAA-B26E1F0EFE8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1D63406-A63E-BC26-B4B1-BF3C96B0479D}"/>
              </a:ext>
            </a:extLst>
          </p:cNvPr>
          <p:cNvCxnSpPr>
            <a:cxnSpLocks/>
            <a:stCxn id="81" idx="2"/>
            <a:endCxn id="7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DAC91C49-872A-D408-58BB-E1A88414375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1623862-31E4-6F30-2D88-ACA670184022}"/>
              </a:ext>
            </a:extLst>
          </p:cNvPr>
          <p:cNvCxnSpPr>
            <a:cxnSpLocks/>
            <a:stCxn id="81" idx="7"/>
            <a:endCxn id="7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4ADD902-D88F-7A5B-BF76-B95F1D48BCB7}"/>
              </a:ext>
            </a:extLst>
          </p:cNvPr>
          <p:cNvCxnSpPr>
            <a:cxnSpLocks/>
            <a:stCxn id="81" idx="5"/>
            <a:endCxn id="8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59C43C4-E16B-6906-42FE-175FEC6E33D9}"/>
              </a:ext>
            </a:extLst>
          </p:cNvPr>
          <p:cNvCxnSpPr>
            <a:cxnSpLocks/>
            <a:stCxn id="83" idx="2"/>
            <a:endCxn id="7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223C86F9-C47E-0DE2-AE98-7D486A2DF76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68ACF43-F228-2B9E-8AF7-D122A91490FA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7657DD4-64CA-E02D-435C-45E9B7252B13}"/>
              </a:ext>
            </a:extLst>
          </p:cNvPr>
          <p:cNvCxnSpPr>
            <a:cxnSpLocks/>
            <a:stCxn id="87" idx="4"/>
            <a:endCxn id="8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8205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3D1B05-755D-8DD3-A99F-6DA45597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2DB1B-B441-0829-5EF4-2743F76A7C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4DC8206-28F0-FFBB-514D-52A56025964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8AE297D-BEE2-EEC6-9BC2-B5BDDDBBFF4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C49CD2-248E-EA67-0E1C-5F57B2EBAC6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876E62A-9993-A3A9-C43F-1DC56F124B1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29484B4-3C2F-997A-8935-7EE70BD50884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E22D594-652B-F9E9-C802-90F8FFCB8094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DAE5989-EB41-BA85-A24E-3ED031DC71C9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CDABE0-D499-A7CA-BE34-85A65D71FAEE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CF854D4-35D6-5B10-09B5-39C8E6CEF63D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CD1EE24-AE31-1062-D8AC-C6B36E80B4BC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D6A83D8-B8AF-1987-D2ED-EB644765BBA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17CF41-B361-FF65-3F3F-02DE2625C561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2AF067E-F799-BA43-97AB-2279990AEA9A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4854D0C-0C12-D938-719B-B962E7CF60E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BB94117-ABCE-B016-5C0A-AC5FA62A5C4A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342AB6-746C-5BDF-8584-2EC0A4427016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EC887C9-394B-E866-6561-FADCC4766AC8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598966B-EEBF-27E4-6FBB-FDA9A7379F86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1F75CF5-5055-8ABF-DF3B-64B1DC5AD63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6627C9-AA97-441A-503F-99A9391F913C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C87B460-2B71-5652-68D4-34B94D466E12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0F6554-881C-9554-E25C-8C8D8124543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2838F10-2EA8-51B4-D89A-D55A5BA66B96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551BC5-2923-0D9C-5708-8BB0DEEF8BB8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5B685B-61BC-DD30-FAE8-7DB12BBE1EDD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4C9C362-4791-0F7F-BFB7-C1618AC6570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C439C8-0432-55C4-2BCF-2A1711D45CB2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F68261F6-1270-9956-294B-4E961677A8D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6DCE1B-64E2-EE85-0F2D-9709EB7EA231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A3C972E-9CFF-FB16-81DF-B0031E36B2F7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26BF69-32DD-0D12-6959-1D2E66B27946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8B68F48-6FB7-7697-1E6A-CFFDDED5F93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FDA73DE-F557-A713-33AC-C33F563A87A5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B57CA65-FD25-3C8E-85F2-5C1F4E8086A3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038FC5B-6A2E-84D4-F2BD-3F5E11E0CD50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D694195-209F-BAE2-497F-357B21AD0058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56654A33-D621-91FA-3EEB-3CC439745FF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F412B6A-9C23-C3D4-03FE-597304F5A151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1239235-B20C-2FF9-881E-5AD9982DBC6A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F7DCFA8B-DDCA-A0B3-2B07-183F569E863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9F96537-F39E-6316-30F2-897EDC2B93E3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A61677DD-DA10-6F7F-A0EC-DC1F0009E14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53D72F9-4C53-4C42-634C-2B7FAC6B3262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C547317-41C9-3887-5E75-18430735F3D3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4F27BF-4C3C-0DDA-FE97-7C64D2A14243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574B8B1-6224-2A0A-74A9-8052E7A7EE2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3A9C609-FCE0-BFA4-36C2-A8B900F261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B8F305E-8C73-33BD-D8DE-607AF48EE90E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6834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BEE81C-D8E7-35DD-364F-36C05847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615C5F-DEBE-7F08-7699-4F48FCEEC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303361B-0ABC-11D7-F85E-B32C8CFC9BFC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D5B173-645A-6692-9486-07B565AC9B7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8F4C1E2-879E-AB22-0540-C9B883A73DD2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E4331-C4BA-2B46-318F-EF6ACC299637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BB87BEB-F9A3-CC18-6354-90D840816EB1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1E0CC2-49E0-1462-884E-B81C3DEEBED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E03047-D171-4AC9-9EF8-02565F55DAB8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8E6DE4-3B29-A374-D601-DEA1DA791ECE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60AB416-6F42-DEB2-C5A0-73F19A368200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A80B6E-D2B8-E9E9-8D66-081A6B73B5BA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B685434-FCE4-81D0-E334-8AC8D5015ABA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443C15E-0410-A803-9463-DD13C9060C8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E1B8B18-5515-6C1D-8867-5D0F59077B4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010822C-146B-782D-1E77-BA499F8765A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CBC5A96-43A1-2FEE-2BC9-0500CA717DC9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69BB572-BC36-4698-103B-A0500E3BFC7B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01251738-3FE9-3E3B-6058-AC0D31EFF2F1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D6D705-D62D-0DF6-17B3-F58CF766D0A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350F86-9E19-F1F4-6F4A-706321DB60DD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71AD361-068C-055F-99E3-735DEC25EFAD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AA94893-12A6-E489-CB00-062156A8C129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FDEF72-C61C-4A3D-9155-8166BDF3A49A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B6082C-288A-F364-1DE1-D3104A09674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2811-E6BA-A2FC-112F-4C804122BEA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E9693-D483-AAA7-F343-22065A2E5CE3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C8154A-5E9A-AEB1-FED5-71F834CAFBC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0FF6F6-8593-2AC8-EFF3-9D5195F83640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01C2772-C9F6-0AD3-B519-DB251F9BF74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B889F3-E8E6-584F-D944-5D20431B0BE0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AE1B588-5190-B3BA-A64F-695CE37A745A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9BF4779-3602-2A15-330E-A1DBFEB34D73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EABC786-79BB-C6B6-F89B-D082EE2616C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BE9B492-8F8D-ED8B-6C20-021C4DA6634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7E59BD-E513-53C6-9F0C-7CA7F70D72F7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84F085F-8205-3A8E-BAE3-6521E0099F54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1079DFE-84E7-8481-9D1B-D8376DE8A454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F35E5DC9-D04B-2527-92B6-E8AFEE7F5CD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1890808-E3F3-A851-DC07-228FC7625EA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5E24409-6A3E-BE78-2F3E-F3FDE7437DC8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BEF1016A-E5CB-E780-8F29-4E5B0A3B6D1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AC22ED-DF7D-B911-D9C8-1FFD6B693CDD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6CA588-94D2-A319-0B1D-B0493A28DD4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5F9830B-1077-348B-2CFE-C2B564F5FABD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79A1DA-3C33-D6E2-D830-CD0374F514CE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056165D-87AA-4F6A-3A82-55F6A059C7ED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82B24EFE-C478-CD22-7AB2-0853A2ABAB6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1FC0BE2-3E83-C91D-65C8-95EABEBBAB76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4C3DAF8-953E-EADD-29B1-F2F343EAF3C4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6471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A224C2-E9C9-49AC-34D7-5FB6B3A1E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8B34F6-BF53-0CD4-64C4-5C31B1AC66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5737824-2423-9A4C-FACA-BC0DBAB209A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1916DB3-CC4C-D51F-611E-1B7C8DAB87B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507BCA-B071-337F-EFF2-41D94874D31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2C780-2892-DF63-1559-688B98D80C89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6C040A-E197-325D-9167-084E6E57B1E6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414AB43-1C29-FEFF-0F46-FB2092D1120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A1BEC0-68EB-A220-3196-448F9B403FC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4FE6545-CDC1-883B-6BD2-38F4CE8CD9AC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7741B0-FE9D-30A0-E4AA-B3410737E662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E07345E-A136-29C7-2402-74F1918A0F0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49F3F7-D7A2-AA5E-11D5-DE9044454269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79875BF-D9A8-34BD-9FC6-6E0C61CFF201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09B8932-D496-7B60-F789-06AB8AA67BFF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BDACE10-72B9-7011-4DD7-499CF4801F8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7C3A8D2-CEA6-5CD9-90B9-E030D5BCC346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268D2BC-6F2C-B429-6630-6279A8ACF5FA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6F444A3-E273-58B3-4E15-520C3577EE55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EE6F1E5-4773-F50D-D9B7-B620B5B4B410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3947FE1-B428-EE6D-B514-A3194E1F7B65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67B41A-E70C-9ECA-97ED-8119BD78DB3D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7D7AF1-9E2F-12A8-CB9A-819B926DFF1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7B6B02A-DEBC-D865-EA55-FA08704E9091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BC94B44-9EB4-AA30-2B70-B6F00DEFD3A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4B7AC2-EBF8-6BFF-6755-99CDF2852F4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F2CD37-F5CA-F18D-AAB8-D37372BF82F0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A6C7A1A-1768-A1E5-5A5B-CA658D36305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E5E7E8-1D11-4D44-CE08-61CD0C440D03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8293CA2-C793-D2A7-73F8-F47F4AE75BE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1284A7-109B-3A58-8283-B495F26BBF61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8215749-8AEC-6D13-B451-91CC97059B2B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8F6AE7-0445-AFCF-0A1B-B4308167A32C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8FB955AF-39BB-CED5-BBD2-7F6BF8266932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A4E7E4C-4244-DE12-89D7-EB97CD3A68B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7A3C96-0A98-6E81-70C9-0D6955F275BC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CFB5220-05DF-D36F-9232-24A0D623A21B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395153-53AD-5D90-DED0-1E7B3D5B0F4F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7C45770D-E9AC-F219-E6F9-C9CE450F82B7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13587B-F808-DA1E-034C-46ADE4A5BAF8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25AA19E-0F43-DA98-2009-DB957DD62557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7DE0D273-9507-6319-11E2-0E30EABE9E0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CA17E4B-62ED-F0DB-B475-EA5CA6C306A7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E8CD0887-4AFB-54AF-4B78-D76516B195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9828861-1E20-D746-E12B-FF6BB2A39FFE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3F6C90-5697-7DBD-0AA8-90C5DA59E745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C5EEC47-3220-2D85-6FD9-0D7FDA1C6A3A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C97DEEB8-AF5B-82E5-C9A1-DD7A51DB86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479F7EB-46A2-78F4-7295-9CA1383C70C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C6DB6FE-573C-3D3D-FFCE-C7D49615EA62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5524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10A639-DC74-1B75-C85C-5078EDF5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401D1A-2558-DAB1-2D8E-2ED5432F5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248A0E9-7AC5-4315-43DD-9AECFD39F69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550FCDA-9994-FBFA-51FC-4A431E98EF8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8CDBC6-E63F-A6EF-0180-9677D597BB27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2DD81F5-D181-CBDF-C6B9-49E6060123CB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E07CF0-4064-CBC7-7BD3-E604F8A0C30D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25693-9086-4507-6782-220297FF8EC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E5AF83B-F423-0996-6AED-E9A435680B0D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821436C-D818-9BF1-43F0-CD30AFB605CD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60B23B-4E44-B349-C1DE-E2627960268F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B820F89-9601-8768-E721-46C98E5FA0DC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3C56709-17EE-8B95-579B-86F5652CECD0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1B71B2C-04B0-9483-0A88-0F2BBCAC2E7B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8E2BBE6-92DA-2227-BCBE-8488396E9CB5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63E61B2-A30D-FEDA-CB95-0BE52C0405DF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7DE7981-D453-31A8-ED16-4561388BBD94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0AD81A4-A605-516A-CE86-E772573AB47C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AB59E14-2B21-1CF5-45DE-F135971CC5B2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F9AF394-4FB3-D8C0-CC1C-93BC6EFEB77F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183AC76-39D7-8581-19D9-C02185948A62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42A5FDB-0D82-975B-4DB5-A64434C75FD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1952D3-F75E-E4EE-5528-2F7BFB473268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340FBE-513F-2C45-03C9-641931800024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6BC9C8-3478-B99A-B088-5ABA487B749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03FD10F-6B82-A50F-B1DB-55E85012CF4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FFB24A-ACE5-2E46-760B-505BB155D169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34B5609-4BA0-1F0E-9421-FE47326D8E68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357C56-A5D1-8F3C-A3A8-F4ED49D52D23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5B8EC40-24E7-4986-F968-A7104E2A8E2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DE521-AC6D-29A9-62CA-FAB5CAEFE613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A7ED90C-2383-C94F-CDD2-8FBDC9E09F38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03BDA4-9E84-3554-30C2-BC05CF85B07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1EEAD211-6005-A375-7DD5-0F5BB440C48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3CB85F5-629C-2C2B-E67C-2A132BF7079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E009AF-CA1E-D320-A717-86AD50DFAE93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D773449-095F-D954-FAF5-A642580FF5D1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7781227-11FA-A651-3070-AAC22F977D75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C0C20A0C-CF8B-B5DE-665B-86761B7BB6F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D07B682-A726-CCBC-0BCC-87A0AA6A99A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16DC020-500B-50E1-3015-98A69F7DDBBD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1F461A99-83D5-AD9B-67B7-26EFF6E1817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7262FE-0EDB-FF98-076D-0A9B43EA4B8A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3BB36FF8-9B92-EA50-C477-BC214F36307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0F38493-FFAE-1894-AD6E-E780393155C3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FC74B11-DCCD-73CC-ECF3-EA0CBC15D16F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5CC58C8-BE63-51FC-6B0B-58292D3E5942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1C0F5FA-80AE-39AB-7696-E245E6044E5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66BBD25-DEA8-15DC-0E87-4D8A529198A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3CD1C1F-5B46-0CB7-0D8F-7E6198A533EB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3280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7C0355-C6F4-F7B1-024A-A43E258D4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7D3BECE-BADC-94BD-F747-9476C2E6E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D23394D-5F34-B7DB-2223-944FB6A5A3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CDCBBD3-8C90-C0E5-89B6-0B194E6AC96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48D98C-4AF1-001E-9231-0762EA2C6DE7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CB28B5-D654-4591-1622-5D210785C024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1818003-3EFA-F5C6-2C94-CA8D41024394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FF7F00-94C5-82A2-E8BF-1B3B13AAA1FA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8619D6-1F57-72AC-6916-04382E9FF05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5F92AFE-C510-D4EB-CE73-CF0435A23A2D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8A2C621-92F1-426A-0224-9789C94F633F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BCE4A18-D52A-E6DC-75C2-611AF1B34AB7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11441FD-F4FE-8347-84BB-4D4591A543A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6E703A3-63B2-FE89-EF15-0C13F582D100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00A0140-7F4C-13EB-52B1-B31932332464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C18311F-82DC-6524-4F5F-A0FD7D0C2655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D82D021-98E0-6165-6EEA-0520F1A30F1C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2C392F1-0E8A-86F6-984C-7AB71F69294D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96D6377-C58B-1D60-AD26-94D43185A55B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77FEE6B-718C-9205-33C0-6058D3F1ABF9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E0F8E5-E053-5848-E07F-9B7203F58692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7B687A-6DDD-70D8-4A8D-BB15BD15239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3E97DB-FEB1-3CD5-CC8E-8DBC35461AFF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14D931B-243A-E211-2156-C079C2ED4BDE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81A2956-7328-D24A-DB4A-209F5E53709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53315E9-AA45-26AE-92CF-A3FC0A10A5D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7333BB-0EF1-11CE-F54C-A24E44B6E605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FA26561-B560-C481-E9C2-FE6213FDDF7E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96F7C04-5054-3940-662E-2BE55AC86474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39925EA-BAAE-DBCD-7A3A-F779B09598C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1617DE-083C-ED21-C36B-12123157655A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B0FE573-C42C-DFE3-9C7C-F3720AF9B351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40040B6-21AA-1BB7-6219-2941A5FC795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7E8B203A-0C43-FF40-EA4B-28A558E2202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BAA538F-ED47-25E7-F716-663D00B14723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5C35BE-47EF-E740-E18E-35B2AD6AB48C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0472F61-6B7E-359D-7FD1-74B3DE576E99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9CF0FD7-73EC-ECDF-8D57-F79426D47D0E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2A50F1C-CBD5-3BC1-2547-4274FCF6777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0C8143A-8C38-5652-F4E0-14555DD08D83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150EFDC-D941-68DE-B02E-356326EB1D55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62C3B3EF-D7F6-85F2-AB87-75A4AAADFCE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310C41B-E666-B6CE-CC5A-B3EF425F1521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A6DD91E-868D-EF33-2419-936DC0FCCF3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2E1979-5D25-FD24-7CBE-B4578CF012C2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624228C-AEF1-AEA8-FCF4-77DC87EA46A7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AC7B1A-4E74-0768-49A2-44E66EFC7ABC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F229489-D847-54FC-58E7-84921818845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28DA83F-9112-6B69-6C28-759DE5C120F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6680A38-ACAB-9DE8-411B-F5F3FE91B1C5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33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14A84B-A4F7-0F27-8B03-5D331E497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CE3C99-8457-C773-CABE-361B7D651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421EFDDB-E94F-2CF2-8408-E5D2FBC48AD1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5B90059-73CA-932A-578D-2C960ABBAE7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8284E5C-D77F-E57D-64F7-E12F669BD9F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3D8BF8-2760-E18F-D9B7-CE21D475A8E6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C3E7091-79DE-56D7-091E-04C00FD7D43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806B95-9803-7628-337A-1A2CF3DBFDEB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0DE1838-2495-960A-586F-76CD3FA47B52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E9F6E4-6A11-02A8-137C-646A5CA7A4AF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DD50A2-7AAD-3259-E735-307B07A6B966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606B435-FB63-3713-72D5-6FAE91814676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EFEDD02-C666-93C2-682E-1D686D0246C7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BA5D0D-AA64-CC7D-5699-69B8E1F4ADD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614EBB0-D217-0453-7E1A-8C1B995C408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B044D6F-89A2-5289-5E0D-A8A367B3BA7A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E391471-7B14-D6A0-B7F7-B4D7D7D6D846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061DEBC-85FB-B644-B5CC-5494F318E441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C215493-799E-B565-CE8D-9DB96A2BB2FF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BBCDA46-1787-8D01-0CDD-46362C002F6F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4105C46-7A84-8648-ED66-197A457E098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BD1FE1-428B-2FFB-1F4E-5C7C24E8EB4A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CD9679-7945-E129-3BD7-831A76B68574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13A543-FB76-F88C-35DE-B59DA0B3742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E26D69-D704-D117-A7A9-EFB4A49DB91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262E5D-4BFC-A5D0-69D4-FA23F5E3CCFE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CEE262C-B047-2E10-06B6-D5C972FEC4BB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05EAD4C-7B66-7426-742F-C658EEA7109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B12BCFA-9888-DD37-E704-C863B6CBA701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317231F7-22E4-E3CC-C0AF-C974916D19C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A14951F-7A2A-DAB8-A359-78A7871B2B7A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6A311C-6C3E-AE95-A9B7-7A599593FFB7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7AF6E7-48CE-7C3C-18AC-BB83C24EF92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C4B05078-E297-8A86-053C-478D78DD63D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DFF14A6-C539-978E-3D32-A6D827CE88BC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B88181B-CD23-C175-3986-CF5E876304FA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8BE39D1-BF55-4420-4809-CC4BE4593F9B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7BC80C2-33D9-A1E2-70F2-9A6607D0197A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8D4526E-D66F-CC66-8912-9866FBD59EE6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A5DD413-D46F-ED12-BD1F-E068DF70423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3159A20-7467-A389-7899-4FB14A17C25A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0993804B-8657-DE05-64A6-5149C9A9E86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32B0063-EF35-9952-63DE-A7D80411FD9B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D8B59003-3A9A-87FA-6909-6DF4E6621A3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2388FC2-FD3E-FBEE-D9FF-EF8BDBA584DF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4ABDA51-B0E5-1558-4BFE-9E24200950AC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5B83025-48F9-16CA-FF92-3FFFCEFADB06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26D02E36-BD32-79C4-540B-D583131C81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3D8D6DF-41E8-01AF-F5F6-F2E6FE6CF44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AD9C1A1-8299-6413-0249-D1ADCA13115C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0342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B0F97-3D4E-0828-5983-7A1F0179F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A1C9994-4459-2948-5888-D01FF4E0B7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F6FC6E65-B93B-57E1-2430-B2B534E4EE3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FA78DB2-44DE-0100-42DE-5C404C40103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2B146F4-8CAF-9417-B43B-6680E910169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D8AB28-A3EA-42A8-030C-C6C86ACFF390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34031B-48F5-65DE-300D-27E83ACAA1A2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D699BD8-29C7-351C-1450-71F1D9C993A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A33BB38-E51C-924A-9614-31922F00D189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6F794E-7A2A-3F6B-CB33-8030B6ECE90B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C5961A-8B66-7275-FDC5-1335E94BF0C3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AD184CA-A3E3-526A-43B0-6439DAAD08BC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3991B9E-F018-654E-CC13-3F9887D7973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DE8C32F-B359-C8F6-C595-CFFE2990FF7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CA0BBC7-3F03-E4F8-545C-2E5E1A9B0644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ED8217B-2D62-B952-59FA-F9F8CD6946EE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38B6C34-9CF6-5161-856B-138BB4FBEBBE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DB3543B-9B83-D32A-7E88-4FD3E85A2820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57BE433-004B-A73B-7622-87E4C2B05F2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13EEB93-3F79-5DA4-7F05-885A13B3B9D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173187-4A24-A636-40DA-395AC31E007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734EF0-5849-1EF3-8234-A3B41470B375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86FD2C5-72E9-AEB0-D7A1-2C590947221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FBCB9F-C1E5-BB16-8A49-F1AB036EA881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75A0212-0356-6035-5558-26DFB68B665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9347BA1-8BC3-8D0A-4337-B5E52D2F34D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1AA3B2E-3EC5-DC45-2F91-86F967B7BAA8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8CE08A9-E30A-3B02-817D-5B885EC756F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5B45268-B44E-5763-FB8E-2C32E3360E1C}"/>
              </a:ext>
            </a:extLst>
          </p:cNvPr>
          <p:cNvCxnSpPr>
            <a:cxnSpLocks/>
            <a:stCxn id="28" idx="2"/>
            <a:endCxn id="16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F9713C97-A9C9-CECA-E7F7-50C6AF43E9E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0DF2C2-4DB5-9F13-1728-834B8C37BE85}"/>
              </a:ext>
            </a:extLst>
          </p:cNvPr>
          <p:cNvCxnSpPr>
            <a:cxnSpLocks/>
            <a:stCxn id="28" idx="5"/>
            <a:endCxn id="17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0921E0-DCCB-7122-6A6F-D77BAD905B48}"/>
              </a:ext>
            </a:extLst>
          </p:cNvPr>
          <p:cNvCxnSpPr>
            <a:cxnSpLocks/>
            <a:stCxn id="31" idx="2"/>
            <a:endCxn id="28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38D4DC-0E9F-BBD3-106A-43F3BF693888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DC1664E7-765A-3CE5-4E22-C147A1312CC4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454CFAD-938D-78B6-1F51-31D4C094316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30D7E3-F766-3CF2-C4E1-D3AFC3A7C806}"/>
              </a:ext>
            </a:extLst>
          </p:cNvPr>
          <p:cNvCxnSpPr>
            <a:cxnSpLocks/>
            <a:stCxn id="42" idx="2"/>
            <a:endCxn id="31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1BA1E14-AC9D-2DF2-804C-447251C5A377}"/>
              </a:ext>
            </a:extLst>
          </p:cNvPr>
          <p:cNvCxnSpPr>
            <a:cxnSpLocks/>
            <a:stCxn id="42" idx="3"/>
            <a:endCxn id="17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38AF191-4DF6-57F7-7A91-2DEB1C87F095}"/>
              </a:ext>
            </a:extLst>
          </p:cNvPr>
          <p:cNvCxnSpPr>
            <a:cxnSpLocks/>
            <a:stCxn id="17" idx="3"/>
            <a:endCxn id="38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4D40147B-D19F-9F58-86AB-F4AB86EBC946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250BDB7-F021-6DAA-F634-38D5498D7B56}"/>
              </a:ext>
            </a:extLst>
          </p:cNvPr>
          <p:cNvCxnSpPr>
            <a:cxnSpLocks/>
            <a:stCxn id="59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2FD3A02-3A04-85E7-C246-2A7386EC5394}"/>
              </a:ext>
            </a:extLst>
          </p:cNvPr>
          <p:cNvCxnSpPr>
            <a:cxnSpLocks/>
            <a:stCxn id="59" idx="0"/>
            <a:endCxn id="38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268A7128-8F47-9A57-5EF5-BFB4C9838FA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BD230E0-16EB-9B4C-0FFD-949275A03ED2}"/>
              </a:ext>
            </a:extLst>
          </p:cNvPr>
          <p:cNvCxnSpPr>
            <a:cxnSpLocks/>
            <a:stCxn id="64" idx="2"/>
            <a:endCxn id="38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791A47B-2AC9-C6D3-70FF-37650F2B921A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E0F176A-FFDD-DCD0-147A-3C0AACDCEAB3}"/>
              </a:ext>
            </a:extLst>
          </p:cNvPr>
          <p:cNvCxnSpPr>
            <a:cxnSpLocks/>
            <a:stCxn id="64" idx="7"/>
            <a:endCxn id="4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6389F96-26F9-2DD2-6F89-3C6F0EE4B81D}"/>
              </a:ext>
            </a:extLst>
          </p:cNvPr>
          <p:cNvCxnSpPr>
            <a:cxnSpLocks/>
            <a:stCxn id="64" idx="5"/>
            <a:endCxn id="66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2AB7DD7-2116-C1D8-EA46-16B1A4E6FB57}"/>
              </a:ext>
            </a:extLst>
          </p:cNvPr>
          <p:cNvCxnSpPr>
            <a:cxnSpLocks/>
            <a:stCxn id="66" idx="2"/>
            <a:endCxn id="59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C4749A49-52FD-B35B-B588-7394C44BDDC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FD050AA-8A25-27B8-85C8-791790D10AB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C113429-1BAD-1D28-E0C7-7048DC2E884F}"/>
              </a:ext>
            </a:extLst>
          </p:cNvPr>
          <p:cNvCxnSpPr>
            <a:cxnSpLocks/>
            <a:stCxn id="71" idx="4"/>
            <a:endCxn id="72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213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BE699-392D-786F-6F94-083E63D36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5AC2CC-7AD8-6B7B-7B0D-232255B701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6DC31BE2-2E0E-EF5A-7007-3C209785FAA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F437A99-6720-6A13-76A5-85D12D49117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D95AD1-F959-8E38-20CC-EA4A5A88A07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777E5C2-B008-3B3E-3926-5BA2DA5A2A09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CCB5AE5-A2A4-4CE7-6BB7-062DA444D4C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EB4348-AD54-D8EC-D50B-EE5DCED758D9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0708FD-F7B0-7A1C-A8CD-D4655A605381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7839831-A3BD-BEB5-FC93-408E15FC7474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971B795-0A29-3D3E-4370-7B28EE85371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157A98D-0310-16AE-2F11-E66AB8D35A0E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B4B5F64-631F-86C1-7E2F-DF9D9598F1BB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9936118-BBD8-9862-37AB-75515CA15A8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F22E7A7-2D81-BB7E-B48C-01769571B25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A31EBF9-4036-D61F-FC3D-3DD73C4BAE7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5909BC6-1643-E3B8-D84B-F5119020B6E0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5593D19-99E4-C7EC-AEB7-7FAF9241A878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92ACFFB-DFBD-4764-7510-EA45B31F344C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F4F8BA6-3CFD-1C95-BE3B-9C385585858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D19282C-7FB0-F28C-2830-4ABAA6A1A37E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24BE1F-5AC8-C9BB-A5B7-57C6A800E268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920C5A-EA40-E178-210D-EC3E5589C3F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74342F-F1AF-FE79-17CD-CADE0362F71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AAE597-378C-8022-13BF-E3BBC00EA34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796BC80-7BFC-2610-D684-9BC86FE52855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5BCD5F-9C7B-BA68-DD7E-FA952D631D6F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CDF584-307E-46DC-10A2-8B0FA514E12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B870084-08EA-B0D8-6B3C-A0EA210B72EC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81AE7A-9328-DD28-3634-DA43A2B395E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E77921-D8F5-FA85-2FAD-CEFCAA0F4C9F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876DA7B-853B-E8A8-76B8-87C05EB57FE4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E82A38-3214-C356-EAE8-0E3E3E4D7F1F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8FDE14CB-5A70-B9F2-EA71-23643686F1D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556DB93-B9E0-C71E-F41F-A7907B70426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F6B5643-9DCE-A1A0-F114-0CE0C6571537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16F9D9C-E17F-E3E5-DB48-1ECA4C6A62FE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1439A1F-844B-65C9-811E-7D2F2BBEF4DE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9D0FF18E-22ED-6B53-C602-2EEC19383B1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9AD6844-2BCA-0F79-1A71-576532F9F2EE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3FAC428-C376-E3AD-87C6-1EF59CE1E963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2D6876A7-DCD8-C38E-0C0A-D3D854658E18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6551EF3-DD1F-BCD3-7757-7F4159D41380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57E205A3-8654-5D09-56CD-9228D0AF746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BA20E4-6083-CE66-3826-5D1EAFF917E1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3ED3B75-0D37-5C5E-EDF9-9FFE12592D4D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09DE685-68F5-98DA-D7C6-019B964E9C99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95B03FD-EDE0-8B58-4E08-238FE7B57A8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7BFE23F-2F51-A11E-F468-BA97BF9D110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50BEEDE-2034-E21C-7C3D-6F012A38C9D5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185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3C629-9AA6-11F8-434E-92EB47F27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A44456-3ACB-BD9E-F1C5-34E0E1C7C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870E43B-A5A6-FD86-E859-0F9F4D6705E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1504D23-5570-30E8-A057-36583CE485B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E50D7F-5A5C-D5CA-13A9-3D352C64CA05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54D71C-1670-28E5-386B-FA2DAC73DBB5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FAED6B-6436-36DA-9256-BCB8F93EBFCC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FE6DC62-9D55-A11C-1935-5657430D7687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85DC3DF-D4AE-4183-99BC-3BBA28C61D5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0C1546-4823-915F-D18F-A2CD63A5842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2C31CC2-D84C-55E4-DD01-D52DB5E5E335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653B362-B322-7852-7D04-603B28947325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9A3DF1-7DAA-9A3C-B93C-249C3F9BD97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3D12DCA-F04D-E5AF-0E8D-A6B11563723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199C6A1-9ED6-B101-D85D-8FD8D87EC09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7FA001A-16F4-2FB9-7DB9-2BD79BB78738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A5C1D8E-C170-12DC-D6B9-E54885FBBD64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E4DCD6C-AF19-D186-BAB1-51EFDCB5A3EE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82FF5C7-1BC7-0A50-D5BC-1DCB066774DF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9B7A766-8874-8809-99C5-5B91F9D74DDD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AB740E-445D-46D7-EF6E-C77ABF5018E5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B758DB2-833C-9B16-9A36-40F8AA6710D3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4A09C81-F08E-E146-C1C2-650BA007E8A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E0BB420-360F-F360-EA85-25249FA42290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CB46902-1A06-1158-878F-93542D151AC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28776B-2676-5236-7176-1C1E17740B3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71B3DF-8636-AC2F-18F1-6B2D3A6745C2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4B635A2-CB4A-0FB1-FBBA-7A2B8739572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55C998-C110-0558-868F-F69DB778B0F9}"/>
              </a:ext>
            </a:extLst>
          </p:cNvPr>
          <p:cNvCxnSpPr>
            <a:cxnSpLocks/>
            <a:stCxn id="11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034663E-4A71-1FB4-1541-5B3A2064A44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191CF9-B710-80BD-52EF-F9F62F5A3308}"/>
              </a:ext>
            </a:extLst>
          </p:cNvPr>
          <p:cNvCxnSpPr>
            <a:cxnSpLocks/>
            <a:stCxn id="11" idx="5"/>
            <a:endCxn id="7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1DB6E2-BD4C-149F-9BA4-8FFD8C433841}"/>
              </a:ext>
            </a:extLst>
          </p:cNvPr>
          <p:cNvCxnSpPr>
            <a:cxnSpLocks/>
            <a:stCxn id="13" idx="2"/>
            <a:endCxn id="11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6D90F4C-C84F-DEDF-D1C4-A4D091D6F0CB}"/>
              </a:ext>
            </a:extLst>
          </p:cNvPr>
          <p:cNvCxnSpPr>
            <a:cxnSpLocks/>
            <a:stCxn id="11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85EC23F-1A6A-5593-FC3E-BE83B6C158B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6533EC5-C86E-6E3E-0A7B-BA94B4AC521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1E091F-2001-8F5B-A69A-59CD6B02F4D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3978A3B-220E-7B89-B5F5-B9C312E33285}"/>
              </a:ext>
            </a:extLst>
          </p:cNvPr>
          <p:cNvCxnSpPr>
            <a:cxnSpLocks/>
            <a:stCxn id="27" idx="3"/>
            <a:endCxn id="7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4AF9D8B-D099-D3A5-A53B-CB5F5BBC469E}"/>
              </a:ext>
            </a:extLst>
          </p:cNvPr>
          <p:cNvCxnSpPr>
            <a:cxnSpLocks/>
            <a:stCxn id="7" idx="3"/>
            <a:endCxn id="17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9B64673C-5AA0-FB05-2D2B-0A08EB3A285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E0866D0-828E-1983-DD11-CED27B1F0D65}"/>
              </a:ext>
            </a:extLst>
          </p:cNvPr>
          <p:cNvCxnSpPr>
            <a:cxnSpLocks/>
            <a:stCxn id="3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F735080-96E0-781A-7941-BE536590B1C9}"/>
              </a:ext>
            </a:extLst>
          </p:cNvPr>
          <p:cNvCxnSpPr>
            <a:cxnSpLocks/>
            <a:stCxn id="32" idx="0"/>
            <a:endCxn id="17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D03EEBC-823A-F4DE-C4F3-63E0BF679E07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79380E-8572-D4A0-B228-29A1A4FB33AC}"/>
              </a:ext>
            </a:extLst>
          </p:cNvPr>
          <p:cNvCxnSpPr>
            <a:cxnSpLocks/>
            <a:stCxn id="38" idx="2"/>
            <a:endCxn id="17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B65261C3-1168-F86F-850E-17401E4397F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4A4DB09-3747-77FF-11D6-4C65427E9ED9}"/>
              </a:ext>
            </a:extLst>
          </p:cNvPr>
          <p:cNvCxnSpPr>
            <a:cxnSpLocks/>
            <a:stCxn id="38" idx="7"/>
            <a:endCxn id="27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D4062F1-B0CD-425E-4B02-FD8A1DDA987A}"/>
              </a:ext>
            </a:extLst>
          </p:cNvPr>
          <p:cNvCxnSpPr>
            <a:cxnSpLocks/>
            <a:stCxn id="38" idx="5"/>
            <a:endCxn id="4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18A699F-44BD-8CF0-FD4F-0936873EA0D6}"/>
              </a:ext>
            </a:extLst>
          </p:cNvPr>
          <p:cNvCxnSpPr>
            <a:cxnSpLocks/>
            <a:stCxn id="43" idx="2"/>
            <a:endCxn id="3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195C1E8-4A17-65E2-2697-9C9291C718F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27E004B-1CC9-2885-E18D-D5C10B1C9A4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0D7256D-53EC-5F50-A824-2110C1F8343C}"/>
              </a:ext>
            </a:extLst>
          </p:cNvPr>
          <p:cNvCxnSpPr>
            <a:cxnSpLocks/>
            <a:stCxn id="60" idx="4"/>
            <a:endCxn id="63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385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693EE4-0FD6-C2FE-1661-03CF21969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4962F78-2023-5403-4292-374DDB833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8C51CA4-1999-47E4-3704-8CE6BBCF1B4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D40C72A-2B5B-4CA3-26A6-48A9FF3A19D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49A1C3-6064-36D7-6DD0-11D199BBADC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B4D134-10EA-084F-BFD4-4436003330ED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CD4C33-C83A-7223-54E9-DF9C45CD784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D9AA135-9B37-6EEC-F0DB-34ECBBA04B3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5CA34F-A65E-9D53-950B-DAA9F11B0D22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353F83-6994-7A12-5654-DBA7B92EB93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6749F15-ACAC-8E60-21E0-76311F50D504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994D5B1-2A7F-7B98-3C27-43E634938B1F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71F626E-E8F4-AD05-B9D1-8B34D3F085A1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6ED7469-7C08-FFF0-F278-6CAF7658BECA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CC7FE22-E149-CB8C-53BC-751A30A6B3C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2AC8C88-298E-74EC-097D-F4E3EA85C527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95B37CE-716D-52CB-A79F-1368B391DDA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BC18374-4020-DB1B-5F15-E51D0D21C24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98D94FB-3421-AFC4-2455-CFAE80D4AEE7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97D86D3-FF2B-15E1-E451-87B113F8B645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FF92041-4EAD-ABAB-FFF7-EFB893806810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2A643BE-900A-0A0C-A8DA-846A2C369623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D4FA68-91AF-69EB-6E42-7B8F8AAD3B4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4B0844-58B3-A07E-1725-3962C6746C41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DE7BE22-7FA1-BADC-B150-A4D1CCC2D4D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2A7600A-F44D-2D2E-589E-D80EEB2EA9B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2679D8-C399-D09F-DCA8-419A6C549AB1}"/>
              </a:ext>
            </a:extLst>
          </p:cNvPr>
          <p:cNvCxnSpPr>
            <a:cxnSpLocks/>
            <a:endCxn id="15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4BA1D61A-F2B0-4F45-14DF-F3A4DA2D5B5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26E89A-156C-6AB8-C900-FB138438D2D7}"/>
              </a:ext>
            </a:extLst>
          </p:cNvPr>
          <p:cNvCxnSpPr>
            <a:cxnSpLocks/>
            <a:stCxn id="27" idx="2"/>
            <a:endCxn id="15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4D0AC14-309C-9D60-78CF-690AEE41C798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4952F15-FF5F-C11B-C182-3070F5BD7802}"/>
              </a:ext>
            </a:extLst>
          </p:cNvPr>
          <p:cNvCxnSpPr>
            <a:cxnSpLocks/>
            <a:stCxn id="27" idx="5"/>
            <a:endCxn id="16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C240AE3-42C9-9509-1915-7FA526457DBB}"/>
              </a:ext>
            </a:extLst>
          </p:cNvPr>
          <p:cNvCxnSpPr>
            <a:cxnSpLocks/>
            <a:stCxn id="29" idx="2"/>
            <a:endCxn id="2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729A5DA-5980-D5C6-8289-8B3586F1A170}"/>
              </a:ext>
            </a:extLst>
          </p:cNvPr>
          <p:cNvCxnSpPr>
            <a:cxnSpLocks/>
            <a:stCxn id="2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4C68205-CE57-AC03-CDF9-6A9342D4169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4540D04-5010-BA30-14EA-92369B8031B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0DA51D8-A483-04D6-8183-C00492B9D5AC}"/>
              </a:ext>
            </a:extLst>
          </p:cNvPr>
          <p:cNvCxnSpPr>
            <a:cxnSpLocks/>
            <a:stCxn id="38" idx="2"/>
            <a:endCxn id="2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0EAA1C-A0FB-91CF-AF13-0D2F231C127E}"/>
              </a:ext>
            </a:extLst>
          </p:cNvPr>
          <p:cNvCxnSpPr>
            <a:cxnSpLocks/>
            <a:stCxn id="38" idx="3"/>
            <a:endCxn id="16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B251851-8B1A-380B-2FD9-EAE4409CFF19}"/>
              </a:ext>
            </a:extLst>
          </p:cNvPr>
          <p:cNvCxnSpPr>
            <a:cxnSpLocks/>
            <a:stCxn id="16" idx="3"/>
            <a:endCxn id="36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90605D81-9F70-C826-3987-F282A50FB77F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F7EF469-986A-667D-2465-B79C2F0BBFB3}"/>
              </a:ext>
            </a:extLst>
          </p:cNvPr>
          <p:cNvCxnSpPr>
            <a:cxnSpLocks/>
            <a:stCxn id="5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AEA71CF-5F6D-745C-C0ED-15224F36F596}"/>
              </a:ext>
            </a:extLst>
          </p:cNvPr>
          <p:cNvCxnSpPr>
            <a:cxnSpLocks/>
            <a:stCxn id="58" idx="0"/>
            <a:endCxn id="36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084B829A-6108-F730-2FBB-9FDD32620E4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BDBF14-4020-B5AF-429D-803534CB52FF}"/>
              </a:ext>
            </a:extLst>
          </p:cNvPr>
          <p:cNvCxnSpPr>
            <a:cxnSpLocks/>
            <a:stCxn id="63" idx="2"/>
            <a:endCxn id="36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C3CA6737-0F97-0A0C-A833-15AB284E9A4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D5775FC-514B-0DF9-7D1C-DA8DE4544E5F}"/>
              </a:ext>
            </a:extLst>
          </p:cNvPr>
          <p:cNvCxnSpPr>
            <a:cxnSpLocks/>
            <a:stCxn id="63" idx="7"/>
            <a:endCxn id="38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C1D4C39-C58C-49C4-5C89-0F032528E2AA}"/>
              </a:ext>
            </a:extLst>
          </p:cNvPr>
          <p:cNvCxnSpPr>
            <a:cxnSpLocks/>
            <a:stCxn id="63" idx="5"/>
            <a:endCxn id="65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E9FAFC7-E574-27F4-FD89-F2178C5C0E07}"/>
              </a:ext>
            </a:extLst>
          </p:cNvPr>
          <p:cNvCxnSpPr>
            <a:cxnSpLocks/>
            <a:stCxn id="65" idx="2"/>
            <a:endCxn id="5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91814478-4CBE-27B6-D74D-EF47D71D756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86E2641-E43E-356B-9ECA-E47113798D3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F40BB1C-3B19-2A9B-AD33-C8A5F50A4718}"/>
              </a:ext>
            </a:extLst>
          </p:cNvPr>
          <p:cNvCxnSpPr>
            <a:cxnSpLocks/>
            <a:stCxn id="70" idx="4"/>
            <a:endCxn id="71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039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10281-C96D-6F6C-E6AF-F42C88A7B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065723-3F0E-B91C-E003-0A95B032C9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1D3BB069-C86D-8536-91EB-9A9F1F61D29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8DD39C-2BEC-BEDB-DE1A-D46BD13C452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ABCEC-AEB8-7032-4554-715A39AEF42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FF76AF-9DA8-80F8-E3D4-4756D7343AA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CAD99D-8E7B-014A-B1CA-D4E886C4DF2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2C386C-C254-CBF6-EAB9-87FDACB77BE2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0395CDB-7AD4-35B6-30CC-E044A917E8FB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2D0F23A-72A0-3FAA-68D6-438371557F6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4EB7E9-2228-2F08-BE08-642CAF1BED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B7297A9-A2EE-9873-DDA3-CE7456266E2F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49651B8-72F2-A391-6F6A-5D87AC0E063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651845E-BEB7-3790-9066-2E1E60F50DCE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576448F-DB39-2F68-C81E-AE2F615F7F61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415A48E-B964-A5FC-264E-97F8D2063992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92D301A-F613-18CC-727C-8F478D41BD9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0184E4F-1935-339B-D036-9A8068B9C42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C055CFF-2CB0-3F1B-22EF-028F0563DEE1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11D9782-EE67-E4FB-A80C-BE0652AC9650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742B05F-AC16-2A6E-CFCF-06F86B222269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15EFC53-7668-D4A1-2120-A0DD0206A4BA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E23C82E-0C3B-0C03-23A3-2D7921F1FA7C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574890F-9695-098A-A66F-69C314957938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F0F220-A70E-7B1D-ACB4-5560DB062CA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44067D-CB2B-F7A0-9071-7D77205F5B05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2C5B7B-5C36-D61A-5CFE-C07CDC642C7A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8D925D3-00E4-40C5-D21C-67FAD580E2A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F8F896-5312-5E62-F579-817811F7F0BC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59DD00A-0A98-4395-DCA9-5CFF3046396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9A0FC1A-AAB4-FAE3-D53C-C4453208D461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6D66AD7-0DFD-ABBC-25C2-92CC6A9AB43A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28B3594-1DE3-6833-D651-5929CF32A468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B76FB2BC-3540-0D82-3649-E70FC5434E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91EBB20-E7C1-70F2-0958-548C208AC837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3E6174-4C5D-4AE4-F300-5EBEE955513D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AFDC77-FFE5-24AD-C305-1AFCCFE04C3B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7726764-5D80-FC4C-BBAC-8596796F9FD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9CCD4AA5-C796-775B-E4CA-F66F3FCD705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3538960-0384-A445-DC46-BE0FFCB6C999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333B38C-CA33-B71E-5199-C0A6B3786A79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23F5FC6-8421-79F0-F912-C71168457A1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A69DE31-A32D-1DA3-473D-0A706C93703E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430DA973-BFFD-8370-EF08-663D367F683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225D6ED-3302-C25F-8B36-3A453CF6C00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AE26613-7F44-2A04-BD24-1672DBC7E090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91C910E-0168-E5AD-B627-DF721FB5BA7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0E6DF4A2-4466-37A0-9814-9A46BD4D112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A66B763-A43B-77FD-A000-EE5A5AFDEEE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EDD0956-55A4-9D37-AE58-44FD0BBD96D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12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CD33E9-B921-CA5D-AC9A-7F859CEFC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3DCDF1-914F-C012-31E6-870AC8EBA3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4450BB92-D755-5DF1-8EAE-FCD4B4BA84E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0326350-CBE8-EF74-9D50-67E955A7FA5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9C3D269-EBF5-9E6D-BBCF-0CF940CCA0C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A0C3D7-B091-9C08-A154-764471E825A4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C2F971-B675-31C1-AEEE-1C8A032E959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A4E576E-FCC4-04F3-9DE7-B377E109C60F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86FF462-DFC7-E8BC-7CB5-7861D134043D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24A7A83-C625-9F5C-1FE2-438B6B2189EE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F3807F6-6768-4F55-6099-A446399E6359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A555550-271A-E7D1-F2A0-B673D7B4DF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67202E-80F4-EACD-BA7F-1D467789F50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E488425-8224-85EA-18BA-9A5C43965F6E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24DD83F-EB86-52F0-C8AB-DC55B86D9398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19EE54D-ACF9-1E26-113D-746D094959FA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D0477B-3718-7098-8F11-95901119D471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0D6B669-9B44-C509-FEDD-7E8E15146656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7317843-89B6-ED0C-2F3C-EE990E92EA6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288396-6588-F53E-28BE-9ADF62BEE7B4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167D221-E7A3-C1DC-5F0E-3EF27010CADE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F3B85B9-17E0-9A3E-E08A-8568C7B690E7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166A6EB-6B15-1C60-A9E0-E3E972D85C0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E1E0E1B-E731-E5A5-6C30-8E5C9BD996B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3300D25-79E9-FA79-EF5C-533E82F04F4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CC26F6F-8CEF-9B42-7F74-FBC68A648CB6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835141-986D-58F0-F88F-94774E74D14B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6B457B0-47D5-5FD2-B439-9569B9FC0CD8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2BC2AD2-F6AA-B60A-8472-D6CDEA21BC6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2BB87BC-2C43-1685-385E-88E1BB4ED5C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991198-845B-834E-F012-942C735723F8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4157C97-AF2A-C1F7-B171-7AC59F44F25D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D4529E-B386-9757-D369-DA39779582DF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B87272DF-77EC-D701-3DB2-4E3E8FF84B5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B149EAE-FC2E-AB6D-0AF1-580C7AB4144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52790C-D747-CDB2-3516-250C78DBE54F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7671560-605E-ADB9-0735-1B92DB36B3E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D63E96-321F-58A9-BED0-E8957AC0F91D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7BEE57F-D417-C244-0240-6EEDFB5C875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4327CBD-2E9B-CA97-FB86-49763E4AD860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3FFAAB4-1E42-22C0-E544-8BC39AE2CBAA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D68DE2CC-6622-90E7-DD48-055A67370A1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D23F5DF-D6C4-D423-2C8B-D869B06BCEE3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21F5CD5A-4D9E-642E-F8A7-8CFA142A7BEC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8297E5E-063D-4364-BFA9-B73C787ACEC0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EF594BF-BAEC-BF91-AC2E-ED023A36BDBF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D54923F-3771-ED0E-1084-1FE2798665F0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921D0C37-4CA9-EAA4-7A50-AB8D75D3286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C3913F7-2848-81E9-38E7-EF6F26938CA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FB27CB0-3980-624A-F134-3668EAD14CBA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307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BA7098-9EBF-D6F9-C28C-364CEA60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65068A-B800-D0F3-1156-38FA7DC2F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C24FD43-569D-A111-C759-E41107F3C76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6E1B25E-33E0-A8BE-7926-5018EF5A204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53B505-9AB0-F6E7-FD67-371D886AEDD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17346F2-8AD8-261B-46C6-97B7301E05E5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DDD458-9895-C4EC-4219-8307551481DB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592AEA8-A687-287F-DB6C-F74DDD1E3DED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70FADC3-EFC9-4708-151F-EEF3BDFDA0C1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6557E54-1EB7-8906-9F84-FE10B873E66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2BCE81-46B2-63AE-106E-E1D1E04A105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530F361-F1B5-2D8E-6F55-8D2CF1F7D9B7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8673C23-54D7-34B5-F110-5C752588E533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630022F-559F-8F3C-3473-BDBDF5BB5D8A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B862A29-94A0-B295-F0E3-4AECE00F4925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B131E4B-BE34-17A9-03CD-A7D37097D6A1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41E7DB4-9041-471D-5AA2-33F581ED4B5C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131C1E8-8A3A-D53B-5A07-F27C45933A3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A41559F-C97A-BD02-8325-17F73DCEA6C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AD764CD-3DD8-0478-C153-A5195BC56C3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39F5A17-97C0-7626-12D5-ECA8BA0BA932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1990FEF-92C8-BB3B-BC07-4974896A34BA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BB39B5E-8D29-E767-9701-EC9A1C6EEC55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8D3C60B-2BA2-C65E-3E13-A833F9C07AB2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183F88-0BEC-26AE-281B-3BAE568503AB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44CDF6-16B8-8861-0CB0-3D491AA4D31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70DC76-8B91-2FD1-5243-A3C0C43428E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5FCFBD5-A238-D6B5-6E03-393A6E7FE78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92F4B0-1DF7-5F82-3A5E-EC0FCEA6F1F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E8D6E2C-2413-B913-1695-232E0DFBE20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BA795D3-3B9E-F8E1-2248-B7CF0628527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9A6AFBE-6B1E-8BBA-F4FF-FF5921B10297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D5B0BD5-679E-5FBC-E13E-C0C58D7D9018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FD3DE47-B00B-8E04-50AB-53466286F84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45C05F2-315E-92AC-0297-0126F5C4942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D28A0A-5A1E-AEAF-52C3-C7C26CB3226C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0E12854-3767-DDBD-785F-D162DB05EA68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0F8ACA-6483-2A3C-4273-FC897ED6D402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A011C6F-D637-A264-C4C5-5A581F1322D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AEC7F9-52A3-8B4D-CC98-BF6FD5748878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391101A-ED1B-F29E-9F33-3821E784A2DF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24BABB8A-2FE8-A9B4-B4BC-C1437DABC69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970CCF-8962-A931-FA18-1612B573576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3FB40B8C-4C54-1766-6DF7-874B48337DE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8350F2-4490-F4FA-6927-5DA4FD6C8AF4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36E8635-4D1E-1AE7-8EEE-616C5625B089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FE0B016-C80E-2DB2-5298-8D242D3342DC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AAD31740-DF9A-D3A7-0FD5-A19E19BD5D5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8EDBC28-4967-E3A0-BEA7-2506F37FA53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86B69B2-A67F-73FF-4757-1A0BCE13BF4D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998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BA5A0A-5A19-4709-9D82-7D1683B3D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B51456-3968-B09A-0982-F553B47E18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2C7EA5E-AE3A-E548-7773-0D8AEFE5553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2FF6899-7576-140A-07EC-F46363D54D2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46EE5A-5606-21F6-3805-5039C456FBA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94BAEB-45F2-3722-278E-82FA29F4B3D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D8BE714-0455-542D-F036-5778167B546C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F5084BF-0FE8-BC9B-A172-38C2C701EBC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AC68558-F6D9-84CF-4FA3-A693B3594458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BE118E-8474-0A58-AE4A-CBB7CF1ABD30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29BCDDE-4B66-5250-74F9-0694FD35CE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E46FD9B-0EFE-9642-5A3D-7129B6EF81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C835F1E-0386-F23A-8411-AD8721433EF1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537D4DF-2FEC-EA89-9332-F35D0600D425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4D31712-A2DC-A554-F108-E424D237F899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B7800AD-6942-9E34-3A51-65C03311480B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968C048-0F20-582D-385E-C97C48033D4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058C8D0-BD04-E159-4D11-5A4D2DFA993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55A178E-EA38-45E8-A0A7-161FFB9D8C1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530EA59-1D53-7DC0-CA26-CF7ED8463F10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CA452A4-D94C-6445-9817-40690EE18E5C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72BB211-E637-D5AA-C9A0-9C2279DAC14D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69412BB-0D03-AD1D-A060-9DCCD054324F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4468562-6F62-C35A-883E-8478478BC319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52DE1C4-78A0-6430-25A9-167770C4580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3064206-25D4-1F45-81D9-BF6EA0E304D9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66BFE-C6C9-EE3E-84B9-CE33BE4D15B4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7FDC964-5013-2B24-DB60-A2308447F5F2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EA5DF5-97D1-670D-3B88-AC701ACEC78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C7C189DD-9610-590D-6742-7A473659171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6946C7-9C5A-94F2-0C7C-B9F97A93081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B2B10E-07A1-447C-F0DB-8EB3BE316899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88D26A-649D-65DB-5356-07A163B2F6B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42BA546-353B-6169-90CE-A34D71AC96F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5B9621E-B803-FDFA-29DE-68582B0E902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D8583B-1489-9C49-B016-114B3FD8B2E3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BC0FDF2-7C88-3410-6BE4-E2E1B6290A8E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E5F26F-DBFC-CC4A-37C2-F7A012991AE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75DFF3B-BDEC-A816-530A-C00F80412D2B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D0AF03B-74BB-CDE6-8C8B-6676310241F0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AAF769-D5A9-60F5-667F-353EBF3F38A6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E7864A13-531C-AC04-536D-B123122E0B60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136A887-D89B-77FD-66E0-CE778E998439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C87AB3E-B868-7F6E-ECB1-A8FB6AA93D6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214A2A0-9536-7C09-55A5-E1780CB0D4B7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70350ED-E26B-A1F5-84AD-EA09C0C5BB5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811F8EB-B001-7C93-9569-3F09D094623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9840B3EB-AD44-21BF-09DE-99F24FCCADD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4DF5AE6-C76E-36C2-F310-A42A3D943C2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E026827-A5FA-ED7B-7A35-291FF5C0315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381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26D66-01FB-A0D7-13D9-7A596DD9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F2A7418-A7AD-03A7-CE2D-D4038E79B5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EA8423E-196D-B737-20B4-0885BBD605B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D8E6750-B168-4EC4-3EC4-E7276D73435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C799B5-01C7-DCCA-7369-9C6B12A414A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20969CD-5DC1-9A55-8CD3-155BE8C44D42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DF9CA99-4501-399A-D92A-3FE2A639733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DA8C840-D174-9C48-C926-F5AA645184F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A67F6A0-2CD0-1DB4-157B-F3B1B02899D5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DD7E19D-7E6B-5825-839D-4D7B4BA8BA9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AC2341-0E87-9502-AE8C-EB7D93EAE49B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070868C-EEF6-4B93-3E4C-D8674382DFE1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59B38EB-7B82-0C45-06B3-54B7378395DD}"/>
              </a:ext>
            </a:extLst>
          </p:cNvPr>
          <p:cNvSpPr/>
          <p:nvPr/>
        </p:nvSpPr>
        <p:spPr>
          <a:xfrm>
            <a:off x="10697348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D00CF15-1B06-019F-8308-600E822573C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6A53F3F-DB2C-C1E5-C799-5044D56F2E9D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DCF7A2F-1C18-916F-9D7F-DAF68E2FCC65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48051DF-3F56-8A6D-88A7-EF6C50BBF080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2ECCA94-2133-0A06-99EE-53251B02E3A0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C8A77DC-E804-EAE9-EF7E-5389EB33152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EAFE910-89FA-5542-4DF1-BC14EAEFA42B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35BDD29-4509-032A-8A5E-D1D73F145676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CF4259-AC9E-10FC-93ED-F991F08FA0EE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EFE3BF5-8DBB-9A97-7796-CF736B67500A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507119E-1B3A-4DC3-63F1-14E2DF585812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34103EB-4493-1B94-1A10-21427E9D72A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3551125-133C-99F6-A838-EAB2D98F997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E32E24-B4CE-8FD4-3771-18914517E0A2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7139330-41AC-81E2-5DA5-5EF41E6A355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337307-D7E8-8F58-3A2A-38A5CE3D8C25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DBFEE07-9C57-B82B-1631-983CABB3CB1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D51BCDE-01DF-4FA2-6F6C-217DBFF2E500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96618A1-D230-2C23-2C32-670A75727A4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CE4985-FC71-081C-8241-1A5E88CDBF1E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C8DE6F6D-6E5A-B2AA-ACA9-93000AA807D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F3D5C01-AD47-5510-686C-C2E4BAF4322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7E26158-B495-0103-7E5A-3F4735D38CA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BE35032-C73A-5853-1C5A-AAEC69A0DDAE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232DF0-9972-6B3A-A6E1-15115B544B22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DC2D2A8F-267C-B222-0379-62D6859AC984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917A1D1-1C22-959D-28BA-D263DE61B482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5EAC55-BA2E-9E37-A0B9-8C4828612C4D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C590D1D-E14C-F9BD-52C1-2BA0FAACA07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994B441-6B7A-FB0F-5DE5-536DC85D64D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14412B9E-43DB-766B-7119-A1BB53BE48F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44453E5-46C1-C2D1-8EAF-FA65FAED4D20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1409370-8FB9-3B53-9ADA-733F959965F3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5CF96CF-B450-2B71-D061-59A5120E8EB4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75400314-6297-4214-EA75-B969A3F13BD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277AD6B-79DC-10CB-77F0-6404127CF93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982A4A0-3D9D-9763-EFC7-686346723C7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887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ED551-2D60-A915-06F0-DB75CEBB8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69749AB-A3F6-C282-2308-EB6D6A453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A9CCB296-11C2-5A01-8DDF-15455BB94AE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6353358-2FE9-1D99-3827-3D81F4AAA47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EDE0E8-7F3B-1376-DCE1-9260D8FD4B1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7A32BF-EDB3-CB5F-6F88-E5A6BC76310E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E9A9C66-636E-E3A6-35A0-C474A033200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1137578-E395-2936-93F6-84E60033DB0B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B1F953-707B-AB98-CFD5-6D802332A9F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1408CB0-ACA8-7C17-7466-33DD63A76A7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F990F0-ADA4-120D-CDB0-53DBD9FAFF9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C4E258A-6CEE-F323-6015-E542DC140743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0CB6ED2-6B9E-A7FB-57ED-4669BEF78EA8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3D1E118-5CD3-1079-F099-68070D582F7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9AF364A-87B8-7E4C-8EA4-0B4591E323E7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A1D9506-E897-AF28-2602-4F0520EFF54D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4DE2245-9637-0616-51E4-B86184EA6FF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E8C6328-8ACC-801C-DE01-4A794B6C6E2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8E65436-1E5E-0111-828B-CD3BF996456D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3FDD6D3-D4BB-BC40-F5E3-AC8C500B0658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90CA459-1F9E-6D3B-AFE9-5A162A6003C8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C559E9-1C3F-1E06-A784-0B5937991043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8FA4C5C-271D-ECCA-8169-0F1904ADB93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18972BA-5796-DD19-25FE-5FAB616E1BA0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D23761E-E067-634E-2E5B-8CD5FB20B12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5EB7E2-8C95-3ABA-A3BC-AA5EAB8C006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38C98CB-0360-BB56-E2D9-23931EF8B885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E96E8D1-6CF9-2B58-A329-51483B4780E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4B1F393-6A48-561B-CDB5-644BC611526F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36D1A6B-3A72-6AAD-B058-1F7FC464EB8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83B19D-8B75-F886-19B1-F8B80186500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7791AA6-2431-14AE-4151-EA0BCB79FE1E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87C7E1-3BAF-FA8B-BEEA-756AF313895E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FBB888A-D77E-6601-DAC9-DE69DC67551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AD5338E-5EAB-D61B-B358-49835042441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9A181F-E70C-32A8-E309-17F46EB4244C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FB921C9-BD52-220E-BA25-54F4D1D7D3FB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1C9200-55A6-B1FF-CD2F-21A0DE3AEE8A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87B769FB-C666-12FC-1416-C06FC11F6D9E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66BCF4D-AD58-7D4C-1C8D-DB20C5B144D4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6FB9285-5BF2-8AF1-152B-E7429FD83E2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AACC9BE6-40E2-4357-E9A7-9E2F788CB44D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E1CE252-BB1C-DC03-A44D-0090262BC081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C07F958B-4F56-01C4-6550-E3B4C75B94E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B47AB52-5689-3100-D617-52C837D9B781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7A04181-CCBC-77C4-450A-FC4A83B45CD6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4749EEB-1B9F-1C3D-91E4-70BB9F1E8116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FAEC6FA6-2EE8-48F4-2B00-D78D1E5020D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B2FA6F6-320C-44A0-7467-E52AEF716AE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5F4C8C9-7DEE-9137-AC2C-C2C5325CEF20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9018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8B749D-CB2B-FB97-95E6-F6EB3201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5394EFE-EA49-8D5F-FC79-D7062AF59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6018B933-53B6-7C55-087D-2053AE5FC06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9F7A4D7-DBD5-BAB3-6DFF-4C76D0A237F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3CD1359-7E1E-E306-ADC6-5C364902627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4B2B6D1-8A98-34F4-DD3F-29DDE355AE38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0CC7E21-88F8-6B04-2469-3A0A24A228C3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7B1AC9-89E1-A370-015A-5054C1C2145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74001E-62F4-197F-1355-6DA4D40F337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8BC74A-C001-D2B6-3F38-94821DBF94C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7BD440-8187-8E36-9809-1C333DB97E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D22774E-75BE-6955-3A1B-290C21FD7C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358B29-682B-3CC5-FAFA-5BE598529C95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53C8EE7-4A11-B6C3-40AF-2B27DFD638B5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774C21A-EFBC-6A76-A10D-66266D669D23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DAD084-F2FF-32FF-148B-E6C65A95A5BB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EE65861-C07D-4356-EAE6-48DF4A8DEB61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13023E0-529E-289B-47EF-D3C71D20BB5E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45CD6A3-6EA1-2450-3C38-96EDE87AC89E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06BE3CD-4C4B-4D06-F494-48567DC8DA7F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438A538-BAC0-F83F-7390-3EF5ABC296ED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DCD0752-9E67-4C90-B2F2-3407E2AABC71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813A1CA-C591-E580-9B81-A413A8775AC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1FB5AD1-96B0-46FB-9937-FFF5AFAE35D6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57F031-9C93-9B58-FEC1-4CCA5BF0089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BE58FC6-25DF-D61A-030B-E576FADECB3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D48489E-CC0D-12AA-EC17-DC52E08D09F4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A161E30-E6C4-694E-E818-705C5CB2D33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F1451B1-E22F-FB10-3B41-09C9F6559CAE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24C6346-3B17-DF8B-A86C-4F1663837D0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E89A29-2871-1E77-7E43-CD765FF7744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12B7531-235D-005C-7BA3-F3506E827660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1AA869-908A-3204-C767-AC729D975334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AC8F9302-6753-6709-19A1-3483CE5BCD0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3261BA-2DAD-8753-998A-CCC1CA08FA8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8CA7EB0-36DD-2C37-A5CF-722F0B762B0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990897-C2FA-87AA-95CF-B5375CBCF045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E06E833-A501-8AA3-730A-B64CC67F061B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B2A94B86-5B8C-7A98-D42D-7E3334226EC0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0BC53F8-5BCC-42C6-F8CE-664B4A7B2D9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98FA53-A225-EBA5-830B-26F33569ECF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0EA3EA1C-8D47-D5CF-531F-898FFC12497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B3A51DE-EC3B-CB9C-AACC-B80B355EBAD6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F46826C-51DB-7981-B09B-0E4EC2D4A7D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4FAD3A4-3BC6-42E2-FEF0-5A76354FA30F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7E5152A-9A75-125D-A67D-989200900F5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2151D0D-3747-B5E2-C9DE-052514E778F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7586E71-88CF-3113-377A-0E17E46794D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0739422-A6FC-2475-44D6-86C76CFFD75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3BAD711-EBB5-4795-E4D7-D94840314D61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644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80DDAC-9F57-5562-69FA-8E89BE1B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8924CB-08B0-36D6-8C17-691CF51E7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C186902-CB46-50A4-3145-8FA207F023A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F3BBD5A-BEF3-DD82-1501-CDFECD9D34A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CA805DE-0A6C-4D9C-0E1D-551AFEE063E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8D40A95-2CA2-D20A-1217-6658823A00A6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081BB0B-F900-B848-E9DD-A1B8FBCF9C8A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6D03783-5299-799E-3A4D-63EB500BF345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1548739-EBB4-07AC-12E0-903EF73DFA94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36F309-BF09-EEED-DCC2-458968536713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B1267-905A-CD12-D0AB-50606958FED6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CCD145-ED14-A053-F5BD-9ABA00E836F1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F808FB5-23CA-A1C7-541B-244C73611F53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49A6BCC-61DE-ED6A-EE33-E337D193574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7FB1EC-F548-F937-661C-E4D2C7B6C412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568C6ED-2489-BDE6-D82D-878EA4C6F8F4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81B3B7D-573F-FBC3-888B-FF00245EB73B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75B204-6ED7-1A58-CCF7-8BA614FE52F2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B899113-0DF0-B40A-9AD6-0DA6747E7A90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543EC61-E014-CC0F-D899-7EC5E8FCCDC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FF36888-276B-B021-2C26-1738AD193B93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E1B4303-C915-4005-9E32-F6BCA0CE23FB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5852F24-0969-09FF-DA96-47ECD7CC1F8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95A2562-71DD-3E20-DD7A-E732060D5443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8368FFA-E862-4798-F8CA-994D2F9F1E3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E6B5BE3-B633-29E6-DA67-AE6CF4396FC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9635916-2921-6246-A27D-C0E9761AF63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042E51A-E758-ACA6-B8BB-D3DB68147B9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D53639-749D-560C-2FB6-93CE4D2C847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B230AE6-FF8D-C9F7-F5AA-75F52457783B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ABA2FD2-EC60-F5EF-2F85-B64FD54E3DF7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B97A1FE-0420-10A4-CE10-A1CE6D81FCEE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8EE1E9D-F31C-AB03-B05A-A478B00CD4F6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C48AF8E-FF2B-A555-9B25-6FDB03E6FE9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C0BBEC2-197E-4191-B883-3A577967E82B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03D2857-6D60-72A9-7BB6-AFEF217FD4BB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C20C708-35EF-AE00-1D3E-42F0944A22A5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1383259-7E05-1DD6-74C2-539E7D45CC5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7A7FB3A-4A8E-1AF3-9D63-E7654C0F7FD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648AC2-CC7D-6558-99DF-6C44DF34813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6364A9F-32E5-F68E-41D1-240C79C28644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019B14F-799E-FA11-E4AC-55634EBC4A7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0262FCA-C31C-00F7-1824-884BD53AF503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9DAB8DA2-8E7F-764E-AAC5-A58538B0AAD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A8F9DDB-9AD8-E1EC-A438-528123C72F45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43EE55-6CBF-A36F-DF49-F558347DC7BA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D3178D0-0BD3-7B78-2277-98CFA47B9574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EF52BB91-CFEA-2AE9-E675-AEA0F0837C46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E59380C-5FC1-10A5-2D9E-34C2AC0ECB6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0058ED8-1918-B3D4-8841-4BBF9310B2A6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221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8F769E-08E2-F158-700C-96A00203F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0DAB46-CB65-8613-615A-35A6078E6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0FB19E7-A416-BC60-1891-002C5ACD1AD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D950CF4-6ADD-C5FA-025A-B6AE1D08428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5DE5B72-5399-57B8-0F8E-204CFD4A0920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5629871-F4AD-E3C1-6B2A-9C59C5ACC3BC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46C485-8530-A308-96A9-6074A3DA701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ADEFAF-712F-2512-1630-5E7399318B69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A64F42-68C7-53A9-0BDD-BFF19729472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2E1422E-F548-F480-2A04-D60C16AF715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D02E288-8E11-E63B-907E-FF4EBC49E49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1ADB278-0444-94D7-E8A4-F6DFF73D66CD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C11ED11-1520-FC1E-313B-46876E3FE107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FB35160-F025-1258-AA21-B85D963E2E1E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9862478-C327-425E-666E-3136C0AF87B0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CE448F3-C1DE-5717-485A-77035FDD7FCA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514043F-0B73-8E6F-58D4-13914A74806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DCAE5BA-F32C-1226-93CD-B049CC5CBD28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4BA7AAD-4BB4-599E-CA8E-C5588D705EEA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9556AD8-F7F9-77BD-925B-C021C2770E2B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DD8CE93-26AF-16F4-0BED-119DBACBEBD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15E8802-192C-43AF-5778-A38ECDEEC72A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07CE1FD-8A28-2E9B-71BD-84A9F3A14B0D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DA1CF74-3671-86B8-6A28-D66219F50D87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875167-02DE-BD63-A6C1-8BC7F45254C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0E4D8EA-BC6F-B63F-BA0E-3C91CC4926E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91CED9-9F39-888C-1705-7DEE32B649DA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B2E07B-1A18-AFD2-5F56-AA724AC0266D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541385-0B71-0ED7-5B89-B08C1BF1923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5D0C6DC-1578-06C4-4AAE-883326CE436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E43952-AE76-4777-9D02-36E6B270651D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323AF5A-9AB1-5FC8-2141-DB4E2E079C6A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B3C4DD-52BB-AE57-9421-D2AD83A32FF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4FBC75D-4984-AD37-E36D-A4FF6382D34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75E66CB-6ADC-E139-B67B-8A957927527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AD0026-614B-3F2F-678B-CD8F31E0736E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C79F55-5F86-A204-F77F-BD33D560516D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CD002E4-E25A-B8A9-8182-2311C7D502C0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4620BC0F-B2D5-CE93-570F-06C4310C1E9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237F96D-FB6E-2A79-D2AA-18D2C0D5BA98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E83AEF3-9936-D402-8C7C-F592BB10656D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C7D66744-52AB-862E-FE43-6BB534E41124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0273C1C-1F3E-842C-C6E4-643EA60B8E04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BAAC517E-7C57-982C-0E22-7640B586280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686DE4A-203A-D1E9-3734-47B0EB0A719C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A70B9A9-627D-43A6-6BE3-80E4B78C34B1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008E0A7-3821-3E0D-12E5-02934F5AE160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D24143A9-D32D-A720-AF26-A4ABA21018E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7BB79E-568D-576B-A39C-D24449DFD1C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F96F6D5-9CF8-22E6-490A-E363533165B7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1198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D5B886-2AA7-BFFF-9FB2-DF7DB46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DB1AEF7-D572-481D-DCD6-54ECD82D5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46B1C0A-FC43-5613-3818-154041EEE9B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CF1744A-D79C-5831-FB5C-4ED06EDD742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67FBFDA-8825-2640-EF8E-4450E776B212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082910-6EA3-1C76-1164-EE7C31818071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A4EAE8B-3C41-2A56-F157-D13A5A2451B3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76231F2-241D-2804-2CB3-1AAE60D4ECE6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4083E-3516-C74A-FDF2-8DA0C76323D8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6F1CE99-82B0-23CA-7246-E8DA2E26136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A0428BD-1299-F08A-FE88-B74A5B5CE8D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762D303-7789-65B1-176C-B6812055CE10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A82642C-2798-1D3B-657D-290BF62D1FE2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1A48813-6725-8581-865F-B609A58BDA2E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0D51EB3-3D2C-6175-60F9-CA6AC8A7F268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F09D91F-DAB8-CB4E-B156-53FDCF2FFF2E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35E1CF1-E0DC-B135-010E-A652F1E54A72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D5F9A9B-698F-4D97-FE84-09B96B60D89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E9246208-83F2-7039-3F84-8ECE6D36E8FE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0C93DEB-07B3-932D-E739-F914BDA22609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AC711C8-4CB5-3015-491E-FD41EB1F595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FD424F3-DACC-D934-ADA9-DA7804D60929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7AF6E09-1F0B-B9AD-9691-65813AA6825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B009478-327D-7D7F-8818-4CEE9E43274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1BF6428-E532-1CA0-2B7A-9035AA9DE78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C942BE-309D-3A10-7298-E1C26CC549F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D87632-9724-CA6F-F9E5-5A67504E97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1CE8F6B-4226-384F-FF4A-EDB0BB0AC2C1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B10D1F-8C97-773E-3935-FFE042676D80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ECBB4F1-FE52-4B77-4F65-69CA4125883D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0416004-C166-B916-D3FB-29B32DD6FE8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A74647-47EF-BF1A-9242-5B5A7ACC63C1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F9DDC29-0904-B459-0B4D-491ED61EA06D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DE3B42E-ACCA-B5F8-6F02-3AAC2ECE493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DF2E9AD-B274-0933-9EBC-0C18FF3A095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A79EF0-AE6A-2684-5093-18464F6C80C1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E6F0AC7-99F3-CB8E-032A-6FE4403C3913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AC1BE4-D1C3-1EE7-ECA1-5979C996D6BA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BBC8FEA1-B4F0-4A33-DABB-4448576AAA6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FD1717-77C4-3994-C609-7C4239643CD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51237D-2816-0DC3-781F-AE9F9154822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8754961-CBD0-33BB-9FFB-9F2372ED7A5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8E4491A-9723-721A-375F-D875D35856A9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63F4FB1F-2FD7-6CED-36DF-394B6EB6955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6086C88-A6F4-63C5-E234-9CAA436A7286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0451077-4876-EF72-CA78-11074D161BC1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72B3974-14DF-6354-FEF2-711C98321C63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65B6D83-8A52-C26F-399C-BD138E6C733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AC829AA-C876-B6BE-8FE9-C1CA3418A5E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B2A7A5E-23A9-4CF6-6A18-2146916F6C0B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9895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0192BA-5352-5798-104C-AF31FAA8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30EB8A8-6D6B-34D0-18F4-5EF8D191DC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2587D93-598B-DF0A-7F9F-B622CB993FF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D96F5FD-1B85-0668-99B6-DFC46CDC38F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FEB552-01BC-6D9B-8080-1F7843ECB4E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BB44C64-723C-66A0-CFFB-06EADFBE100E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2AFA07-7FE6-5D61-9773-4DABF938830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F3EC76-7A29-AE61-5917-336227CE3F03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90BEC54-8973-D307-3DBE-934C2F22CA67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6A0E1D5-77F4-E196-C3D5-46F72CF5317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FD63E58-FD72-5A9A-D653-2255FD2593A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7CDF5E4-A64D-4592-D9AB-8D968AE104BC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CBA2FE5-97EA-5DAF-192C-FB22F0E06571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304946E-5601-DD4E-2B37-5C0B7DA096DC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D0F1C1F-0702-7DB5-8E8E-40434F0A5C3B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165F84B-6921-A83A-98BD-3F5AABC4DB49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DDAF27A-E4D7-0C88-1060-0C890FCEA38D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CADA198-C250-2534-0A54-C1DC60441B86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2EB3692-48CC-16E5-7401-3213CC17E722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EE6200D-EBF9-73A4-1091-BF739CAAC2D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4F48D7E-32B2-DCCE-F6F3-90CFDD2E4564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58625B-5BBD-7744-8D09-0008927FDE7C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9742BB3-5AEA-C643-D7A3-42524C3441FB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B1C3767-AFB8-7F33-9E76-7F828C46B55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94EB042-1684-4516-C011-07AD7993916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6EEB1-2F63-9A47-209D-B475409FEA9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3B213-9E7A-846A-5EA0-3B061B24F3B2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328F8BC-B893-588D-FF33-63A088858B3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4B9D1D-FC06-A5C1-D373-CA8BA7DEFB0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403F03D-42DD-F747-A773-D042D812B62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0C09212-EA9C-989D-A229-26335B609D6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3F1038-0046-1199-3108-A50EAD955D6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1A95EF-281C-7CD0-231F-3FB4D31115D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A8BFC3A-50C4-5B62-D21B-A5E36415458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640ACFC-BBCA-EF46-6EAC-B77A85DAE72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9DC1F6D-A124-C094-EE77-9DAEE2B1BA45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9A7DA1-8D22-17EC-C5CB-D7C8A26D69B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29AADC6-F31E-0A68-1E30-0379AC06BAC4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D970456-2D22-EDC5-95C5-8A1F289EF9B0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533FF48-49C1-D940-2C6E-1901D039EEF9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554EF0F-DAB8-38B5-CF51-6EFDC4091938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4964D2D-A6CB-DB4E-16FE-92AABD2021F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18E6F49-8B2D-95FC-9118-E1DBB938AED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F8FF3F90-BC7F-B8F5-7024-22A31CCB7EC0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CBE6D39-AFA4-1138-FB82-B8E2C02142B9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83C421-25E9-712F-43B6-194C78DE9E10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4B2E843-214E-DE68-C22C-4EF23AF42458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9D71C98-9DA2-20B3-063F-440E624DA31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B29AA2F-74FB-E133-6BB2-0E5778942E9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7542FA3-F665-3913-63AF-10F0D274881B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1429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D80EF-8F64-78A7-DCAD-92F5D1092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D87F0F8-2EB1-4166-BC9C-AF07C8336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C57FB738-611D-C3A3-E128-07B1BEA51B9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2FFE2B-C901-1336-4FC7-A80A4E61E25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AB5EE28-AB31-17F1-3628-1765C208889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486B57-76B6-C76D-5B3D-2C76042FA7CD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9FDC593-84D7-D75F-0032-8B84BB20E91B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095C41-3952-0818-4170-84A46BB4D6CB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DC775E5-3C9B-53FF-3F7A-FF0F9DA23FFB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E3ED0C1-36D5-6A1D-7CAA-ADA9F8C71894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4CA48FC-AC94-50DA-58B5-59B4EF033239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81502FA-9D17-47E9-3537-FE389DDCA6F9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B0071AA-4460-30F7-01D3-240C16EC8CFF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F77C69D-E89E-DAAC-3757-9D0632EB3F50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F24C48F-5075-389B-F06E-5A78F737E78C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CF297BB-E705-05F7-829B-F1CEF20FF071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7DD80E5-B509-C04B-C019-27B02B2546D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6664330-8826-E6D7-F3EF-36D8C64A2E7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721B005-E7EA-1177-D85A-810A1C3FD062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8D14087-5AAE-349A-935D-5FB38A864ACA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B9EE80-2C4F-89AB-5BDA-0780D4CD528D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BDE0E02-5802-279C-3152-8CAAA7065C0D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1CD6063-A82F-AF48-1D2F-24BE4A4DA6B2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A1424AC-63CC-BCD5-5568-B1DD510DD23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EEE5143-F112-339D-43D8-B3B690C008B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C6B9B49-CECC-3FAA-F0C3-610A3396E19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A3E2D1-6179-FA24-8BBE-B1287ECA1FF9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E2B8B27-7457-2558-3D12-6571277D85F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863418-C441-3B39-9523-E67674111D8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F51AE1F-BEBB-7FE0-B054-88AC13448494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170D3A-8C1B-C66F-838C-CED36C4B7FF3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B42145E-B1F0-11B9-9C9B-4FF9C37E2292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C74CB7C-93D2-B768-E111-D45E2B3BC00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CCFF72F-D10F-12F2-AE06-51687083C3E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A08A67-6065-9F1F-F141-B00FAB8C581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C5DAC8-D025-3D45-1420-5348DA4B2B7B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1D51F50-E65A-5F5B-47B4-2A188B1E5D14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848C392-60B5-A5A4-E714-FFA2834D88D6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52254F4-1053-AE3F-51C7-33284A97DC3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66889E-9840-3B2C-1D04-676DE8DBB243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DB4EE2-6733-0E0C-F97D-ACB4BCFBA922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B9B7E46A-7087-09A0-2C22-6871C1F4907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1F5716E-3DAF-91E7-696D-B2217C603BEB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A3688BB6-CE0D-BC94-491F-5A97A35FEFF8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CF13F4-A6AA-1BB8-4262-BE9F2AA764EA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506896F-96B5-E6A2-75B1-79DCA155C0A3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C217E36-9AFA-5D05-CE7D-C2EB569B605E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8257F3EB-26CE-2FC4-1355-1F596866D0A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8EFA456-B7E5-2561-FBA2-3C1F51E9DFC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B078EA-B830-88BB-EA4E-F5E5D9810D8F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C36DAF7-962B-57FD-256D-3949513B65C3}"/>
              </a:ext>
            </a:extLst>
          </p:cNvPr>
          <p:cNvSpPr txBox="1"/>
          <p:nvPr/>
        </p:nvSpPr>
        <p:spPr>
          <a:xfrm>
            <a:off x="604641" y="5130328"/>
            <a:ext cx="887119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there is no incoming edge to node 7 and 9, we need to start at </a:t>
            </a:r>
            <a:r>
              <a:rPr lang="en-PH" sz="2500" b="1" dirty="0">
                <a:solidFill>
                  <a:schemeClr val="bg1"/>
                </a:solidFill>
              </a:rPr>
              <a:t>Step 1</a:t>
            </a:r>
          </a:p>
        </p:txBody>
      </p:sp>
    </p:spTree>
    <p:extLst>
      <p:ext uri="{BB962C8B-B14F-4D97-AF65-F5344CB8AC3E}">
        <p14:creationId xmlns:p14="http://schemas.microsoft.com/office/powerpoint/2010/main" val="2562718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EC908-4C5B-97FD-F622-9DCF31EFE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35175D-B1E8-A848-2DD8-E00891B2E6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5D9E80D-0330-F1F4-96DE-C25E1266CB0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E1A3A41-5C58-71D6-2231-4E87F52BB4B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495D16-03B3-4E89-A471-43CD5ACF2C0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F5D2EB-D6DC-F95D-F311-2E2FFE1245AA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97B98A-DA35-FF30-DEF6-744B3D929AD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4474BE-1754-70A6-71C7-827B0CEE58E9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C52657-6590-F053-FF22-43B4CD66E2BC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C05B2DB-01EB-D1DD-FDBB-66BB0311B90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C3C3A13-D33C-A28D-F600-C8B4C2639404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F1300CD-C18C-59DB-9483-93E972631A0E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950823C-4A77-3738-0690-38FD162C8F47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FE64F54-E068-D9AE-2212-F4639D3867A7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F91E0D4-8EC4-42F7-EF3D-14A67024CAC0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DCA3D5D-A333-4B7D-D383-BE81B196B729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9B32402-BE0C-6C44-113F-353E8B05B67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E0D256E-7672-3E65-74C6-16829580209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5FED08E-359E-9D94-31E0-9B063CB17C46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81EB00-DC46-2A12-E127-8977D5F54CA3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FEBCD95-9DD8-BCF1-4C25-6BD0EA24B96A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A454E8-A17D-97AD-2568-055550B1BBDB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3DF0627-6792-BAC6-87DC-205FB327640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8BD007F-58DD-B01B-6279-BDA9E2B2D164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7E6E8-454A-E64A-0495-7BD10FA4679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FCDF8D-FEE8-81FE-D704-E0B6AE187C2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2D6315-15D0-B005-AAFF-142BE35D1BE9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B487137-654E-3CBE-0E45-0C5D41AD53D2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F28E4D-B318-AC40-BE09-67A58F0F9ECF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50F8702-E047-CD94-55ED-E0F65F22BD33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2F26A3-366C-7B00-729D-9F5417FB001C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26C8383-A298-9487-AC6A-5B8E41FCA209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48B3836-4931-8B86-CE5F-50104CD20110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17ED1F4-5C93-78BF-2BFE-416E58A5FAF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E3FEA0C-84DF-CFDA-F9EB-B3E946CE242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A280A80-9242-F427-BF72-344121325EC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64FE22-3D00-84DC-02B5-4B764DE2AB2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BF2599-3BC9-BE53-7A98-AD06A2DA987B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29D2D818-706C-6D45-E07A-83B71F93E8B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12E3B17-8B7F-7475-45DC-E0474D72014D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0202AC8-494D-4883-5A55-8449EE3179A6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2840B4DF-C6FD-D983-9BAB-1D66D1356C6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142815E-F184-DAA9-8973-3AAAF438D80D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5DA55A5F-96B8-5FFA-13E9-DCC0D14B246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4C2205E-8612-41B3-3C80-D1B55CF0D88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DFEC8DE-B5DB-D305-AB59-BAEB13023C37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663628-A0B7-58E5-7810-D53FDEBB33FB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21A81A2E-6A77-D3F1-A4AA-79973A18E56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246DDE6-6A93-4D4B-8122-3A105CE0C72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C8B7CF-0315-2767-C98D-A77DDF16BAFF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F6644B7-5D37-5C66-F0DD-265DCA7B4EF7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526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4F13C4-E975-CBB3-5A87-D6B6E9E0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D7B6478-94C2-FEA3-3129-1AE72A695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1E6556C-8A85-F312-3ED5-2FF689A21ED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E809727-A948-BD37-2639-D72659315C9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F6B189-B6E9-59E9-97CD-D357A9BEA17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A57CE98-E036-6FA8-32BD-222C125C8258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FF3D80B-B40E-9035-FA75-D240D6A20C6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0B0B244-AB89-73F2-8AA6-A29912598663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29D1C4-750E-27DF-7FE6-6F8DD2E1F88A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C44F93-C8D6-1FFF-48BB-A49BAE96280A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E786154-E719-3D40-44ED-5DFD8C4DAC88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74F42F-B0BE-85FB-08E1-4BD7D6BF64E7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77ADF41-63B6-8789-BF60-68F903013D4F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9A0E63E-B964-D979-032A-B7F17FA4F82B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86CB357-A1C2-C472-E3C5-FDE41218A547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9834998-EC55-D9BB-C8A3-BD95D8C071AC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C7F9346-8612-DB59-124A-8ADA6AABE6E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79D1157-992A-6197-D817-62937B32B27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84D0573-3E33-ED83-F219-A3BE7C1AA4D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9A927A-3F7F-536A-713A-88C4C6F1EBAB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020E640-D5D6-41A5-97C4-CD91FDECC699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1C96D71-9D43-631A-FDBE-B20D93D30C36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2A0CDE9-D4EA-4A2E-246C-143EC55D762E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7A34689-1174-9314-6CEF-C950E61B32F6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2CDC461-015B-6AFD-5095-F01685E17AED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410A4C8-495A-68F6-9D29-503E6AC568C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766EBBF-26AB-ED81-9DCF-2CC5725B358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B4F0896-7A69-107F-644E-7344C755FED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15EC8D-DFA2-139B-4D5C-947EC7B6C4BA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5C0B45D-20CA-FF81-1248-8CECDCED875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CF8789-2325-53A0-9AFD-680F47965B86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DF5789B-8C92-52BA-A363-F76A4A5A71D1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4F49DD9-FC7A-A228-2FCA-C02F0760C7DA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A5A184E-ECA4-CFBB-4A99-85DE4041B23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59D7237-E6A7-689C-9710-A44E9E90315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0333099-80CD-38C4-8192-BB74C1F012C8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DD18051-DC6C-0D57-73A1-621E45970D46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01B7293-BC49-7C46-0967-7F3112B3E5EF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3D18DF0F-F4AE-FC6A-55BB-37E5F542DE0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8BA6A1-F309-7EB7-1302-4058619B679E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35BC1A-1932-0DDD-0217-767358CD825E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1424EC2-842B-25D8-EDF1-A5B62D2F6D0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647A61D-04E7-922D-F479-F313380A38D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554BA615-2BF1-C0A0-3D82-7AC047B21E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47B87D4-5338-B36A-0320-F19D2A93A35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834679D-627E-0447-0D8E-08EDED486C7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026969-9261-52BD-A3FB-29C91B02E47C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592FBD87-9F1D-3744-6917-335AEDAB69B4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81D846B-B9E4-21F5-7BE4-8F864B15A3C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8F01993-E627-860B-8431-843F9F9685F9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23DC4A-B60B-B4AE-A0F4-82AD1F8238BF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291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A4559-EB7B-820F-2EB1-FB1392D60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873A32-6119-9EF1-D6EF-785886DEE7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7C1EAB2-443D-E1D4-5BE5-FFDEE749FF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C50767D-1693-131D-CA10-E3D83CD6738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B3EC21-40D7-6A76-7CB6-56B12657E15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1DE3A9C-753E-6FD2-3FA5-149DC9736F1C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3F97149-713C-78AC-D3C2-E0B9EE92FA6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DDE2FD-B52A-A738-B606-D6151442983A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881C698-E807-D83C-0A48-4495847624C3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AC3035-CD25-3DBC-7858-A825C22F78F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FFC5B3E-ED5B-10D6-6303-66F7E3EB339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56C9F89-B219-E3F1-41A4-D32BAE2DFBC6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F68E17F-4B24-EDF7-D834-275D618C9060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666EE8B-54CA-A439-7EC2-84850D8F6B8F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A7685D3-29D1-E026-92DE-2499D958F708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EBD444-EAA1-1980-6209-A28054BB494F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BF4716C-5FAB-BEE3-E637-25D4BDDB592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28C9EB-8F33-823E-6E74-506B05E35E3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FFDFFA2-39E3-CD67-6D8A-7F68A1092AF6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43F8A77-0807-D300-F916-FA6CEB5AEF6A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279801-A469-BD7F-36E6-430010FC332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4CF852C-446C-24B3-2683-5414AEB658E6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860A27E-49B2-BFE5-1532-9715D29312B5}"/>
              </a:ext>
            </a:extLst>
          </p:cNvPr>
          <p:cNvSpPr/>
          <p:nvPr/>
        </p:nvSpPr>
        <p:spPr>
          <a:xfrm>
            <a:off x="794012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DC9AABD-1E5C-3FD9-ABA8-5EF3CC3BC305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89A9EC2-122E-B2A6-6B6C-7115A23EC63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3E4DEC-9A72-D69D-0FB8-8FE45E7CA6D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C3E967-3B40-48EE-BFFD-BDF1EC3FDD4B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3AE684EA-1D87-AD7D-A487-31CC0833455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03E4EA-46FB-60CA-528E-6CBC16D3F46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A7F074E9-8395-7394-E7E6-769E8FDEAFD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BBB64A-456D-FFE2-60AE-2F9820564EC3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E2E0B9-1B1E-0067-75BE-D4A12AB411FF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FEF169E-B578-F05D-841E-F3FDBAA49986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834B487-A9D4-1B11-E829-BCA66B2E94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14EDFD5-E2D3-B2A9-A077-A8AF22906C3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3090CBF-B91F-613F-03F4-70896E9DFCCD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1887B07-4219-E0F5-CE45-E21AC08B182A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921E18-4DD1-E1F1-6237-652329FF26E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4CEBC3C-0593-2730-00C2-E2BE04ABCCE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3C694C-6FB6-C63D-4BAE-8B78198A8A51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6914FC0-5726-347C-778A-766761E7D6C2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147E680-5C35-5ACA-6F60-FDBEE64433C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88074B4-2404-E33E-E030-0533BEE65F0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D6B847F5-6770-0B2C-5211-C830771569D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B1AE76-7F36-B32C-45C0-CDB6AD6A10EF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52CD158-00BD-2ECD-7092-8985F7693799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84A6DC-0444-3847-744C-6F594A51EABB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403400D-75F2-9166-A03B-5EE071668E7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45B7389-38BF-BA20-1199-3F8D967C00C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0FB42FF-F912-FD4E-4B51-6BF939D0A599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146B37D-82AB-DDC6-82B5-F42E80DEC6AD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364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D3E89-FC33-C412-8C0D-F4A40C8C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5E8D102-6338-1545-21C3-2F0AF63D9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36FDF8D-E53F-2649-61EC-C781CF9F7E2B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42C6173-A642-8450-17A3-0224687C503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CEE5DD-E0B2-2FA1-1506-084EC5B7F9D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2D51F3-95C4-1678-B9E1-D23738DEA0B0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B6F1F9-5180-0689-5C24-F3E8F2E2547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07CAE6-AA28-7459-5F4C-AFD90686DFB0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8B8D04-9AD8-89E0-8FF2-5EAB85073683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6BD3AFB-6DE6-DEDB-7D73-17AB7CB40C4E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178260-7647-CA8D-DDDD-59040D2FB7E3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0394EC-0E83-BD14-F1C9-7532E6F72759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A53982-1782-94CE-CA12-6146F54BAADC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F382159-8DDD-01D0-D17D-0D65A2AA9644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4A3E94-7E46-0BE7-1634-DB2EC73A4E2B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D348136-6D59-BEFF-F61E-67361F62A695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B8E3686-8F05-EFAB-9FC5-D2A08A7EF786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953447-1390-7160-AD1C-4117F07C0EC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3F56700-97E8-F826-7DB2-CEE66B57893A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3F80B2F-F1DD-7261-D4B0-C460F94AF5D3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BB49108-4AC1-F08B-FD54-9D1092149426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2ABAB83-F6F9-31D7-BA1C-D4A50677B15F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F95A7E9-9566-D8E2-4EFA-9B95DE4303E7}"/>
              </a:ext>
            </a:extLst>
          </p:cNvPr>
          <p:cNvSpPr/>
          <p:nvPr/>
        </p:nvSpPr>
        <p:spPr>
          <a:xfrm>
            <a:off x="794012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E59524B-4AC6-E8D7-F4D6-B2BE7F057D7F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ADC0145-B5CA-BF7B-75DE-3CC65A25CBA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916BC6E-D122-543B-8763-CDC89E070A9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636F74-1530-77EF-468D-5D111BDC6A9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A3AC0E7-EE06-A924-33A3-68A70BF4CCE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61FE0FE-AD12-A977-6C5C-A584146E4F9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1BBB00A-B69C-8F32-C783-4272243585B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ABCACC-A7B9-EDA0-106E-82202F7CABAB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519B5C-44F2-339B-2859-F438DD50C3F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D4C6AD-E6AF-7224-6F3B-C0FEC450849D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4EB7B1A-4A49-0706-51B4-D9AD34FBA88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83D8BA8-145F-C45C-4086-1CDF0A3199A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B15C1D0-C5F2-C176-E54F-19671E736F18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7C6062-E6D1-33D6-0A98-2FBFEBAD5658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C9A40E4-9341-771E-1BF0-31F5F32D9A48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2732CB65-015F-046B-7186-1877F2756E4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3FEDAD4-E271-7DBB-228A-CF4973E49BF3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1DB584-D01E-AA34-E477-6B93706E4C6E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FF2FE41B-339C-C103-F5AD-2B4CE03790A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4D3B2BE-494C-D466-35EB-AD7EAF82F43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E08EA761-C619-7095-25E8-B195FDEB4D0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85BA75B-8385-8873-43F7-50E96474BBF8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30B55C2-67BD-11EA-45B1-FB70EC8330B8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8CABE72-934B-BC04-6622-4397D3458B58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4CFF7FAE-1E55-4389-7C96-E78088F59C6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919021E-4555-4FDB-E54B-20DE8F8EF1A1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3851BFD-A2D5-8333-72DC-E3DA043506D6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9E0D9AD-16A3-6FE0-0B8D-372C867AFD5C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output may vary. We can choose 7 or 9 first.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034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2002</TotalTime>
  <Words>4514</Words>
  <Application>Microsoft Office PowerPoint</Application>
  <PresentationFormat>Widescreen</PresentationFormat>
  <Paragraphs>5079</Paragraphs>
  <Slides>166</Slides>
  <Notes>166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166</vt:i4>
      </vt:variant>
    </vt:vector>
  </HeadingPairs>
  <TitlesOfParts>
    <vt:vector size="170" baseType="lpstr">
      <vt:lpstr>Arial</vt:lpstr>
      <vt:lpstr>Calibri</vt:lpstr>
      <vt:lpstr>Calibri Light</vt:lpstr>
      <vt:lpstr>Office Theme</vt:lpstr>
      <vt:lpstr>Graph Traversal</vt:lpstr>
      <vt:lpstr>Graph Traversal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169</cp:revision>
  <dcterms:created xsi:type="dcterms:W3CDTF">2022-05-11T03:47:05Z</dcterms:created>
  <dcterms:modified xsi:type="dcterms:W3CDTF">2026-07-01T09:14:06Z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