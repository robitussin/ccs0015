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96" r:id="rId5"/>
    <p:sldId id="298" r:id="rId6"/>
    <p:sldId id="299" r:id="rId7"/>
    <p:sldId id="300" r:id="rId8"/>
    <p:sldId id="313" r:id="rId9"/>
    <p:sldId id="314" r:id="rId10"/>
    <p:sldId id="315" r:id="rId11"/>
    <p:sldId id="316" r:id="rId12"/>
    <p:sldId id="295" r:id="rId13"/>
    <p:sldId id="317" r:id="rId14"/>
    <p:sldId id="302" r:id="rId15"/>
    <p:sldId id="318" r:id="rId16"/>
    <p:sldId id="303" r:id="rId17"/>
    <p:sldId id="304" r:id="rId18"/>
    <p:sldId id="306" r:id="rId19"/>
    <p:sldId id="307" r:id="rId20"/>
    <p:sldId id="305" r:id="rId21"/>
    <p:sldId id="308" r:id="rId22"/>
    <p:sldId id="309" r:id="rId23"/>
    <p:sldId id="310" r:id="rId24"/>
    <p:sldId id="311" r:id="rId25"/>
    <p:sldId id="312" r:id="rId26"/>
    <p:sldId id="319" r:id="rId27"/>
    <p:sldId id="320" r:id="rId28"/>
    <p:sldId id="321" r:id="rId29"/>
    <p:sldId id="323" r:id="rId30"/>
    <p:sldId id="32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B5FF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4" autoAdjust="0"/>
    <p:restoredTop sz="93653" autoAdjust="0"/>
  </p:normalViewPr>
  <p:slideViewPr>
    <p:cSldViewPr snapToGrid="0">
      <p:cViewPr varScale="1">
        <p:scale>
          <a:sx n="149" d="100"/>
          <a:sy n="149" d="100"/>
        </p:scale>
        <p:origin x="11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55D33-6DBD-DC9E-DAA8-603544A5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0F6D6-E499-8FE7-0C37-1F2FF50BC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BA059-630A-3857-0A57-498D59C0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D7A29-8EBC-AF60-9419-7CA9A8444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24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9CDF6-6A67-749B-2A2A-4E290189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ECC38-5F47-8446-9028-D45D4DA64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8AB4F-23F2-7D00-759D-8ABA8DD39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E79D5-ACA0-C5BD-B3A7-E84BB7E91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9509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5E34-F381-DA01-2C21-060BC52B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C4FBD-794C-F885-C11B-86B0DFABA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24899-8AC1-FE20-7451-34A181D6D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12BDA-71CA-6EA0-1EFC-811DEBB9A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8647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DFBD-25CD-102F-C718-90208452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5A920-4C33-4901-1DBA-9203E9278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D5F44-D67F-98E3-617F-7B5B5C37E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69D51-286A-07EF-4FF5-618ADB76D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393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DE2E-85C2-E503-C735-995D8F2A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218B6-A2F9-FFD9-4291-869E7BAC2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475D6-D713-D396-0017-79747C0CB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5B8DB-291F-9499-F9FE-12A99FC91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47509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70844-2C7C-4B13-43AC-F7FDE40A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96BD4-79EC-7589-CAA3-9D7D85C00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3D8DC-2B04-A4FE-01F0-B45166330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10173-1294-75B1-524A-89B4ACA74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803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D900A-0FC4-B8D0-2F65-59029173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D424E-259F-FBBD-963D-F0A9837D5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E0A52-7AF7-08FB-BE96-EE7755605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07F02-0243-B4FE-ED12-E3873ABED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9061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E6C6-EDA2-699E-5005-88D04AB4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921B2-6720-22B5-8919-83C09CF8E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1DFA0-3D15-35F1-EA85-7AAAA235A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9D55B-2EF5-B588-15B9-BCB989949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1573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8F21-629A-D3BC-36A1-E839E25D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084CD-C898-95D3-D20B-E3F40481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12D31-317C-9BA8-7007-58FB171C8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CDC57-3303-F9CE-7013-C1CB8C709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1034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55665-9864-6A7E-4902-F333466B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A000D-61C0-77AD-8311-FED5D20DD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DB584-DE39-A643-159F-A9A7D852C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E6EF4-044E-99AB-C297-7C9F9DDD5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5021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9C57-9297-F065-540B-2A19241A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4EDA7-8650-F9B2-3CF7-3BFADF814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70BE0-AEAB-0F7C-593D-F774F2C41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DB378-4B58-B293-D5D0-67EDBAC43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770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B25C-E72B-2DB6-45E4-CBC95521D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9E5B1-6F61-CAEF-141F-230E88A48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91370-01B2-7EFE-9909-CCD5468F5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56C2C-1062-F4B7-3E83-FA4F6D3AD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0622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4870-DF75-773F-89ED-FBAD615B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6DB39-2DFE-EE47-ED34-5CD13735C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DAFC1-D50D-6743-678A-9E9E81D3D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A0A98-8016-B441-CD10-12689AE62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7686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19CC2-D32D-41C1-343E-AC143D8F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3DA2C-05B9-D419-2336-9413A8BD0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5311F-FF40-BF6D-9368-B336FF080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650C1-9CDB-D42B-A420-2DC6F956A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9485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9468-252C-58A1-8C72-AB10F6CE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3FE08-00BA-7401-312E-B653AFA4A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E9155-F5C9-1079-AF4E-7EE9404FC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762FB-4654-4116-541E-429566DCF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5568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F40DA-35C8-3297-AE74-D4E00FD6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788BD-D14D-E4E6-6B7A-F657F0DA0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A9E95-9C62-1408-C454-C430611B0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2FA95-5C44-48B5-19BB-C4D30636D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5475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62ED-DA9A-E39C-97EF-409A19C2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074B9-7E9D-524C-7B46-2E9FDDB10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98831-FB7D-04A7-C2CE-4B8712259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5EEE-1658-066C-E8AC-F468446C8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6175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A8F2-C629-2B6B-BA93-4459C4DD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46FE7-2F2C-8B12-60AD-DABAAC0E5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3290F-1950-4244-95B1-CDAC2616B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4DAC5-C2AA-48A1-728A-05FF2D9F8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3715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EEFE-BB46-B6F9-4CD2-A80EF41C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056BB-8A0F-6121-B932-191D7A72D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F6909-1DD3-3954-8509-AD0A91A7A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DFECD-A2ED-6C3B-F686-6E512844F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6346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0DEA-0D31-A474-CC4F-81911970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68101-30BC-CA3B-B915-75D56CABF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72FA9-8415-0D74-43CD-60865D474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50C21-423D-E900-E2DA-E5629E39D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6153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47EB-A54B-C9C9-F126-25EE008B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B23A0-5B00-7B42-01DA-604534D4B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9B821-9593-3F79-2099-831836CA2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1A7B3-01E8-3B7A-A504-F614FDCB0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38275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1B9D-41B3-D1A3-E37C-89048F11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C9BF0-147F-F837-1D72-EE6D7ED34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F61B5-08DF-EE80-3251-E198C6095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12463-8C3E-AB3D-9588-5B3147B99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40569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0299-D39A-736D-C6DD-00BBE01F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03CDD-1ACB-C896-0B12-004CA9F49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42A00-47EB-D6DF-B4B9-02C9F989D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525A5-61EF-41F2-FF22-3352276A9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0577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652F3-43BE-F2F8-ADF4-68D22D53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D1B85-FE91-3580-86FB-5FE9B6767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5AD89-A4B8-7C35-2B44-7EB95810C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F85E-8466-0D56-4E69-E2780B59E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40283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338C-6FE2-47A0-D40B-95DA1236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9B4D9-B678-46DA-39A2-25DF324F4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16B33-A005-3B0A-42FB-8B79494CC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BFD6B-D372-7F48-601C-7F51687D5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5243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E730-BE86-6A01-7023-A813F0FFC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DBCA3-6C4F-C51D-698B-2A6F88D4E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B3054-C747-4BDA-4841-488F0B939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A5194-6674-5C46-E5BB-93B9ECBE8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95778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1F31-544D-D5CE-15AF-5B0D81A3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B4C34-A3A1-156D-47D1-23F5D9034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222E2-0928-BA81-383B-6E0C7A8B4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2409C-A95E-0710-253B-30E088B3C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306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30/06/2026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039FE-055A-5887-A78B-7CC45303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6DA4DC-CE98-0787-C119-E5AA82551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D4E3B6D2-D386-D550-DD91-C3FA060C7EB3}"/>
              </a:ext>
            </a:extLst>
          </p:cNvPr>
          <p:cNvSpPr/>
          <p:nvPr/>
        </p:nvSpPr>
        <p:spPr>
          <a:xfrm>
            <a:off x="5550548" y="29609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BBADB9-DF00-595F-17B5-04BB0A04109E}"/>
              </a:ext>
            </a:extLst>
          </p:cNvPr>
          <p:cNvCxnSpPr>
            <a:cxnSpLocks/>
            <a:stCxn id="4" idx="1"/>
            <a:endCxn id="10" idx="5"/>
          </p:cNvCxnSpPr>
          <p:nvPr/>
        </p:nvCxnSpPr>
        <p:spPr>
          <a:xfrm flipH="1" flipV="1">
            <a:off x="4757243" y="2421153"/>
            <a:ext cx="898747" cy="64521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2BA4E-3085-DB4A-7D20-1C1F47D85218}"/>
              </a:ext>
            </a:extLst>
          </p:cNvPr>
          <p:cNvCxnSpPr>
            <a:cxnSpLocks/>
            <a:stCxn id="4" idx="7"/>
            <a:endCxn id="11" idx="3"/>
          </p:cNvCxnSpPr>
          <p:nvPr/>
        </p:nvCxnSpPr>
        <p:spPr>
          <a:xfrm flipV="1">
            <a:off x="6165106" y="2470369"/>
            <a:ext cx="841852" cy="59600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76B031-5879-EDF8-427A-D4218672292F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5910548" y="3680927"/>
            <a:ext cx="0" cy="53277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6E093B50-1096-989F-0E75-17D3C82198E1}"/>
              </a:ext>
            </a:extLst>
          </p:cNvPr>
          <p:cNvSpPr/>
          <p:nvPr/>
        </p:nvSpPr>
        <p:spPr>
          <a:xfrm>
            <a:off x="4142685" y="180659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DB500AD1-3D4C-D092-3D68-3C8321C6F30D}"/>
              </a:ext>
            </a:extLst>
          </p:cNvPr>
          <p:cNvSpPr/>
          <p:nvPr/>
        </p:nvSpPr>
        <p:spPr>
          <a:xfrm>
            <a:off x="6901516" y="185581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78F38D82-08EB-E1F1-7B1B-D1AD76F0A95C}"/>
              </a:ext>
            </a:extLst>
          </p:cNvPr>
          <p:cNvSpPr/>
          <p:nvPr/>
        </p:nvSpPr>
        <p:spPr>
          <a:xfrm>
            <a:off x="5550548" y="421369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" name="Oval 12" descr="Man with facial hair">
            <a:extLst>
              <a:ext uri="{FF2B5EF4-FFF2-40B4-BE49-F238E27FC236}">
                <a16:creationId xmlns:a16="http://schemas.microsoft.com/office/drawing/2014/main" id="{C4E01D11-3302-6880-A1D9-1900A9D486DD}"/>
              </a:ext>
            </a:extLst>
          </p:cNvPr>
          <p:cNvSpPr/>
          <p:nvPr/>
        </p:nvSpPr>
        <p:spPr>
          <a:xfrm>
            <a:off x="2844464" y="4213697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6C904F-9CA1-1182-6CA7-F5F41A17A046}"/>
              </a:ext>
            </a:extLst>
          </p:cNvPr>
          <p:cNvCxnSpPr>
            <a:cxnSpLocks/>
            <a:stCxn id="12" idx="2"/>
            <a:endCxn id="13" idx="6"/>
          </p:cNvCxnSpPr>
          <p:nvPr/>
        </p:nvCxnSpPr>
        <p:spPr>
          <a:xfrm flipH="1">
            <a:off x="3564464" y="4573697"/>
            <a:ext cx="198608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C13ABC-0641-4038-E398-A41F2D984EB3}"/>
              </a:ext>
            </a:extLst>
          </p:cNvPr>
          <p:cNvCxnSpPr>
            <a:cxnSpLocks/>
            <a:stCxn id="10" idx="3"/>
            <a:endCxn id="13" idx="7"/>
          </p:cNvCxnSpPr>
          <p:nvPr/>
        </p:nvCxnSpPr>
        <p:spPr>
          <a:xfrm flipH="1">
            <a:off x="3459022" y="2421153"/>
            <a:ext cx="789105" cy="189798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B206EF6B-D321-D484-30C3-4B4F05D046EE}"/>
              </a:ext>
            </a:extLst>
          </p:cNvPr>
          <p:cNvSpPr/>
          <p:nvPr/>
        </p:nvSpPr>
        <p:spPr>
          <a:xfrm>
            <a:off x="2422888" y="180659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E88EAC-2EC1-76C3-CF67-B5627FB4DC92}"/>
              </a:ext>
            </a:extLst>
          </p:cNvPr>
          <p:cNvCxnSpPr>
            <a:cxnSpLocks/>
            <a:stCxn id="10" idx="2"/>
            <a:endCxn id="16" idx="6"/>
          </p:cNvCxnSpPr>
          <p:nvPr/>
        </p:nvCxnSpPr>
        <p:spPr>
          <a:xfrm flipH="1">
            <a:off x="3142888" y="2166595"/>
            <a:ext cx="999797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C0178E09-8A8E-009A-C612-0B09430102B5}"/>
              </a:ext>
            </a:extLst>
          </p:cNvPr>
          <p:cNvSpPr/>
          <p:nvPr/>
        </p:nvSpPr>
        <p:spPr>
          <a:xfrm>
            <a:off x="8794920" y="326122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97897334-E7BC-4259-D74F-874B4D9A3389}"/>
              </a:ext>
            </a:extLst>
          </p:cNvPr>
          <p:cNvSpPr/>
          <p:nvPr/>
        </p:nvSpPr>
        <p:spPr>
          <a:xfrm>
            <a:off x="8794920" y="18558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65CC77-BD81-2B59-7D6F-56E001486B04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7621516" y="2215811"/>
            <a:ext cx="117340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7755EC-92A2-657C-5568-E12110A816AE}"/>
              </a:ext>
            </a:extLst>
          </p:cNvPr>
          <p:cNvCxnSpPr>
            <a:cxnSpLocks/>
            <a:stCxn id="11" idx="5"/>
            <a:endCxn id="18" idx="2"/>
          </p:cNvCxnSpPr>
          <p:nvPr/>
        </p:nvCxnSpPr>
        <p:spPr>
          <a:xfrm>
            <a:off x="7516074" y="2470369"/>
            <a:ext cx="1278846" cy="1150854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" name="Picture 29" descr="A blue sign with white text&#10;&#10;Description automatically generated with low confidence">
            <a:extLst>
              <a:ext uri="{FF2B5EF4-FFF2-40B4-BE49-F238E27FC236}">
                <a16:creationId xmlns:a16="http://schemas.microsoft.com/office/drawing/2014/main" id="{7C51FAFC-9BF0-AA75-DDE2-FB71DDDA77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543" y="5386635"/>
            <a:ext cx="2302407" cy="859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E5A360-63E1-F2A4-E8E7-811133688689}"/>
              </a:ext>
            </a:extLst>
          </p:cNvPr>
          <p:cNvSpPr txBox="1"/>
          <p:nvPr/>
        </p:nvSpPr>
        <p:spPr>
          <a:xfrm>
            <a:off x="5519864" y="2618712"/>
            <a:ext cx="78136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Jethro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F2FD7-C463-E1ED-B7D0-6802079343A0}"/>
              </a:ext>
            </a:extLst>
          </p:cNvPr>
          <p:cNvSpPr txBox="1"/>
          <p:nvPr/>
        </p:nvSpPr>
        <p:spPr>
          <a:xfrm>
            <a:off x="4162303" y="2521929"/>
            <a:ext cx="68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 err="1">
                <a:solidFill>
                  <a:schemeClr val="bg1"/>
                </a:solidFill>
              </a:rPr>
              <a:t>Ronn</a:t>
            </a:r>
            <a:endParaRPr lang="en-PH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43628-2C14-E37F-2658-614E256084A3}"/>
              </a:ext>
            </a:extLst>
          </p:cNvPr>
          <p:cNvSpPr txBox="1"/>
          <p:nvPr/>
        </p:nvSpPr>
        <p:spPr>
          <a:xfrm>
            <a:off x="6847299" y="2612635"/>
            <a:ext cx="82843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Tristan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B02858-6E24-6FED-8831-D2C30CB16A7A}"/>
              </a:ext>
            </a:extLst>
          </p:cNvPr>
          <p:cNvSpPr txBox="1"/>
          <p:nvPr/>
        </p:nvSpPr>
        <p:spPr>
          <a:xfrm>
            <a:off x="2903612" y="4994031"/>
            <a:ext cx="60170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Nica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01F83E-73C7-8EA4-2AD1-B7D36AA57DF5}"/>
              </a:ext>
            </a:extLst>
          </p:cNvPr>
          <p:cNvSpPr txBox="1"/>
          <p:nvPr/>
        </p:nvSpPr>
        <p:spPr>
          <a:xfrm>
            <a:off x="8848215" y="4029031"/>
            <a:ext cx="6319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John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DF1A40-C44E-570C-4BDA-4CCDC2A5389F}"/>
              </a:ext>
            </a:extLst>
          </p:cNvPr>
          <p:cNvSpPr txBox="1"/>
          <p:nvPr/>
        </p:nvSpPr>
        <p:spPr>
          <a:xfrm>
            <a:off x="8847784" y="2543816"/>
            <a:ext cx="61427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Jane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4DBA04-3B07-8258-C04C-A328783C2A1D}"/>
              </a:ext>
            </a:extLst>
          </p:cNvPr>
          <p:cNvSpPr txBox="1"/>
          <p:nvPr/>
        </p:nvSpPr>
        <p:spPr>
          <a:xfrm>
            <a:off x="2471082" y="2583703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Neal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FE52D0-A8B5-619D-A3BD-E7583A3446E0}"/>
              </a:ext>
            </a:extLst>
          </p:cNvPr>
          <p:cNvSpPr txBox="1"/>
          <p:nvPr/>
        </p:nvSpPr>
        <p:spPr>
          <a:xfrm>
            <a:off x="5612966" y="4994031"/>
            <a:ext cx="5951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Jake</a:t>
            </a:r>
          </a:p>
        </p:txBody>
      </p:sp>
    </p:spTree>
    <p:extLst>
      <p:ext uri="{BB962C8B-B14F-4D97-AF65-F5344CB8AC3E}">
        <p14:creationId xmlns:p14="http://schemas.microsoft.com/office/powerpoint/2010/main" val="87341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03B7E-55C2-658B-2C4A-8D541410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AFB896-524E-18DF-D437-01106A85B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25A19EC-A91E-3F45-B9C6-2B268E41F508}"/>
              </a:ext>
            </a:extLst>
          </p:cNvPr>
          <p:cNvSpPr/>
          <p:nvPr/>
        </p:nvSpPr>
        <p:spPr>
          <a:xfrm>
            <a:off x="5550548" y="29609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FAD558-D55C-5F17-86D9-0891C2AE45E7}"/>
              </a:ext>
            </a:extLst>
          </p:cNvPr>
          <p:cNvCxnSpPr>
            <a:cxnSpLocks/>
            <a:stCxn id="4" idx="1"/>
            <a:endCxn id="10" idx="5"/>
          </p:cNvCxnSpPr>
          <p:nvPr/>
        </p:nvCxnSpPr>
        <p:spPr>
          <a:xfrm flipH="1" flipV="1">
            <a:off x="4757243" y="2421153"/>
            <a:ext cx="898747" cy="64521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AE728A-853D-A5C0-0F24-C40080B4D0EA}"/>
              </a:ext>
            </a:extLst>
          </p:cNvPr>
          <p:cNvCxnSpPr>
            <a:cxnSpLocks/>
            <a:stCxn id="4" idx="7"/>
            <a:endCxn id="11" idx="3"/>
          </p:cNvCxnSpPr>
          <p:nvPr/>
        </p:nvCxnSpPr>
        <p:spPr>
          <a:xfrm flipV="1">
            <a:off x="6165106" y="2470369"/>
            <a:ext cx="841852" cy="59600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FB185C-DD0E-0D40-141A-95ECEF4122EA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5910548" y="3680927"/>
            <a:ext cx="0" cy="53277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21ECA778-D635-2C52-E361-09A00C0958B7}"/>
              </a:ext>
            </a:extLst>
          </p:cNvPr>
          <p:cNvSpPr/>
          <p:nvPr/>
        </p:nvSpPr>
        <p:spPr>
          <a:xfrm>
            <a:off x="4142685" y="180659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DF76D942-DFB1-66EB-6B13-5E9132E11D53}"/>
              </a:ext>
            </a:extLst>
          </p:cNvPr>
          <p:cNvSpPr/>
          <p:nvPr/>
        </p:nvSpPr>
        <p:spPr>
          <a:xfrm>
            <a:off x="6901516" y="185581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1C6FAD5D-EFE9-2153-4339-E911A70D39AD}"/>
              </a:ext>
            </a:extLst>
          </p:cNvPr>
          <p:cNvSpPr/>
          <p:nvPr/>
        </p:nvSpPr>
        <p:spPr>
          <a:xfrm>
            <a:off x="5550548" y="421369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" name="Oval 12" descr="Man with facial hair">
            <a:extLst>
              <a:ext uri="{FF2B5EF4-FFF2-40B4-BE49-F238E27FC236}">
                <a16:creationId xmlns:a16="http://schemas.microsoft.com/office/drawing/2014/main" id="{8B74C9D9-7C89-0200-A0D3-EE07DF715DE5}"/>
              </a:ext>
            </a:extLst>
          </p:cNvPr>
          <p:cNvSpPr/>
          <p:nvPr/>
        </p:nvSpPr>
        <p:spPr>
          <a:xfrm>
            <a:off x="2844464" y="4213697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94133B-F1FF-1808-8FB6-CD05DA393E73}"/>
              </a:ext>
            </a:extLst>
          </p:cNvPr>
          <p:cNvCxnSpPr>
            <a:cxnSpLocks/>
            <a:stCxn id="12" idx="2"/>
            <a:endCxn id="13" idx="6"/>
          </p:cNvCxnSpPr>
          <p:nvPr/>
        </p:nvCxnSpPr>
        <p:spPr>
          <a:xfrm flipH="1">
            <a:off x="3564464" y="4573697"/>
            <a:ext cx="198608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FD1D79-4494-8FF6-E9A3-855A2D065876}"/>
              </a:ext>
            </a:extLst>
          </p:cNvPr>
          <p:cNvCxnSpPr>
            <a:cxnSpLocks/>
            <a:stCxn id="10" idx="3"/>
            <a:endCxn id="13" idx="7"/>
          </p:cNvCxnSpPr>
          <p:nvPr/>
        </p:nvCxnSpPr>
        <p:spPr>
          <a:xfrm flipH="1">
            <a:off x="3459022" y="2421153"/>
            <a:ext cx="789105" cy="189798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BCDE41DB-85AE-C458-FB9F-42C363C749DC}"/>
              </a:ext>
            </a:extLst>
          </p:cNvPr>
          <p:cNvSpPr/>
          <p:nvPr/>
        </p:nvSpPr>
        <p:spPr>
          <a:xfrm>
            <a:off x="2422888" y="180659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2F410D-CF13-5BC1-53BB-8A5C5DB2F43D}"/>
              </a:ext>
            </a:extLst>
          </p:cNvPr>
          <p:cNvCxnSpPr>
            <a:cxnSpLocks/>
            <a:stCxn id="10" idx="2"/>
            <a:endCxn id="16" idx="6"/>
          </p:cNvCxnSpPr>
          <p:nvPr/>
        </p:nvCxnSpPr>
        <p:spPr>
          <a:xfrm flipH="1">
            <a:off x="3142888" y="2166595"/>
            <a:ext cx="999797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70C2CDE3-96CA-A31F-43A9-2F3F4CB86CCF}"/>
              </a:ext>
            </a:extLst>
          </p:cNvPr>
          <p:cNvSpPr/>
          <p:nvPr/>
        </p:nvSpPr>
        <p:spPr>
          <a:xfrm>
            <a:off x="8794920" y="326122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81D12146-706A-8934-6855-0B60ED92776D}"/>
              </a:ext>
            </a:extLst>
          </p:cNvPr>
          <p:cNvSpPr/>
          <p:nvPr/>
        </p:nvSpPr>
        <p:spPr>
          <a:xfrm>
            <a:off x="8794920" y="18558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730ED1-14B6-5277-C59B-988DFECFF536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7621516" y="2215811"/>
            <a:ext cx="117340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B00D99-0E85-31A8-D393-D6E2B7851A8F}"/>
              </a:ext>
            </a:extLst>
          </p:cNvPr>
          <p:cNvCxnSpPr>
            <a:cxnSpLocks/>
            <a:stCxn id="11" idx="5"/>
            <a:endCxn id="18" idx="2"/>
          </p:cNvCxnSpPr>
          <p:nvPr/>
        </p:nvCxnSpPr>
        <p:spPr>
          <a:xfrm>
            <a:off x="7516074" y="2470369"/>
            <a:ext cx="1278846" cy="1150854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CAE6E16-531F-463F-B4F6-131BA8AEA42D}"/>
              </a:ext>
            </a:extLst>
          </p:cNvPr>
          <p:cNvSpPr txBox="1"/>
          <p:nvPr/>
        </p:nvSpPr>
        <p:spPr>
          <a:xfrm>
            <a:off x="1403998" y="179147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7CB8E9-CC2F-EB21-D3B2-F7A9650A56D9}"/>
              </a:ext>
            </a:extLst>
          </p:cNvPr>
          <p:cNvCxnSpPr>
            <a:cxnSpLocks/>
          </p:cNvCxnSpPr>
          <p:nvPr/>
        </p:nvCxnSpPr>
        <p:spPr>
          <a:xfrm>
            <a:off x="1617855" y="2308894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277B28-96D8-D023-C8C9-E0442944C366}"/>
              </a:ext>
            </a:extLst>
          </p:cNvPr>
          <p:cNvSpPr txBox="1"/>
          <p:nvPr/>
        </p:nvSpPr>
        <p:spPr>
          <a:xfrm>
            <a:off x="1713492" y="4204976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7BA6E2-B06E-EBF3-D22C-A1989C561C78}"/>
              </a:ext>
            </a:extLst>
          </p:cNvPr>
          <p:cNvCxnSpPr>
            <a:cxnSpLocks/>
          </p:cNvCxnSpPr>
          <p:nvPr/>
        </p:nvCxnSpPr>
        <p:spPr>
          <a:xfrm>
            <a:off x="1927349" y="4722391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84669D5-BECC-AE94-DB26-558022C69BDF}"/>
              </a:ext>
            </a:extLst>
          </p:cNvPr>
          <p:cNvSpPr txBox="1"/>
          <p:nvPr/>
        </p:nvSpPr>
        <p:spPr>
          <a:xfrm>
            <a:off x="5839690" y="1871842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B15B720-1584-62A2-6772-1D4C668CB615}"/>
              </a:ext>
            </a:extLst>
          </p:cNvPr>
          <p:cNvCxnSpPr>
            <a:cxnSpLocks/>
          </p:cNvCxnSpPr>
          <p:nvPr/>
        </p:nvCxnSpPr>
        <p:spPr>
          <a:xfrm>
            <a:off x="6053547" y="2389257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744A77B-CC44-CE8D-86AA-98EE03A6B2AF}"/>
              </a:ext>
            </a:extLst>
          </p:cNvPr>
          <p:cNvSpPr txBox="1"/>
          <p:nvPr/>
        </p:nvSpPr>
        <p:spPr>
          <a:xfrm>
            <a:off x="9508280" y="3265642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36B3F1-AD57-78DE-DDAD-28473BA64455}"/>
              </a:ext>
            </a:extLst>
          </p:cNvPr>
          <p:cNvCxnSpPr>
            <a:cxnSpLocks/>
          </p:cNvCxnSpPr>
          <p:nvPr/>
        </p:nvCxnSpPr>
        <p:spPr>
          <a:xfrm flipH="1">
            <a:off x="9722137" y="3783057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CCDDCCE-01C7-8481-A483-8DAEF7BCF70E}"/>
              </a:ext>
            </a:extLst>
          </p:cNvPr>
          <p:cNvSpPr txBox="1"/>
          <p:nvPr/>
        </p:nvSpPr>
        <p:spPr>
          <a:xfrm>
            <a:off x="9514920" y="1849741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9E2865-2CC7-E2F4-3B52-8D9ED3D96082}"/>
              </a:ext>
            </a:extLst>
          </p:cNvPr>
          <p:cNvCxnSpPr>
            <a:cxnSpLocks/>
          </p:cNvCxnSpPr>
          <p:nvPr/>
        </p:nvCxnSpPr>
        <p:spPr>
          <a:xfrm flipH="1">
            <a:off x="9728777" y="2367156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3FCDA32-B211-5DCC-140F-4D0A39A2CDA0}"/>
              </a:ext>
            </a:extLst>
          </p:cNvPr>
          <p:cNvSpPr txBox="1"/>
          <p:nvPr/>
        </p:nvSpPr>
        <p:spPr>
          <a:xfrm>
            <a:off x="6252266" y="420264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22AC03-6930-FD85-EA35-3A54A588183A}"/>
              </a:ext>
            </a:extLst>
          </p:cNvPr>
          <p:cNvCxnSpPr>
            <a:cxnSpLocks/>
          </p:cNvCxnSpPr>
          <p:nvPr/>
        </p:nvCxnSpPr>
        <p:spPr>
          <a:xfrm flipH="1">
            <a:off x="6466123" y="4720064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0B7CA64-92EC-0C3C-2E4A-6D04ADA3AB19}"/>
              </a:ext>
            </a:extLst>
          </p:cNvPr>
          <p:cNvSpPr txBox="1"/>
          <p:nvPr/>
        </p:nvSpPr>
        <p:spPr>
          <a:xfrm>
            <a:off x="4521698" y="300551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Node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63D5641-5597-BC3C-E320-430AFB8D681C}"/>
              </a:ext>
            </a:extLst>
          </p:cNvPr>
          <p:cNvCxnSpPr>
            <a:cxnSpLocks/>
          </p:cNvCxnSpPr>
          <p:nvPr/>
        </p:nvCxnSpPr>
        <p:spPr>
          <a:xfrm>
            <a:off x="4735555" y="3522930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43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5FE70-ADAD-733E-27AE-AC0BB9C5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38D63F-0668-5158-6F90-6E0C048F2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C0386961-1162-4726-466A-9A50C9065675}"/>
              </a:ext>
            </a:extLst>
          </p:cNvPr>
          <p:cNvSpPr/>
          <p:nvPr/>
        </p:nvSpPr>
        <p:spPr>
          <a:xfrm>
            <a:off x="5550548" y="29609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D1ABB9-90E3-BD69-EB38-2683FE0D017D}"/>
              </a:ext>
            </a:extLst>
          </p:cNvPr>
          <p:cNvCxnSpPr>
            <a:cxnSpLocks/>
            <a:stCxn id="4" idx="1"/>
            <a:endCxn id="10" idx="5"/>
          </p:cNvCxnSpPr>
          <p:nvPr/>
        </p:nvCxnSpPr>
        <p:spPr>
          <a:xfrm flipH="1" flipV="1">
            <a:off x="4757243" y="2421153"/>
            <a:ext cx="898747" cy="64521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17A134-1DF4-52B3-D41F-3216A7487745}"/>
              </a:ext>
            </a:extLst>
          </p:cNvPr>
          <p:cNvCxnSpPr>
            <a:cxnSpLocks/>
            <a:stCxn id="4" idx="7"/>
            <a:endCxn id="11" idx="3"/>
          </p:cNvCxnSpPr>
          <p:nvPr/>
        </p:nvCxnSpPr>
        <p:spPr>
          <a:xfrm flipV="1">
            <a:off x="6165106" y="2470369"/>
            <a:ext cx="841852" cy="59600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B30C6-8216-89FC-CFA2-9BFBB23784EF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5910548" y="3680927"/>
            <a:ext cx="0" cy="53277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43E652A0-7C17-022E-6BDD-ABFF7C8B5753}"/>
              </a:ext>
            </a:extLst>
          </p:cNvPr>
          <p:cNvSpPr/>
          <p:nvPr/>
        </p:nvSpPr>
        <p:spPr>
          <a:xfrm>
            <a:off x="4142685" y="180659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75FF90D4-0F70-D337-327D-728C72F6CCA3}"/>
              </a:ext>
            </a:extLst>
          </p:cNvPr>
          <p:cNvSpPr/>
          <p:nvPr/>
        </p:nvSpPr>
        <p:spPr>
          <a:xfrm>
            <a:off x="6901516" y="185581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2C49211A-39BF-BF0B-030F-388ECD4038AC}"/>
              </a:ext>
            </a:extLst>
          </p:cNvPr>
          <p:cNvSpPr/>
          <p:nvPr/>
        </p:nvSpPr>
        <p:spPr>
          <a:xfrm>
            <a:off x="5550548" y="421369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" name="Oval 12" descr="Man with facial hair">
            <a:extLst>
              <a:ext uri="{FF2B5EF4-FFF2-40B4-BE49-F238E27FC236}">
                <a16:creationId xmlns:a16="http://schemas.microsoft.com/office/drawing/2014/main" id="{1CD87B90-C66B-ADE4-0894-A3AE9EBBB00B}"/>
              </a:ext>
            </a:extLst>
          </p:cNvPr>
          <p:cNvSpPr/>
          <p:nvPr/>
        </p:nvSpPr>
        <p:spPr>
          <a:xfrm>
            <a:off x="2844464" y="4213697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EA1D77-9181-6331-C667-9AD7EAF100CE}"/>
              </a:ext>
            </a:extLst>
          </p:cNvPr>
          <p:cNvCxnSpPr>
            <a:cxnSpLocks/>
            <a:stCxn id="12" idx="2"/>
            <a:endCxn id="13" idx="6"/>
          </p:cNvCxnSpPr>
          <p:nvPr/>
        </p:nvCxnSpPr>
        <p:spPr>
          <a:xfrm flipH="1">
            <a:off x="3564464" y="4573697"/>
            <a:ext cx="198608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7F4E8A-7EE2-C468-ACAF-D34DA20077DD}"/>
              </a:ext>
            </a:extLst>
          </p:cNvPr>
          <p:cNvCxnSpPr>
            <a:cxnSpLocks/>
            <a:stCxn id="10" idx="3"/>
            <a:endCxn id="13" idx="7"/>
          </p:cNvCxnSpPr>
          <p:nvPr/>
        </p:nvCxnSpPr>
        <p:spPr>
          <a:xfrm flipH="1">
            <a:off x="3459022" y="2421153"/>
            <a:ext cx="789105" cy="189798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BCE2571D-9B02-409F-3335-B807A1498318}"/>
              </a:ext>
            </a:extLst>
          </p:cNvPr>
          <p:cNvSpPr/>
          <p:nvPr/>
        </p:nvSpPr>
        <p:spPr>
          <a:xfrm>
            <a:off x="2422888" y="180659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B43984-9FCE-9EAC-E60A-AADD8EA1CED2}"/>
              </a:ext>
            </a:extLst>
          </p:cNvPr>
          <p:cNvCxnSpPr>
            <a:cxnSpLocks/>
            <a:stCxn id="10" idx="2"/>
            <a:endCxn id="16" idx="6"/>
          </p:cNvCxnSpPr>
          <p:nvPr/>
        </p:nvCxnSpPr>
        <p:spPr>
          <a:xfrm flipH="1">
            <a:off x="3142888" y="2166595"/>
            <a:ext cx="999797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8EE04BF2-4E58-4ABA-5552-5E970A7BB278}"/>
              </a:ext>
            </a:extLst>
          </p:cNvPr>
          <p:cNvSpPr/>
          <p:nvPr/>
        </p:nvSpPr>
        <p:spPr>
          <a:xfrm>
            <a:off x="8794920" y="3261223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9E71993B-4FE7-42FC-3F84-2CA130480198}"/>
              </a:ext>
            </a:extLst>
          </p:cNvPr>
          <p:cNvSpPr/>
          <p:nvPr/>
        </p:nvSpPr>
        <p:spPr>
          <a:xfrm>
            <a:off x="8794920" y="1855811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1164C2-0822-6F87-7390-7ED18CB2F776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7621516" y="2215811"/>
            <a:ext cx="117340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544AE9-596C-38BF-732C-6B6ACE7B85FA}"/>
              </a:ext>
            </a:extLst>
          </p:cNvPr>
          <p:cNvCxnSpPr>
            <a:cxnSpLocks/>
            <a:stCxn id="11" idx="5"/>
            <a:endCxn id="18" idx="2"/>
          </p:cNvCxnSpPr>
          <p:nvPr/>
        </p:nvCxnSpPr>
        <p:spPr>
          <a:xfrm>
            <a:off x="7516074" y="2470369"/>
            <a:ext cx="1278846" cy="1150854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5D65966-8319-B742-6FDF-E90304A2F35B}"/>
              </a:ext>
            </a:extLst>
          </p:cNvPr>
          <p:cNvSpPr txBox="1"/>
          <p:nvPr/>
        </p:nvSpPr>
        <p:spPr>
          <a:xfrm>
            <a:off x="3077300" y="114373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62E6075-7B76-7449-D409-2E2E3AB7E8B7}"/>
              </a:ext>
            </a:extLst>
          </p:cNvPr>
          <p:cNvCxnSpPr>
            <a:cxnSpLocks/>
          </p:cNvCxnSpPr>
          <p:nvPr/>
        </p:nvCxnSpPr>
        <p:spPr>
          <a:xfrm>
            <a:off x="3657063" y="1592207"/>
            <a:ext cx="0" cy="44845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6BA820-DA34-19D7-3B6B-D73D07D995FB}"/>
              </a:ext>
            </a:extLst>
          </p:cNvPr>
          <p:cNvSpPr txBox="1"/>
          <p:nvPr/>
        </p:nvSpPr>
        <p:spPr>
          <a:xfrm>
            <a:off x="1950590" y="3261223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87E2CA-2C50-59B1-7068-FEE36730D6B1}"/>
              </a:ext>
            </a:extLst>
          </p:cNvPr>
          <p:cNvCxnSpPr>
            <a:cxnSpLocks/>
          </p:cNvCxnSpPr>
          <p:nvPr/>
        </p:nvCxnSpPr>
        <p:spPr>
          <a:xfrm>
            <a:off x="2959519" y="3544530"/>
            <a:ext cx="7032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BDC6128-A7E2-3C33-0E6B-6C8CA1770D04}"/>
              </a:ext>
            </a:extLst>
          </p:cNvPr>
          <p:cNvSpPr txBox="1"/>
          <p:nvPr/>
        </p:nvSpPr>
        <p:spPr>
          <a:xfrm>
            <a:off x="5297138" y="176191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34C87B-8C3D-B708-3720-89C354A6B2D7}"/>
              </a:ext>
            </a:extLst>
          </p:cNvPr>
          <p:cNvSpPr txBox="1"/>
          <p:nvPr/>
        </p:nvSpPr>
        <p:spPr>
          <a:xfrm>
            <a:off x="6439773" y="3328016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A7419-09A2-1C15-C602-753A1B1C5CEF}"/>
              </a:ext>
            </a:extLst>
          </p:cNvPr>
          <p:cNvSpPr txBox="1"/>
          <p:nvPr/>
        </p:nvSpPr>
        <p:spPr>
          <a:xfrm>
            <a:off x="4056067" y="521190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96006ED-6D4D-5881-87F4-C86E1F5FEFE1}"/>
              </a:ext>
            </a:extLst>
          </p:cNvPr>
          <p:cNvCxnSpPr>
            <a:cxnSpLocks/>
          </p:cNvCxnSpPr>
          <p:nvPr/>
        </p:nvCxnSpPr>
        <p:spPr>
          <a:xfrm flipV="1">
            <a:off x="4621553" y="4679703"/>
            <a:ext cx="0" cy="48697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4F48EE-167B-6948-C0CA-DE0848A8F7D4}"/>
              </a:ext>
            </a:extLst>
          </p:cNvPr>
          <p:cNvCxnSpPr>
            <a:cxnSpLocks/>
          </p:cNvCxnSpPr>
          <p:nvPr/>
        </p:nvCxnSpPr>
        <p:spPr>
          <a:xfrm flipH="1">
            <a:off x="5303530" y="2220227"/>
            <a:ext cx="380569" cy="40077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1CFC42E-2AF4-1206-9A1F-8812108189E3}"/>
              </a:ext>
            </a:extLst>
          </p:cNvPr>
          <p:cNvCxnSpPr>
            <a:cxnSpLocks/>
          </p:cNvCxnSpPr>
          <p:nvPr/>
        </p:nvCxnSpPr>
        <p:spPr>
          <a:xfrm flipV="1">
            <a:off x="7489355" y="3030137"/>
            <a:ext cx="394431" cy="29566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2B506D3-AD9C-4DB3-F943-86E13AF77CE5}"/>
              </a:ext>
            </a:extLst>
          </p:cNvPr>
          <p:cNvSpPr txBox="1"/>
          <p:nvPr/>
        </p:nvSpPr>
        <p:spPr>
          <a:xfrm>
            <a:off x="7675847" y="121560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Edge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B46B7D4-0D06-9655-1397-133338FB92D7}"/>
              </a:ext>
            </a:extLst>
          </p:cNvPr>
          <p:cNvCxnSpPr>
            <a:cxnSpLocks/>
          </p:cNvCxnSpPr>
          <p:nvPr/>
        </p:nvCxnSpPr>
        <p:spPr>
          <a:xfrm>
            <a:off x="8255610" y="1664081"/>
            <a:ext cx="0" cy="44845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D58382F-983C-3FB5-9D17-B88BC93CA2E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80752" y="2224100"/>
            <a:ext cx="380569" cy="40077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2F94A56-8347-E7CC-B0A2-7782CC52626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40908" y="2956073"/>
            <a:ext cx="394431" cy="29566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82ABC1A-F01B-0061-7739-4EB18B92C335}"/>
              </a:ext>
            </a:extLst>
          </p:cNvPr>
          <p:cNvCxnSpPr>
            <a:cxnSpLocks/>
          </p:cNvCxnSpPr>
          <p:nvPr/>
        </p:nvCxnSpPr>
        <p:spPr>
          <a:xfrm flipH="1">
            <a:off x="6096000" y="3759725"/>
            <a:ext cx="400143" cy="29943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84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C86C-D22C-D1C5-0B2A-0BF9F959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9C0C430-6067-C913-3341-E4E7F039A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Oval 3" descr="Man with facial hair">
            <a:extLst>
              <a:ext uri="{FF2B5EF4-FFF2-40B4-BE49-F238E27FC236}">
                <a16:creationId xmlns:a16="http://schemas.microsoft.com/office/drawing/2014/main" id="{3BD8EADB-2950-A027-59C5-C0C88A395AF9}"/>
              </a:ext>
            </a:extLst>
          </p:cNvPr>
          <p:cNvSpPr/>
          <p:nvPr/>
        </p:nvSpPr>
        <p:spPr>
          <a:xfrm>
            <a:off x="5550548" y="2960927"/>
            <a:ext cx="720000" cy="7200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6386CA-1748-13EC-7300-ED43C37072F6}"/>
              </a:ext>
            </a:extLst>
          </p:cNvPr>
          <p:cNvCxnSpPr>
            <a:cxnSpLocks/>
            <a:stCxn id="4" idx="1"/>
            <a:endCxn id="10" idx="5"/>
          </p:cNvCxnSpPr>
          <p:nvPr/>
        </p:nvCxnSpPr>
        <p:spPr>
          <a:xfrm flipH="1" flipV="1">
            <a:off x="4757243" y="2421153"/>
            <a:ext cx="898747" cy="645216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7ADFF8-640F-3602-AD4A-BF179C4D7EFE}"/>
              </a:ext>
            </a:extLst>
          </p:cNvPr>
          <p:cNvCxnSpPr>
            <a:cxnSpLocks/>
            <a:stCxn id="4" idx="7"/>
            <a:endCxn id="11" idx="3"/>
          </p:cNvCxnSpPr>
          <p:nvPr/>
        </p:nvCxnSpPr>
        <p:spPr>
          <a:xfrm flipV="1">
            <a:off x="6165106" y="2470369"/>
            <a:ext cx="841852" cy="59600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BA087D-11DD-1302-4AD7-06EDA45F1456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5910548" y="3680927"/>
            <a:ext cx="0" cy="53277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Oval 9" descr="Man with facial hair">
            <a:extLst>
              <a:ext uri="{FF2B5EF4-FFF2-40B4-BE49-F238E27FC236}">
                <a16:creationId xmlns:a16="http://schemas.microsoft.com/office/drawing/2014/main" id="{1971711F-91AF-CDB5-1A6C-48EED6C81948}"/>
              </a:ext>
            </a:extLst>
          </p:cNvPr>
          <p:cNvSpPr/>
          <p:nvPr/>
        </p:nvSpPr>
        <p:spPr>
          <a:xfrm>
            <a:off x="4142685" y="1806595"/>
            <a:ext cx="720000" cy="7200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1" name="Oval 10" descr="Man with facial hair">
            <a:extLst>
              <a:ext uri="{FF2B5EF4-FFF2-40B4-BE49-F238E27FC236}">
                <a16:creationId xmlns:a16="http://schemas.microsoft.com/office/drawing/2014/main" id="{DA1774B8-FA80-5730-D960-35E72EDBDE2F}"/>
              </a:ext>
            </a:extLst>
          </p:cNvPr>
          <p:cNvSpPr/>
          <p:nvPr/>
        </p:nvSpPr>
        <p:spPr>
          <a:xfrm>
            <a:off x="6901516" y="1855811"/>
            <a:ext cx="720000" cy="7200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Oval 11" descr="Man with facial hair">
            <a:extLst>
              <a:ext uri="{FF2B5EF4-FFF2-40B4-BE49-F238E27FC236}">
                <a16:creationId xmlns:a16="http://schemas.microsoft.com/office/drawing/2014/main" id="{F3551041-CBB9-B47B-23C5-02A90859C325}"/>
              </a:ext>
            </a:extLst>
          </p:cNvPr>
          <p:cNvSpPr/>
          <p:nvPr/>
        </p:nvSpPr>
        <p:spPr>
          <a:xfrm>
            <a:off x="5550548" y="4213697"/>
            <a:ext cx="720000" cy="720000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3" name="Oval 12" descr="Man with facial hair">
            <a:extLst>
              <a:ext uri="{FF2B5EF4-FFF2-40B4-BE49-F238E27FC236}">
                <a16:creationId xmlns:a16="http://schemas.microsoft.com/office/drawing/2014/main" id="{7F9A7B34-71E5-B10B-6089-F1CE446E3850}"/>
              </a:ext>
            </a:extLst>
          </p:cNvPr>
          <p:cNvSpPr/>
          <p:nvPr/>
        </p:nvSpPr>
        <p:spPr>
          <a:xfrm>
            <a:off x="2844464" y="4213697"/>
            <a:ext cx="720000" cy="720000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A7B639-21BB-5E25-E769-12155981F5D1}"/>
              </a:ext>
            </a:extLst>
          </p:cNvPr>
          <p:cNvCxnSpPr>
            <a:cxnSpLocks/>
            <a:stCxn id="12" idx="2"/>
            <a:endCxn id="13" idx="6"/>
          </p:cNvCxnSpPr>
          <p:nvPr/>
        </p:nvCxnSpPr>
        <p:spPr>
          <a:xfrm flipH="1">
            <a:off x="3564464" y="4573697"/>
            <a:ext cx="1986084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2AF2E4-E997-21F7-E9FA-68E02E2E5F68}"/>
              </a:ext>
            </a:extLst>
          </p:cNvPr>
          <p:cNvCxnSpPr>
            <a:cxnSpLocks/>
            <a:stCxn id="10" idx="3"/>
            <a:endCxn id="13" idx="7"/>
          </p:cNvCxnSpPr>
          <p:nvPr/>
        </p:nvCxnSpPr>
        <p:spPr>
          <a:xfrm flipH="1">
            <a:off x="3459022" y="2421153"/>
            <a:ext cx="789105" cy="1897986"/>
          </a:xfrm>
          <a:prstGeom prst="line">
            <a:avLst/>
          </a:prstGeom>
          <a:ln w="57150">
            <a:solidFill>
              <a:srgbClr val="AAAAAA"/>
            </a:solidFill>
            <a:headEnd type="stealth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 descr="Man with facial hair">
            <a:extLst>
              <a:ext uri="{FF2B5EF4-FFF2-40B4-BE49-F238E27FC236}">
                <a16:creationId xmlns:a16="http://schemas.microsoft.com/office/drawing/2014/main" id="{B888642B-06A9-476C-E189-FBC1A1373BA6}"/>
              </a:ext>
            </a:extLst>
          </p:cNvPr>
          <p:cNvSpPr/>
          <p:nvPr/>
        </p:nvSpPr>
        <p:spPr>
          <a:xfrm>
            <a:off x="2422888" y="1806595"/>
            <a:ext cx="720000" cy="720000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92A674-4684-306A-96E8-D87780A8B41C}"/>
              </a:ext>
            </a:extLst>
          </p:cNvPr>
          <p:cNvCxnSpPr>
            <a:cxnSpLocks/>
            <a:stCxn id="10" idx="2"/>
            <a:endCxn id="16" idx="6"/>
          </p:cNvCxnSpPr>
          <p:nvPr/>
        </p:nvCxnSpPr>
        <p:spPr>
          <a:xfrm flipH="1">
            <a:off x="3142888" y="2166595"/>
            <a:ext cx="999797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 descr="Man with facial hair">
            <a:extLst>
              <a:ext uri="{FF2B5EF4-FFF2-40B4-BE49-F238E27FC236}">
                <a16:creationId xmlns:a16="http://schemas.microsoft.com/office/drawing/2014/main" id="{3BBD518A-EFB7-016A-971B-BCCC32E583AB}"/>
              </a:ext>
            </a:extLst>
          </p:cNvPr>
          <p:cNvSpPr/>
          <p:nvPr/>
        </p:nvSpPr>
        <p:spPr>
          <a:xfrm>
            <a:off x="9102718" y="1855811"/>
            <a:ext cx="720000" cy="720000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9" name="Oval 18" descr="Man with facial hair">
            <a:extLst>
              <a:ext uri="{FF2B5EF4-FFF2-40B4-BE49-F238E27FC236}">
                <a16:creationId xmlns:a16="http://schemas.microsoft.com/office/drawing/2014/main" id="{4B9E1CD9-86B2-99AC-0F20-FAF6881EF5A9}"/>
              </a:ext>
            </a:extLst>
          </p:cNvPr>
          <p:cNvSpPr/>
          <p:nvPr/>
        </p:nvSpPr>
        <p:spPr>
          <a:xfrm>
            <a:off x="9082955" y="3315437"/>
            <a:ext cx="720000" cy="720000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DE52DD-D1B6-9B87-9BA1-50C6D4D71802}"/>
              </a:ext>
            </a:extLst>
          </p:cNvPr>
          <p:cNvCxnSpPr>
            <a:cxnSpLocks/>
            <a:stCxn id="11" idx="5"/>
            <a:endCxn id="19" idx="2"/>
          </p:cNvCxnSpPr>
          <p:nvPr/>
        </p:nvCxnSpPr>
        <p:spPr>
          <a:xfrm>
            <a:off x="7516074" y="2470369"/>
            <a:ext cx="1566881" cy="1205068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EF039C-2C13-603B-9E12-F5C9825C84EC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>
            <a:off x="7621516" y="2215811"/>
            <a:ext cx="1481202" cy="0"/>
          </a:xfrm>
          <a:prstGeom prst="line">
            <a:avLst/>
          </a:prstGeom>
          <a:ln w="5715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2F39A3-9083-D0DB-D67E-EB40EC955636}"/>
              </a:ext>
            </a:extLst>
          </p:cNvPr>
          <p:cNvSpPr txBox="1"/>
          <p:nvPr/>
        </p:nvSpPr>
        <p:spPr>
          <a:xfrm>
            <a:off x="5041432" y="3629532"/>
            <a:ext cx="84991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Manila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1D7437-0F5A-E0D3-1FFA-616E7909AC9D}"/>
              </a:ext>
            </a:extLst>
          </p:cNvPr>
          <p:cNvSpPr txBox="1"/>
          <p:nvPr/>
        </p:nvSpPr>
        <p:spPr>
          <a:xfrm>
            <a:off x="4139410" y="1465769"/>
            <a:ext cx="83388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Beijing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A0155A-905F-B030-71F4-81C6786BC6E6}"/>
              </a:ext>
            </a:extLst>
          </p:cNvPr>
          <p:cNvSpPr txBox="1"/>
          <p:nvPr/>
        </p:nvSpPr>
        <p:spPr>
          <a:xfrm>
            <a:off x="6847299" y="2612635"/>
            <a:ext cx="74251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Tokyo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99FA28-A0E5-1A46-33B7-9EC43E8D45BB}"/>
              </a:ext>
            </a:extLst>
          </p:cNvPr>
          <p:cNvSpPr txBox="1"/>
          <p:nvPr/>
        </p:nvSpPr>
        <p:spPr>
          <a:xfrm>
            <a:off x="2903612" y="5027243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Bangkok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D9FF89-3AB9-B33D-53B9-C4AD71817408}"/>
              </a:ext>
            </a:extLst>
          </p:cNvPr>
          <p:cNvSpPr txBox="1"/>
          <p:nvPr/>
        </p:nvSpPr>
        <p:spPr>
          <a:xfrm>
            <a:off x="8867042" y="2553012"/>
            <a:ext cx="11913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Vancouver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A913A-2D2B-E84B-25E6-2114358D2008}"/>
              </a:ext>
            </a:extLst>
          </p:cNvPr>
          <p:cNvSpPr txBox="1"/>
          <p:nvPr/>
        </p:nvSpPr>
        <p:spPr>
          <a:xfrm>
            <a:off x="8896427" y="4030771"/>
            <a:ext cx="109305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New York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3DC9A9-B7D6-0E46-AE8E-A2440C4437D5}"/>
              </a:ext>
            </a:extLst>
          </p:cNvPr>
          <p:cNvSpPr txBox="1"/>
          <p:nvPr/>
        </p:nvSpPr>
        <p:spPr>
          <a:xfrm>
            <a:off x="2471082" y="2583703"/>
            <a:ext cx="99097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Moscow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CB1AF1-3ED7-313A-5B53-FB855E3B17CB}"/>
              </a:ext>
            </a:extLst>
          </p:cNvPr>
          <p:cNvSpPr txBox="1"/>
          <p:nvPr/>
        </p:nvSpPr>
        <p:spPr>
          <a:xfrm>
            <a:off x="5474723" y="4994031"/>
            <a:ext cx="87049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PH" b="1" dirty="0">
                <a:solidFill>
                  <a:schemeClr val="bg1"/>
                </a:solidFill>
              </a:rPr>
              <a:t>Jakarta</a:t>
            </a:r>
          </a:p>
        </p:txBody>
      </p:sp>
    </p:spTree>
    <p:extLst>
      <p:ext uri="{BB962C8B-B14F-4D97-AF65-F5344CB8AC3E}">
        <p14:creationId xmlns:p14="http://schemas.microsoft.com/office/powerpoint/2010/main" val="215810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C575B-0BDF-DA03-6668-88EB81AC9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671833D-A899-41A4-DA69-C11E8CBC5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A88B1-71C2-E303-E4E7-0124E08F690F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graph</a:t>
            </a:r>
            <a:r>
              <a:rPr lang="en-PH" sz="2500" dirty="0">
                <a:solidFill>
                  <a:schemeClr val="bg1"/>
                </a:solidFill>
              </a:rPr>
              <a:t> consists of nodes/vertices that may be connected to any other nodes/vertices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EA72E9-A242-F317-9FFA-2CA6BEBFEE28}"/>
              </a:ext>
            </a:extLst>
          </p:cNvPr>
          <p:cNvSpPr/>
          <p:nvPr/>
        </p:nvSpPr>
        <p:spPr>
          <a:xfrm>
            <a:off x="217007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5B9A5C-F150-DEB9-098B-47220C5E1714}"/>
              </a:ext>
            </a:extLst>
          </p:cNvPr>
          <p:cNvSpPr/>
          <p:nvPr/>
        </p:nvSpPr>
        <p:spPr>
          <a:xfrm>
            <a:off x="4536952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B893AE-C3B0-BB58-6D2F-F8E07DB9801C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2530071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F4F9B12-04BC-FE0A-5399-346D48F0B239}"/>
              </a:ext>
            </a:extLst>
          </p:cNvPr>
          <p:cNvSpPr/>
          <p:nvPr/>
        </p:nvSpPr>
        <p:spPr>
          <a:xfrm>
            <a:off x="217007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A49C39-1A63-5D3C-71A2-17230E5BD0A3}"/>
              </a:ext>
            </a:extLst>
          </p:cNvPr>
          <p:cNvCxnSpPr>
            <a:cxnSpLocks/>
            <a:stCxn id="11" idx="6"/>
            <a:endCxn id="8" idx="2"/>
          </p:cNvCxnSpPr>
          <p:nvPr/>
        </p:nvCxnSpPr>
        <p:spPr>
          <a:xfrm>
            <a:off x="2890071" y="412109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3B4A885-B177-7133-83A2-1BA51643936C}"/>
              </a:ext>
            </a:extLst>
          </p:cNvPr>
          <p:cNvSpPr/>
          <p:nvPr/>
        </p:nvSpPr>
        <p:spPr>
          <a:xfrm>
            <a:off x="4536952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E5E726-F7B2-D387-D864-356B245F6162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2890071" y="199672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8380D10-AC03-0231-41CD-7C87C48C542D}"/>
              </a:ext>
            </a:extLst>
          </p:cNvPr>
          <p:cNvSpPr/>
          <p:nvPr/>
        </p:nvSpPr>
        <p:spPr>
          <a:xfrm>
            <a:off x="337304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05B61-C7FC-98C4-07FC-6A888BEF69A0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4896952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0F2E93B-1274-71AB-575C-A3CC16F11726}"/>
              </a:ext>
            </a:extLst>
          </p:cNvPr>
          <p:cNvCxnSpPr>
            <a:cxnSpLocks/>
            <a:stCxn id="18" idx="5"/>
            <a:endCxn id="8" idx="1"/>
          </p:cNvCxnSpPr>
          <p:nvPr/>
        </p:nvCxnSpPr>
        <p:spPr>
          <a:xfrm>
            <a:off x="3987603" y="3313472"/>
            <a:ext cx="654791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7E446A-15D6-60A5-FBE0-AE024CBF7ABC}"/>
              </a:ext>
            </a:extLst>
          </p:cNvPr>
          <p:cNvCxnSpPr>
            <a:cxnSpLocks/>
            <a:stCxn id="7" idx="5"/>
            <a:endCxn id="18" idx="1"/>
          </p:cNvCxnSpPr>
          <p:nvPr/>
        </p:nvCxnSpPr>
        <p:spPr>
          <a:xfrm>
            <a:off x="2784629" y="2251287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5AA1EB-59FA-AAD7-A0B2-BDBEB36E7130}"/>
              </a:ext>
            </a:extLst>
          </p:cNvPr>
          <p:cNvCxnSpPr>
            <a:cxnSpLocks/>
            <a:stCxn id="11" idx="7"/>
            <a:endCxn id="18" idx="3"/>
          </p:cNvCxnSpPr>
          <p:nvPr/>
        </p:nvCxnSpPr>
        <p:spPr>
          <a:xfrm flipV="1">
            <a:off x="2784629" y="3313472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ADD8AE-3317-4649-9775-95F8E23073B9}"/>
                  </a:ext>
                </a:extLst>
              </p:cNvPr>
              <p:cNvSpPr txBox="1"/>
              <p:nvPr/>
            </p:nvSpPr>
            <p:spPr>
              <a:xfrm>
                <a:off x="6698257" y="2753946"/>
                <a:ext cx="2609753" cy="70788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FADD8AE-3317-4649-9775-95F8E2307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257" y="2753946"/>
                <a:ext cx="260975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31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BF9B6-3782-E26C-FD2D-1A936D2F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F957F5C-CF64-173C-1D7C-D714C8F7A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419BF1-5516-595E-026F-C5EA17983204}"/>
                  </a:ext>
                </a:extLst>
              </p:cNvPr>
              <p:cNvSpPr txBox="1"/>
              <p:nvPr/>
            </p:nvSpPr>
            <p:spPr>
              <a:xfrm>
                <a:off x="609600" y="5469819"/>
                <a:ext cx="10972800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PH" sz="2500" dirty="0">
                    <a:solidFill>
                      <a:schemeClr val="bg1"/>
                    </a:solidFill>
                  </a:rPr>
                  <a:t>A </a:t>
                </a:r>
                <a:r>
                  <a:rPr lang="en-PH" sz="2500" b="1" dirty="0">
                    <a:solidFill>
                      <a:schemeClr val="bg1"/>
                    </a:solidFill>
                  </a:rPr>
                  <a:t>graph</a:t>
                </a:r>
                <a:r>
                  <a:rPr lang="en-PH" sz="25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PH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PH" sz="2500" dirty="0">
                    <a:solidFill>
                      <a:schemeClr val="bg1"/>
                    </a:solidFill>
                  </a:rPr>
                  <a:t> is composed of </a:t>
                </a:r>
                <a:r>
                  <a:rPr lang="en-PH" sz="2500" dirty="0">
                    <a:solidFill>
                      <a:srgbClr val="6AB5FF"/>
                    </a:solidFill>
                  </a:rPr>
                  <a:t>vertices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solidFill>
                          <a:srgbClr val="6AB5F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PH" sz="2500" dirty="0">
                    <a:solidFill>
                      <a:schemeClr val="bg1"/>
                    </a:solidFill>
                  </a:rPr>
                  <a:t>and </a:t>
                </a:r>
                <a:r>
                  <a:rPr lang="en-PH" sz="2500" dirty="0">
                    <a:solidFill>
                      <a:srgbClr val="FF0000"/>
                    </a:solidFill>
                  </a:rPr>
                  <a:t>edges </a:t>
                </a:r>
                <a14:m>
                  <m:oMath xmlns:m="http://schemas.openxmlformats.org/officeDocument/2006/math">
                    <m:r>
                      <a:rPr lang="en-PH" sz="2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419BF1-5516-595E-026F-C5EA1798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469819"/>
                <a:ext cx="10972800" cy="513282"/>
              </a:xfrm>
              <a:prstGeom prst="rect">
                <a:avLst/>
              </a:prstGeom>
              <a:blipFill>
                <a:blip r:embed="rId3"/>
                <a:stretch>
                  <a:fillRect t="-1190" b="-2857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1181CF-4711-3E8E-543C-58531DED85B8}"/>
                  </a:ext>
                </a:extLst>
              </p:cNvPr>
              <p:cNvSpPr txBox="1"/>
              <p:nvPr/>
            </p:nvSpPr>
            <p:spPr>
              <a:xfrm>
                <a:off x="6698257" y="2753946"/>
                <a:ext cx="2609753" cy="70788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4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1181CF-4711-3E8E-543C-58531DED8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257" y="2753946"/>
                <a:ext cx="2609753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61E5A04A-45E9-9E1C-166C-A5FEFEABAA17}"/>
              </a:ext>
            </a:extLst>
          </p:cNvPr>
          <p:cNvSpPr/>
          <p:nvPr/>
        </p:nvSpPr>
        <p:spPr>
          <a:xfrm>
            <a:off x="217007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2C0D4F-072B-9228-3709-34B541CB33A4}"/>
              </a:ext>
            </a:extLst>
          </p:cNvPr>
          <p:cNvSpPr/>
          <p:nvPr/>
        </p:nvSpPr>
        <p:spPr>
          <a:xfrm>
            <a:off x="4536952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79F4F-1B79-83A0-D096-E12FCF4A1985}"/>
              </a:ext>
            </a:extLst>
          </p:cNvPr>
          <p:cNvCxnSpPr>
            <a:cxnSpLocks/>
            <a:stCxn id="14" idx="0"/>
            <a:endCxn id="3" idx="4"/>
          </p:cNvCxnSpPr>
          <p:nvPr/>
        </p:nvCxnSpPr>
        <p:spPr>
          <a:xfrm flipV="1">
            <a:off x="2530071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5A8E83A-8B9A-8AE2-C3D2-63BF6132AE21}"/>
              </a:ext>
            </a:extLst>
          </p:cNvPr>
          <p:cNvSpPr/>
          <p:nvPr/>
        </p:nvSpPr>
        <p:spPr>
          <a:xfrm>
            <a:off x="217007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66D639-7205-1502-3D0C-6993FBE4E383}"/>
              </a:ext>
            </a:extLst>
          </p:cNvPr>
          <p:cNvCxnSpPr>
            <a:cxnSpLocks/>
            <a:stCxn id="14" idx="6"/>
            <a:endCxn id="6" idx="2"/>
          </p:cNvCxnSpPr>
          <p:nvPr/>
        </p:nvCxnSpPr>
        <p:spPr>
          <a:xfrm>
            <a:off x="2890071" y="412109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E348615-4309-2D4C-1644-CF6F8EEE3C8A}"/>
              </a:ext>
            </a:extLst>
          </p:cNvPr>
          <p:cNvSpPr/>
          <p:nvPr/>
        </p:nvSpPr>
        <p:spPr>
          <a:xfrm>
            <a:off x="4536952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C48B9F-F7C1-473B-7EB0-FDD512C45AFB}"/>
              </a:ext>
            </a:extLst>
          </p:cNvPr>
          <p:cNvCxnSpPr>
            <a:cxnSpLocks/>
            <a:stCxn id="21" idx="2"/>
            <a:endCxn id="3" idx="6"/>
          </p:cNvCxnSpPr>
          <p:nvPr/>
        </p:nvCxnSpPr>
        <p:spPr>
          <a:xfrm flipH="1">
            <a:off x="2890071" y="199672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5E40AF5-CEB0-9BA0-00AA-8E6B2B3878BE}"/>
              </a:ext>
            </a:extLst>
          </p:cNvPr>
          <p:cNvSpPr/>
          <p:nvPr/>
        </p:nvSpPr>
        <p:spPr>
          <a:xfrm>
            <a:off x="337304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465225-4E23-FF62-C8B4-524E4959029E}"/>
              </a:ext>
            </a:extLst>
          </p:cNvPr>
          <p:cNvCxnSpPr>
            <a:cxnSpLocks/>
            <a:stCxn id="21" idx="4"/>
            <a:endCxn id="6" idx="0"/>
          </p:cNvCxnSpPr>
          <p:nvPr/>
        </p:nvCxnSpPr>
        <p:spPr>
          <a:xfrm>
            <a:off x="4896952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B4C4E3-C9A8-B93F-6F23-3F00345DD44A}"/>
              </a:ext>
            </a:extLst>
          </p:cNvPr>
          <p:cNvCxnSpPr>
            <a:cxnSpLocks/>
            <a:stCxn id="23" idx="5"/>
            <a:endCxn id="6" idx="1"/>
          </p:cNvCxnSpPr>
          <p:nvPr/>
        </p:nvCxnSpPr>
        <p:spPr>
          <a:xfrm>
            <a:off x="3987603" y="3313472"/>
            <a:ext cx="654791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84B169-C3D5-C5CB-E43F-58ECD09937D4}"/>
              </a:ext>
            </a:extLst>
          </p:cNvPr>
          <p:cNvCxnSpPr>
            <a:cxnSpLocks/>
            <a:stCxn id="3" idx="5"/>
            <a:endCxn id="23" idx="1"/>
          </p:cNvCxnSpPr>
          <p:nvPr/>
        </p:nvCxnSpPr>
        <p:spPr>
          <a:xfrm>
            <a:off x="2784629" y="2251287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DC7243E-2EDF-B212-391F-2411071ED57C}"/>
              </a:ext>
            </a:extLst>
          </p:cNvPr>
          <p:cNvCxnSpPr>
            <a:cxnSpLocks/>
            <a:stCxn id="14" idx="7"/>
            <a:endCxn id="23" idx="3"/>
          </p:cNvCxnSpPr>
          <p:nvPr/>
        </p:nvCxnSpPr>
        <p:spPr>
          <a:xfrm flipV="1">
            <a:off x="2784629" y="3313472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95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B96C9-5354-EFC6-7C1C-39086985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345F63-2B7A-515F-0F33-95745071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14E367-03B8-484D-09DE-A39E3C7369A6}"/>
                  </a:ext>
                </a:extLst>
              </p:cNvPr>
              <p:cNvSpPr txBox="1"/>
              <p:nvPr/>
            </p:nvSpPr>
            <p:spPr>
              <a:xfrm>
                <a:off x="609600" y="5469819"/>
                <a:ext cx="10972800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PH" sz="2500" dirty="0">
                    <a:solidFill>
                      <a:schemeClr val="bg1"/>
                    </a:solidFill>
                  </a:rPr>
                  <a:t>A </a:t>
                </a:r>
                <a:r>
                  <a:rPr lang="en-PH" sz="2500" b="1" dirty="0">
                    <a:solidFill>
                      <a:schemeClr val="bg1"/>
                    </a:solidFill>
                  </a:rPr>
                  <a:t>graph</a:t>
                </a:r>
                <a:r>
                  <a:rPr lang="en-PH" sz="25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PH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PH" sz="2500" dirty="0">
                    <a:solidFill>
                      <a:schemeClr val="bg1"/>
                    </a:solidFill>
                  </a:rPr>
                  <a:t> is composed of </a:t>
                </a:r>
                <a:r>
                  <a:rPr lang="en-PH" sz="2500" dirty="0">
                    <a:solidFill>
                      <a:srgbClr val="6AB5FF"/>
                    </a:solidFill>
                  </a:rPr>
                  <a:t>vertices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solidFill>
                          <a:srgbClr val="6AB5FF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PH" sz="2500" dirty="0">
                    <a:solidFill>
                      <a:schemeClr val="bg1"/>
                    </a:solidFill>
                  </a:rPr>
                  <a:t>and </a:t>
                </a:r>
                <a:r>
                  <a:rPr lang="en-PH" sz="2500" dirty="0">
                    <a:solidFill>
                      <a:srgbClr val="AAAAAA"/>
                    </a:solidFill>
                  </a:rPr>
                  <a:t>edges</a:t>
                </a:r>
                <a:r>
                  <a:rPr lang="en-PH" sz="25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PH" sz="2500" b="0" i="1" smtClean="0">
                        <a:solidFill>
                          <a:srgbClr val="AAAAAA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14E367-03B8-484D-09DE-A39E3C736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469819"/>
                <a:ext cx="10972800" cy="513282"/>
              </a:xfrm>
              <a:prstGeom prst="rect">
                <a:avLst/>
              </a:prstGeom>
              <a:blipFill>
                <a:blip r:embed="rId3"/>
                <a:stretch>
                  <a:fillRect t="-1190" b="-2857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AB5A4E-AC4F-8122-DA70-94C6C2D3C12C}"/>
                  </a:ext>
                </a:extLst>
              </p:cNvPr>
              <p:cNvSpPr txBox="1"/>
              <p:nvPr/>
            </p:nvSpPr>
            <p:spPr>
              <a:xfrm>
                <a:off x="6698257" y="2753946"/>
                <a:ext cx="3885038" cy="70788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4000" b="0" i="1" smtClean="0">
                          <a:solidFill>
                            <a:srgbClr val="6AB5FF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PH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H" sz="4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2AB5A4E-AC4F-8122-DA70-94C6C2D3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257" y="2753946"/>
                <a:ext cx="388503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C36CF735-6A3B-A061-05FD-CFE9C12F86C9}"/>
              </a:ext>
            </a:extLst>
          </p:cNvPr>
          <p:cNvSpPr/>
          <p:nvPr/>
        </p:nvSpPr>
        <p:spPr>
          <a:xfrm>
            <a:off x="217007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89DFFA-75C7-6353-6728-767073F2829E}"/>
              </a:ext>
            </a:extLst>
          </p:cNvPr>
          <p:cNvSpPr/>
          <p:nvPr/>
        </p:nvSpPr>
        <p:spPr>
          <a:xfrm>
            <a:off x="4536952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1FC3FD-EBA1-0A9E-2C17-C22D283E1F18}"/>
              </a:ext>
            </a:extLst>
          </p:cNvPr>
          <p:cNvCxnSpPr>
            <a:cxnSpLocks/>
            <a:stCxn id="14" idx="0"/>
            <a:endCxn id="3" idx="4"/>
          </p:cNvCxnSpPr>
          <p:nvPr/>
        </p:nvCxnSpPr>
        <p:spPr>
          <a:xfrm flipV="1">
            <a:off x="2530071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66853A5-923B-5A08-F84B-24470CD1DA48}"/>
              </a:ext>
            </a:extLst>
          </p:cNvPr>
          <p:cNvSpPr/>
          <p:nvPr/>
        </p:nvSpPr>
        <p:spPr>
          <a:xfrm>
            <a:off x="217007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881A97-8B14-02ED-6668-91C2846E142E}"/>
              </a:ext>
            </a:extLst>
          </p:cNvPr>
          <p:cNvCxnSpPr>
            <a:cxnSpLocks/>
            <a:stCxn id="14" idx="6"/>
            <a:endCxn id="6" idx="2"/>
          </p:cNvCxnSpPr>
          <p:nvPr/>
        </p:nvCxnSpPr>
        <p:spPr>
          <a:xfrm>
            <a:off x="2890071" y="412109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8D6D240-CCA6-3435-0761-C5AE4B7ECF75}"/>
              </a:ext>
            </a:extLst>
          </p:cNvPr>
          <p:cNvSpPr/>
          <p:nvPr/>
        </p:nvSpPr>
        <p:spPr>
          <a:xfrm>
            <a:off x="4536952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F2A2B7-6CEC-32AA-9B05-1266A5B64EA3}"/>
              </a:ext>
            </a:extLst>
          </p:cNvPr>
          <p:cNvCxnSpPr>
            <a:cxnSpLocks/>
            <a:stCxn id="21" idx="2"/>
            <a:endCxn id="3" idx="6"/>
          </p:cNvCxnSpPr>
          <p:nvPr/>
        </p:nvCxnSpPr>
        <p:spPr>
          <a:xfrm flipH="1">
            <a:off x="2890071" y="199672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EC3DDA9-3832-A3B2-C0AB-FB5B7E960D82}"/>
              </a:ext>
            </a:extLst>
          </p:cNvPr>
          <p:cNvSpPr/>
          <p:nvPr/>
        </p:nvSpPr>
        <p:spPr>
          <a:xfrm>
            <a:off x="337304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90C1A4-0EB6-B953-C81B-0929FC751177}"/>
              </a:ext>
            </a:extLst>
          </p:cNvPr>
          <p:cNvCxnSpPr>
            <a:cxnSpLocks/>
            <a:stCxn id="21" idx="4"/>
            <a:endCxn id="6" idx="0"/>
          </p:cNvCxnSpPr>
          <p:nvPr/>
        </p:nvCxnSpPr>
        <p:spPr>
          <a:xfrm>
            <a:off x="4896952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498E8D-E5F7-A42C-5794-ACCE040B9FA8}"/>
              </a:ext>
            </a:extLst>
          </p:cNvPr>
          <p:cNvCxnSpPr>
            <a:cxnSpLocks/>
            <a:stCxn id="23" idx="5"/>
            <a:endCxn id="6" idx="1"/>
          </p:cNvCxnSpPr>
          <p:nvPr/>
        </p:nvCxnSpPr>
        <p:spPr>
          <a:xfrm>
            <a:off x="3987603" y="3313472"/>
            <a:ext cx="654791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4D75E4C-D903-9AF8-73CB-CF9F21B91E10}"/>
              </a:ext>
            </a:extLst>
          </p:cNvPr>
          <p:cNvCxnSpPr>
            <a:cxnSpLocks/>
            <a:stCxn id="3" idx="5"/>
            <a:endCxn id="23" idx="1"/>
          </p:cNvCxnSpPr>
          <p:nvPr/>
        </p:nvCxnSpPr>
        <p:spPr>
          <a:xfrm>
            <a:off x="2784629" y="2251287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0C3C2D-C98D-F70D-2844-EAB5F504FCBF}"/>
              </a:ext>
            </a:extLst>
          </p:cNvPr>
          <p:cNvCxnSpPr>
            <a:cxnSpLocks/>
            <a:stCxn id="14" idx="7"/>
            <a:endCxn id="23" idx="3"/>
          </p:cNvCxnSpPr>
          <p:nvPr/>
        </p:nvCxnSpPr>
        <p:spPr>
          <a:xfrm flipV="1">
            <a:off x="2784629" y="3313472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39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80953-CF04-BC3A-F513-790F7089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32FF60-F98C-4FE2-4607-367046697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D4B95-C36E-7E97-EF74-A9F6043FF7CC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 </a:t>
            </a:r>
            <a:r>
              <a:rPr lang="en-PH" sz="2500" dirty="0">
                <a:solidFill>
                  <a:srgbClr val="FF0000"/>
                </a:solidFill>
              </a:rPr>
              <a:t>edge </a:t>
            </a:r>
            <a:r>
              <a:rPr lang="en-PH" sz="2500" dirty="0">
                <a:solidFill>
                  <a:schemeClr val="bg1"/>
                </a:solidFill>
              </a:rPr>
              <a:t>is a pair of </a:t>
            </a:r>
            <a:r>
              <a:rPr lang="en-PH" sz="2500" dirty="0">
                <a:solidFill>
                  <a:srgbClr val="FF0000"/>
                </a:solidFill>
              </a:rPr>
              <a:t>vertices/nodes</a:t>
            </a:r>
            <a:r>
              <a:rPr lang="en-US" sz="2500" dirty="0">
                <a:solidFill>
                  <a:schemeClr val="bg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844CF4-D90C-E3DD-C25C-D9EF89D3A6A7}"/>
                  </a:ext>
                </a:extLst>
              </p:cNvPr>
              <p:cNvSpPr txBox="1"/>
              <p:nvPr/>
            </p:nvSpPr>
            <p:spPr>
              <a:xfrm>
                <a:off x="5974600" y="2218585"/>
                <a:ext cx="4340644" cy="2400657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</m:oMath>
                  </m:oMathPara>
                </a14:m>
                <a:endParaRPr lang="en-PH" sz="30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PH" sz="30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PH" sz="30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3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PH" sz="3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PH" sz="3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PH" sz="30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3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H" sz="3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844CF4-D90C-E3DD-C25C-D9EF89D3A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600" y="2218585"/>
                <a:ext cx="4340644" cy="2400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B695F393-91CF-5E37-FF3A-4C70511B4D1D}"/>
              </a:ext>
            </a:extLst>
          </p:cNvPr>
          <p:cNvSpPr/>
          <p:nvPr/>
        </p:nvSpPr>
        <p:spPr>
          <a:xfrm>
            <a:off x="217007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0A6242-7805-CA85-2183-0C521CE11CC5}"/>
              </a:ext>
            </a:extLst>
          </p:cNvPr>
          <p:cNvSpPr/>
          <p:nvPr/>
        </p:nvSpPr>
        <p:spPr>
          <a:xfrm>
            <a:off x="4536952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B1224B-EA24-7F51-5B44-59E54181BA4D}"/>
              </a:ext>
            </a:extLst>
          </p:cNvPr>
          <p:cNvCxnSpPr>
            <a:cxnSpLocks/>
            <a:stCxn id="14" idx="0"/>
            <a:endCxn id="3" idx="4"/>
          </p:cNvCxnSpPr>
          <p:nvPr/>
        </p:nvCxnSpPr>
        <p:spPr>
          <a:xfrm flipV="1">
            <a:off x="2530071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BDBB15C-93E3-3850-67F1-CF9E167A2407}"/>
              </a:ext>
            </a:extLst>
          </p:cNvPr>
          <p:cNvSpPr/>
          <p:nvPr/>
        </p:nvSpPr>
        <p:spPr>
          <a:xfrm>
            <a:off x="217007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A32696-D5C4-1BF6-B60F-A34F0E9C98CE}"/>
              </a:ext>
            </a:extLst>
          </p:cNvPr>
          <p:cNvCxnSpPr>
            <a:cxnSpLocks/>
            <a:stCxn id="14" idx="6"/>
            <a:endCxn id="6" idx="2"/>
          </p:cNvCxnSpPr>
          <p:nvPr/>
        </p:nvCxnSpPr>
        <p:spPr>
          <a:xfrm>
            <a:off x="2890071" y="412109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C1C046A-6E25-9834-D094-5DB0AA302B41}"/>
              </a:ext>
            </a:extLst>
          </p:cNvPr>
          <p:cNvSpPr/>
          <p:nvPr/>
        </p:nvSpPr>
        <p:spPr>
          <a:xfrm>
            <a:off x="4536952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8F0CA0-3EAF-E172-09DB-9FA1C3A3D428}"/>
              </a:ext>
            </a:extLst>
          </p:cNvPr>
          <p:cNvCxnSpPr>
            <a:cxnSpLocks/>
            <a:stCxn id="21" idx="2"/>
            <a:endCxn id="3" idx="6"/>
          </p:cNvCxnSpPr>
          <p:nvPr/>
        </p:nvCxnSpPr>
        <p:spPr>
          <a:xfrm flipH="1">
            <a:off x="2890071" y="1996729"/>
            <a:ext cx="16468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11D335C-82FE-2209-0245-01DB39437EE0}"/>
              </a:ext>
            </a:extLst>
          </p:cNvPr>
          <p:cNvSpPr/>
          <p:nvPr/>
        </p:nvSpPr>
        <p:spPr>
          <a:xfrm>
            <a:off x="337304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7A01CB-4074-1099-2A03-0A30F3359E7B}"/>
              </a:ext>
            </a:extLst>
          </p:cNvPr>
          <p:cNvCxnSpPr>
            <a:cxnSpLocks/>
            <a:stCxn id="21" idx="4"/>
            <a:endCxn id="6" idx="0"/>
          </p:cNvCxnSpPr>
          <p:nvPr/>
        </p:nvCxnSpPr>
        <p:spPr>
          <a:xfrm>
            <a:off x="4896952" y="2356729"/>
            <a:ext cx="0" cy="14043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280464-6A7B-8FFA-9589-E5F002841639}"/>
              </a:ext>
            </a:extLst>
          </p:cNvPr>
          <p:cNvCxnSpPr>
            <a:cxnSpLocks/>
            <a:stCxn id="23" idx="5"/>
            <a:endCxn id="6" idx="1"/>
          </p:cNvCxnSpPr>
          <p:nvPr/>
        </p:nvCxnSpPr>
        <p:spPr>
          <a:xfrm>
            <a:off x="3987603" y="3313472"/>
            <a:ext cx="654791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E1FD89-5DBA-60CC-68FB-CC7BE508456E}"/>
              </a:ext>
            </a:extLst>
          </p:cNvPr>
          <p:cNvCxnSpPr>
            <a:cxnSpLocks/>
            <a:stCxn id="3" idx="5"/>
            <a:endCxn id="23" idx="1"/>
          </p:cNvCxnSpPr>
          <p:nvPr/>
        </p:nvCxnSpPr>
        <p:spPr>
          <a:xfrm>
            <a:off x="2784629" y="2251287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18BC3DD-6C0A-4F8E-BDE7-75CA4D8F7F90}"/>
              </a:ext>
            </a:extLst>
          </p:cNvPr>
          <p:cNvCxnSpPr>
            <a:cxnSpLocks/>
            <a:stCxn id="14" idx="7"/>
            <a:endCxn id="23" idx="3"/>
          </p:cNvCxnSpPr>
          <p:nvPr/>
        </p:nvCxnSpPr>
        <p:spPr>
          <a:xfrm flipV="1">
            <a:off x="2784629" y="3313472"/>
            <a:ext cx="693858" cy="55306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21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2BF6C-88DF-D98A-4983-E8CA71D1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77C300E-1BF7-7923-5D5A-22B69D6EA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Undirected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9BEBD-550C-80F3-1EAC-F153D0699FD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When the edges in a graph have no direction.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093141-4F25-A5A1-5317-DDE3258DAB8E}"/>
              </a:ext>
            </a:extLst>
          </p:cNvPr>
          <p:cNvSpPr/>
          <p:nvPr/>
        </p:nvSpPr>
        <p:spPr>
          <a:xfrm>
            <a:off x="4131073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81086D-7EDE-1062-DAC6-9CFE0DF354D1}"/>
              </a:ext>
            </a:extLst>
          </p:cNvPr>
          <p:cNvSpPr/>
          <p:nvPr/>
        </p:nvSpPr>
        <p:spPr>
          <a:xfrm>
            <a:off x="649795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B031CC-EDEE-B81C-66DD-15FA42003129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4491073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6E21162-7485-D3DA-1F25-772E6017563D}"/>
              </a:ext>
            </a:extLst>
          </p:cNvPr>
          <p:cNvSpPr/>
          <p:nvPr/>
        </p:nvSpPr>
        <p:spPr>
          <a:xfrm>
            <a:off x="413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8BBB5B-A48F-2AC8-E74B-96BBC10DAB23}"/>
              </a:ext>
            </a:extLst>
          </p:cNvPr>
          <p:cNvCxnSpPr>
            <a:cxnSpLocks/>
            <a:stCxn id="11" idx="6"/>
            <a:endCxn id="8" idx="2"/>
          </p:cNvCxnSpPr>
          <p:nvPr/>
        </p:nvCxnSpPr>
        <p:spPr>
          <a:xfrm>
            <a:off x="4851073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BCA2FED-3C95-CDE7-DF29-0DC2E93F398D}"/>
              </a:ext>
            </a:extLst>
          </p:cNvPr>
          <p:cNvSpPr/>
          <p:nvPr/>
        </p:nvSpPr>
        <p:spPr>
          <a:xfrm>
            <a:off x="6497954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74AB5F-CC32-887B-416C-BB9D99922EBF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4851073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CF7EC1F-E2D4-B249-02AC-60D8D2881CDE}"/>
              </a:ext>
            </a:extLst>
          </p:cNvPr>
          <p:cNvSpPr/>
          <p:nvPr/>
        </p:nvSpPr>
        <p:spPr>
          <a:xfrm>
            <a:off x="850483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2535DF-F218-D4E5-F1F7-45AF828596D4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6857954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2E3EAE-947A-8655-30A6-2B308EC18478}"/>
              </a:ext>
            </a:extLst>
          </p:cNvPr>
          <p:cNvCxnSpPr>
            <a:cxnSpLocks/>
            <a:stCxn id="18" idx="2"/>
            <a:endCxn id="8" idx="7"/>
          </p:cNvCxnSpPr>
          <p:nvPr/>
        </p:nvCxnSpPr>
        <p:spPr>
          <a:xfrm flipH="1">
            <a:off x="7112512" y="3058914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10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01E2C-5DE4-B71F-B52E-A62D0DEC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0807C8C-F3C5-A8B3-7F94-532990390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Undirected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ECEB5-7CAD-927E-D689-DD6018B820D7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When the edges in a graph have no direction.</a:t>
            </a:r>
            <a:endParaRPr lang="en-US" sz="25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FEC28E-087D-18EB-C82E-1BA567502E8C}"/>
                  </a:ext>
                </a:extLst>
              </p:cNvPr>
              <p:cNvSpPr txBox="1"/>
              <p:nvPr/>
            </p:nvSpPr>
            <p:spPr>
              <a:xfrm>
                <a:off x="6096000" y="4328699"/>
                <a:ext cx="5215690" cy="47705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PH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FEC28E-087D-18EB-C82E-1BA567502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328699"/>
                <a:ext cx="5215690" cy="477054"/>
              </a:xfrm>
              <a:prstGeom prst="rect">
                <a:avLst/>
              </a:prstGeom>
              <a:blipFill>
                <a:blip r:embed="rId3"/>
                <a:stretch>
                  <a:fillRect l="-233" r="-1049" b="-1875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C4245E-2ABE-9C8C-96CD-5A0116B68FF7}"/>
                  </a:ext>
                </a:extLst>
              </p:cNvPr>
              <p:cNvSpPr txBox="1"/>
              <p:nvPr/>
            </p:nvSpPr>
            <p:spPr>
              <a:xfrm>
                <a:off x="6096000" y="3771471"/>
                <a:ext cx="2493247" cy="47705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C4245E-2ABE-9C8C-96CD-5A0116B68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71471"/>
                <a:ext cx="2493247" cy="477054"/>
              </a:xfrm>
              <a:prstGeom prst="rect">
                <a:avLst/>
              </a:prstGeom>
              <a:blipFill>
                <a:blip r:embed="rId4"/>
                <a:stretch>
                  <a:fillRect r="-243" b="-175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D8A753FA-0B60-DA94-19E9-E99265D670EF}"/>
              </a:ext>
            </a:extLst>
          </p:cNvPr>
          <p:cNvSpPr/>
          <p:nvPr/>
        </p:nvSpPr>
        <p:spPr>
          <a:xfrm>
            <a:off x="1300196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7AB1E2-AD38-5F47-2661-6C5B0A2567C9}"/>
              </a:ext>
            </a:extLst>
          </p:cNvPr>
          <p:cNvSpPr/>
          <p:nvPr/>
        </p:nvSpPr>
        <p:spPr>
          <a:xfrm>
            <a:off x="3667077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E1B39A-7ECB-B80F-E21C-7D46E011F0FC}"/>
              </a:ext>
            </a:extLst>
          </p:cNvPr>
          <p:cNvCxnSpPr>
            <a:cxnSpLocks/>
            <a:stCxn id="16" idx="0"/>
            <a:endCxn id="10" idx="4"/>
          </p:cNvCxnSpPr>
          <p:nvPr/>
        </p:nvCxnSpPr>
        <p:spPr>
          <a:xfrm flipV="1">
            <a:off x="1660196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5E328FF-F8C1-AB89-CEA5-917A0F2A9555}"/>
              </a:ext>
            </a:extLst>
          </p:cNvPr>
          <p:cNvSpPr/>
          <p:nvPr/>
        </p:nvSpPr>
        <p:spPr>
          <a:xfrm>
            <a:off x="1300196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2766D8-5F83-8D3E-C59B-D6D0CAD7F70F}"/>
              </a:ext>
            </a:extLst>
          </p:cNvPr>
          <p:cNvCxnSpPr>
            <a:cxnSpLocks/>
            <a:stCxn id="16" idx="6"/>
            <a:endCxn id="12" idx="2"/>
          </p:cNvCxnSpPr>
          <p:nvPr/>
        </p:nvCxnSpPr>
        <p:spPr>
          <a:xfrm>
            <a:off x="2020196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C0DD68D-286F-FF5D-1C01-FF1979AD2697}"/>
              </a:ext>
            </a:extLst>
          </p:cNvPr>
          <p:cNvSpPr/>
          <p:nvPr/>
        </p:nvSpPr>
        <p:spPr>
          <a:xfrm>
            <a:off x="3667077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5B85CB-B3D7-028A-841B-A79ACA4F1311}"/>
              </a:ext>
            </a:extLst>
          </p:cNvPr>
          <p:cNvCxnSpPr>
            <a:cxnSpLocks/>
            <a:stCxn id="21" idx="2"/>
            <a:endCxn id="10" idx="6"/>
          </p:cNvCxnSpPr>
          <p:nvPr/>
        </p:nvCxnSpPr>
        <p:spPr>
          <a:xfrm flipH="1">
            <a:off x="2020196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2BA1F41-52FE-EC7A-743B-1B783FB390FF}"/>
              </a:ext>
            </a:extLst>
          </p:cNvPr>
          <p:cNvSpPr/>
          <p:nvPr/>
        </p:nvSpPr>
        <p:spPr>
          <a:xfrm>
            <a:off x="5673958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E055FD-B69E-9365-9F6C-F859968AB662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>
            <a:off x="4027077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403244-F7AE-92A1-422D-AD257A0D019B}"/>
              </a:ext>
            </a:extLst>
          </p:cNvPr>
          <p:cNvCxnSpPr>
            <a:cxnSpLocks/>
            <a:stCxn id="23" idx="2"/>
            <a:endCxn id="12" idx="7"/>
          </p:cNvCxnSpPr>
          <p:nvPr/>
        </p:nvCxnSpPr>
        <p:spPr>
          <a:xfrm flipH="1">
            <a:off x="4281635" y="3058914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714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4B0B7-5CCF-F924-DE81-30C8287C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CFAE12-0D73-14AD-D368-5077E0189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Directed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7E977-491B-FCB3-CD28-3A4C0289BA0B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the edges in a graph have a direction.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A7593D-6AAA-9C53-376C-7E9CFBE19902}"/>
              </a:ext>
            </a:extLst>
          </p:cNvPr>
          <p:cNvSpPr/>
          <p:nvPr/>
        </p:nvSpPr>
        <p:spPr>
          <a:xfrm>
            <a:off x="4131073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1F733D-5464-46B7-2AB8-63AD05E378AF}"/>
              </a:ext>
            </a:extLst>
          </p:cNvPr>
          <p:cNvSpPr/>
          <p:nvPr/>
        </p:nvSpPr>
        <p:spPr>
          <a:xfrm>
            <a:off x="649795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3EF2D0-6DA1-ACA1-37FA-CEB77096A5BD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4491073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55C12DE-09A1-EE68-507A-EEF7CEED3E4F}"/>
              </a:ext>
            </a:extLst>
          </p:cNvPr>
          <p:cNvSpPr/>
          <p:nvPr/>
        </p:nvSpPr>
        <p:spPr>
          <a:xfrm>
            <a:off x="413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58E275-C0BF-0ECA-BD1B-0D83352D43CB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4745631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1499769-B6AE-7121-1714-CF73A642486A}"/>
              </a:ext>
            </a:extLst>
          </p:cNvPr>
          <p:cNvSpPr/>
          <p:nvPr/>
        </p:nvSpPr>
        <p:spPr>
          <a:xfrm>
            <a:off x="6497954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1CD28D-811F-AB1F-5C74-19D7423AEE5D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4851073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E77B8A3-7E4F-FE8B-91AD-5C2F2F5CBF90}"/>
              </a:ext>
            </a:extLst>
          </p:cNvPr>
          <p:cNvSpPr/>
          <p:nvPr/>
        </p:nvSpPr>
        <p:spPr>
          <a:xfrm>
            <a:off x="850483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2536FFB-0EFB-F9B2-31CE-D55565BFC7B5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6857954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3E5CB83-BCF5-A79D-6DB7-BC6F615C5DB0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7217954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F70028-F91C-470B-2FDF-A78C37A52A63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4745631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EAC3115-F4C9-F680-C77E-F0B89EA6173B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4851073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6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3299B-B8F2-F521-E021-35F79C5D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2036747-C377-9F1C-0F4F-585801D41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Directed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61FD0-47C0-D31E-7A6A-36CA8DB6B298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the edges in a graph have a direction.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98B8EB-454E-387C-92FA-9D2D053F5EB7}"/>
              </a:ext>
            </a:extLst>
          </p:cNvPr>
          <p:cNvSpPr/>
          <p:nvPr/>
        </p:nvSpPr>
        <p:spPr>
          <a:xfrm>
            <a:off x="1164000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AEADAF-59D9-A2B6-536F-B3C644B71437}"/>
              </a:ext>
            </a:extLst>
          </p:cNvPr>
          <p:cNvSpPr/>
          <p:nvPr/>
        </p:nvSpPr>
        <p:spPr>
          <a:xfrm>
            <a:off x="353088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EE5FFF-162B-BF9C-E7A6-035C91351CC3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1524000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31FE1FE-4A0F-5606-0DDE-DB5D862806FF}"/>
              </a:ext>
            </a:extLst>
          </p:cNvPr>
          <p:cNvSpPr/>
          <p:nvPr/>
        </p:nvSpPr>
        <p:spPr>
          <a:xfrm>
            <a:off x="116400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0EB272-F876-C772-EBB5-6B1783839DE7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1778558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316A7F2-DF59-94DD-0494-8064A350D2FC}"/>
              </a:ext>
            </a:extLst>
          </p:cNvPr>
          <p:cNvSpPr/>
          <p:nvPr/>
        </p:nvSpPr>
        <p:spPr>
          <a:xfrm>
            <a:off x="353088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498940-B390-37AA-CDEC-D60ABD820F35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1884000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B031D7E-5940-CF3A-B5AA-9FAD60682B96}"/>
              </a:ext>
            </a:extLst>
          </p:cNvPr>
          <p:cNvSpPr/>
          <p:nvPr/>
        </p:nvSpPr>
        <p:spPr>
          <a:xfrm>
            <a:off x="5537762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C54AF7-B951-CD85-7077-1444EF0FF2C2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3890881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D634E44-C944-1C99-6B6D-D44AA381247A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4250881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BEF36A-10A9-55CD-605C-450DEC96F2AD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1778558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CCB363-37B2-E15D-210A-05868113E922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1884000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F753AC-E904-5198-DFBC-1B7D822DA949}"/>
                  </a:ext>
                </a:extLst>
              </p:cNvPr>
              <p:cNvSpPr txBox="1"/>
              <p:nvPr/>
            </p:nvSpPr>
            <p:spPr>
              <a:xfrm>
                <a:off x="6569186" y="3130169"/>
                <a:ext cx="4353688" cy="86177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PH" sz="25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PH" sz="25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PH" sz="25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PH" sz="25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5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F753AC-E904-5198-DFBC-1B7D822D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186" y="3130169"/>
                <a:ext cx="4353688" cy="861774"/>
              </a:xfrm>
              <a:prstGeom prst="rect">
                <a:avLst/>
              </a:prstGeom>
              <a:blipFill>
                <a:blip r:embed="rId3"/>
                <a:stretch>
                  <a:fillRect b="-902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E67F89-E469-240C-C777-332B2765F704}"/>
                  </a:ext>
                </a:extLst>
              </p:cNvPr>
              <p:cNvSpPr txBox="1"/>
              <p:nvPr/>
            </p:nvSpPr>
            <p:spPr>
              <a:xfrm>
                <a:off x="6569186" y="2564329"/>
                <a:ext cx="2414953" cy="47705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PH" sz="25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PH" sz="25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1E67F89-E469-240C-C777-332B2765F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186" y="2564329"/>
                <a:ext cx="2414953" cy="477054"/>
              </a:xfrm>
              <a:prstGeom prst="rect">
                <a:avLst/>
              </a:prstGeom>
              <a:blipFill>
                <a:blip r:embed="rId4"/>
                <a:stretch>
                  <a:fillRect l="-251" r="-2010" b="-175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276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B9EC4-D175-F5FE-FC1D-72CE48A7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E18D33-5610-9B3F-11DA-95087E1BE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Weighted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264DE-8215-5140-0463-F3ED834C573E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When the edges is assigned some value which is greater than or equal to zero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420626-6B74-82D9-9B33-CDE0F592C1A7}"/>
              </a:ext>
            </a:extLst>
          </p:cNvPr>
          <p:cNvSpPr/>
          <p:nvPr/>
        </p:nvSpPr>
        <p:spPr>
          <a:xfrm>
            <a:off x="4131073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3CE1BD-4E9A-A1E1-B8DD-420F93C52ADE}"/>
              </a:ext>
            </a:extLst>
          </p:cNvPr>
          <p:cNvSpPr/>
          <p:nvPr/>
        </p:nvSpPr>
        <p:spPr>
          <a:xfrm>
            <a:off x="649795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CD10D6-7561-760C-804C-D356A5F13A34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4491073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346B7CC-D574-27C3-E1ED-ED825245EB74}"/>
              </a:ext>
            </a:extLst>
          </p:cNvPr>
          <p:cNvSpPr/>
          <p:nvPr/>
        </p:nvSpPr>
        <p:spPr>
          <a:xfrm>
            <a:off x="413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DF2375-2697-1AC7-E3EF-1CEF8037BE0E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4745631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C620075-6D24-28B0-351C-2B2D36286FB1}"/>
              </a:ext>
            </a:extLst>
          </p:cNvPr>
          <p:cNvSpPr/>
          <p:nvPr/>
        </p:nvSpPr>
        <p:spPr>
          <a:xfrm>
            <a:off x="6497954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EE794-7112-D36F-9EF2-04D49E7B7C54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4851073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691D4AE-6111-8BB5-EDEC-F3326CA8DB60}"/>
              </a:ext>
            </a:extLst>
          </p:cNvPr>
          <p:cNvSpPr/>
          <p:nvPr/>
        </p:nvSpPr>
        <p:spPr>
          <a:xfrm>
            <a:off x="850483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99CEB4-CBEC-F575-1F20-9BBE7AC481DA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6857954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5DEE31-2953-B1C9-6A76-53FD57AD4760}"/>
              </a:ext>
            </a:extLst>
          </p:cNvPr>
          <p:cNvSpPr txBox="1"/>
          <p:nvPr/>
        </p:nvSpPr>
        <p:spPr>
          <a:xfrm>
            <a:off x="5109027" y="1532971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5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E12463A-F897-4CFA-7B9E-6AEC12AA7DE7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7217954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CE57E4-D2BA-94C1-DD42-EA8637986AFC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4745631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722C3F-D0AC-3254-5187-DFC16EBCE9BA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4851073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AD59705-6AFB-4FAD-EBCE-A4665532A3F3}"/>
              </a:ext>
            </a:extLst>
          </p:cNvPr>
          <p:cNvSpPr txBox="1"/>
          <p:nvPr/>
        </p:nvSpPr>
        <p:spPr>
          <a:xfrm>
            <a:off x="5161496" y="3669963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9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404D2-FAE3-BCAC-48A5-0C5A4A23C023}"/>
              </a:ext>
            </a:extLst>
          </p:cNvPr>
          <p:cNvSpPr txBox="1"/>
          <p:nvPr/>
        </p:nvSpPr>
        <p:spPr>
          <a:xfrm>
            <a:off x="5161496" y="4391688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5D5F6-1C58-66D6-7927-01DF7482FA49}"/>
              </a:ext>
            </a:extLst>
          </p:cNvPr>
          <p:cNvSpPr txBox="1"/>
          <p:nvPr/>
        </p:nvSpPr>
        <p:spPr>
          <a:xfrm>
            <a:off x="3614659" y="2773553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6AE87-570E-78FE-61A9-2901A8215759}"/>
              </a:ext>
            </a:extLst>
          </p:cNvPr>
          <p:cNvSpPr txBox="1"/>
          <p:nvPr/>
        </p:nvSpPr>
        <p:spPr>
          <a:xfrm>
            <a:off x="6495315" y="277237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3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AD2CF-0CA1-C02C-0773-9D2B04F1299D}"/>
              </a:ext>
            </a:extLst>
          </p:cNvPr>
          <p:cNvSpPr txBox="1"/>
          <p:nvPr/>
        </p:nvSpPr>
        <p:spPr>
          <a:xfrm>
            <a:off x="5058693" y="2581860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E67F1E-42DD-3A03-E575-AA5D5AF80C91}"/>
              </a:ext>
            </a:extLst>
          </p:cNvPr>
          <p:cNvSpPr txBox="1"/>
          <p:nvPr/>
        </p:nvSpPr>
        <p:spPr>
          <a:xfrm>
            <a:off x="7508177" y="3644045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7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0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0F77C-86D9-E6C3-63FA-661ED50F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B04A77D-59F4-7CC5-B2C7-377779900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Weighted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162332-5CA8-30D1-EBCC-C5F491FACF9C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When the edges is assigned some value which is greater than or equal to zero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C46234-656F-372B-F6FB-F440CB5C9774}"/>
              </a:ext>
            </a:extLst>
          </p:cNvPr>
          <p:cNvSpPr/>
          <p:nvPr/>
        </p:nvSpPr>
        <p:spPr>
          <a:xfrm>
            <a:off x="4131073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6165F1-BAA8-DF77-5096-3456F08D332D}"/>
              </a:ext>
            </a:extLst>
          </p:cNvPr>
          <p:cNvSpPr/>
          <p:nvPr/>
        </p:nvSpPr>
        <p:spPr>
          <a:xfrm>
            <a:off x="649795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AABF09-8F4C-08C4-6733-3E55A298C8FF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4491073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E9229E8-BA34-28EE-743F-95A9E4831FF2}"/>
              </a:ext>
            </a:extLst>
          </p:cNvPr>
          <p:cNvSpPr/>
          <p:nvPr/>
        </p:nvSpPr>
        <p:spPr>
          <a:xfrm>
            <a:off x="413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C155A4-A39D-483C-757D-62D8DD37FEBA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4745631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A085BC5-8FA9-42BA-4E4B-C6ADD721AFC5}"/>
              </a:ext>
            </a:extLst>
          </p:cNvPr>
          <p:cNvSpPr/>
          <p:nvPr/>
        </p:nvSpPr>
        <p:spPr>
          <a:xfrm>
            <a:off x="6497954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3C3699-BD1E-08D1-BC42-0D97B69D0CCA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4851073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3B21736-8072-A487-5F92-D899C3AFC060}"/>
              </a:ext>
            </a:extLst>
          </p:cNvPr>
          <p:cNvSpPr/>
          <p:nvPr/>
        </p:nvSpPr>
        <p:spPr>
          <a:xfrm>
            <a:off x="850483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B32F2-19D0-E194-5DD4-3DA5D0E9D13E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6857954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779C0BC-BDCF-A6DC-0872-8B90086F4772}"/>
              </a:ext>
            </a:extLst>
          </p:cNvPr>
          <p:cNvSpPr txBox="1"/>
          <p:nvPr/>
        </p:nvSpPr>
        <p:spPr>
          <a:xfrm>
            <a:off x="5109027" y="1532971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5</a:t>
            </a:r>
            <a:endParaRPr lang="en-US" sz="2500" dirty="0">
              <a:solidFill>
                <a:schemeClr val="bg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225F57E-56DD-61E5-D18E-8FB2426F64EA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7217954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D690A5-8F9E-3594-57C3-EB7F246AFBAF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4745631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06B0456-79CE-A36D-88B1-044673D17290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4851073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57C221-87F2-850A-B396-88720CEE4D3A}"/>
              </a:ext>
            </a:extLst>
          </p:cNvPr>
          <p:cNvSpPr txBox="1"/>
          <p:nvPr/>
        </p:nvSpPr>
        <p:spPr>
          <a:xfrm>
            <a:off x="5161496" y="3669963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9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160DF-19D0-0F5F-E6B8-2AD36F601025}"/>
              </a:ext>
            </a:extLst>
          </p:cNvPr>
          <p:cNvSpPr txBox="1"/>
          <p:nvPr/>
        </p:nvSpPr>
        <p:spPr>
          <a:xfrm>
            <a:off x="5161496" y="4391688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2BA68-81AC-4306-96FA-E2126D5E1AD1}"/>
              </a:ext>
            </a:extLst>
          </p:cNvPr>
          <p:cNvSpPr txBox="1"/>
          <p:nvPr/>
        </p:nvSpPr>
        <p:spPr>
          <a:xfrm>
            <a:off x="3614659" y="2773553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2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6C40A-80BA-3C28-19A0-B511BCAE4BD2}"/>
              </a:ext>
            </a:extLst>
          </p:cNvPr>
          <p:cNvSpPr txBox="1"/>
          <p:nvPr/>
        </p:nvSpPr>
        <p:spPr>
          <a:xfrm>
            <a:off x="6495315" y="2772379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3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3503A9-2E48-5094-931F-BF6AACD1973B}"/>
              </a:ext>
            </a:extLst>
          </p:cNvPr>
          <p:cNvSpPr txBox="1"/>
          <p:nvPr/>
        </p:nvSpPr>
        <p:spPr>
          <a:xfrm>
            <a:off x="5058693" y="2581860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4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184BD-6747-0EDA-7B01-4000D04878E9}"/>
              </a:ext>
            </a:extLst>
          </p:cNvPr>
          <p:cNvSpPr txBox="1"/>
          <p:nvPr/>
        </p:nvSpPr>
        <p:spPr>
          <a:xfrm>
            <a:off x="7508177" y="3665083"/>
            <a:ext cx="11309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7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394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EA760-976C-FDF4-E01C-A7E4DF8E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8E919D-2340-1C87-C5D0-C1D22C979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Adjacent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0750A-9239-EADD-6F89-1AE14C6945B4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Nodes are adjacent if there is an edge from one node to the other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5006A1-5CC9-1533-8F76-1F1DD1B3DA93}"/>
              </a:ext>
            </a:extLst>
          </p:cNvPr>
          <p:cNvSpPr/>
          <p:nvPr/>
        </p:nvSpPr>
        <p:spPr>
          <a:xfrm>
            <a:off x="4131073" y="2709000"/>
            <a:ext cx="1080000" cy="108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65DA3B-0B73-59A9-5542-A185BF8F3551}"/>
              </a:ext>
            </a:extLst>
          </p:cNvPr>
          <p:cNvSpPr/>
          <p:nvPr/>
        </p:nvSpPr>
        <p:spPr>
          <a:xfrm>
            <a:off x="6806426" y="2709000"/>
            <a:ext cx="1080000" cy="108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EAA038-5B01-2ED3-77E1-38BCB035B536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5211073" y="3249000"/>
            <a:ext cx="1595353" cy="0"/>
          </a:xfrm>
          <a:prstGeom prst="line">
            <a:avLst/>
          </a:prstGeom>
          <a:ln w="57150">
            <a:solidFill>
              <a:srgbClr val="AAAAAA"/>
            </a:solidFill>
            <a:head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463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07728-B103-D19D-0B47-1327A5E3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83E427-FDF4-3C2E-F8B5-1155150D3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Loop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9607D-470E-96B0-70CC-9EB5765B8A14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loop </a:t>
            </a:r>
            <a:r>
              <a:rPr lang="en-PH" sz="2500" dirty="0">
                <a:solidFill>
                  <a:schemeClr val="bg1"/>
                </a:solidFill>
              </a:rPr>
              <a:t>or</a:t>
            </a:r>
            <a:r>
              <a:rPr lang="en-PH" sz="2500" b="1" dirty="0">
                <a:solidFill>
                  <a:schemeClr val="bg1"/>
                </a:solidFill>
              </a:rPr>
              <a:t> self-loop </a:t>
            </a:r>
            <a:r>
              <a:rPr lang="en-PH" sz="2500" dirty="0">
                <a:solidFill>
                  <a:schemeClr val="bg1"/>
                </a:solidFill>
              </a:rPr>
              <a:t>is an edge that starts and ends at the exact same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0E4C84-89D1-4D38-344D-CD7500F5062C}"/>
              </a:ext>
            </a:extLst>
          </p:cNvPr>
          <p:cNvSpPr/>
          <p:nvPr/>
        </p:nvSpPr>
        <p:spPr>
          <a:xfrm>
            <a:off x="4131073" y="2709000"/>
            <a:ext cx="1080000" cy="108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34F101-4232-3C97-3EC4-588F0119A126}"/>
              </a:ext>
            </a:extLst>
          </p:cNvPr>
          <p:cNvSpPr/>
          <p:nvPr/>
        </p:nvSpPr>
        <p:spPr>
          <a:xfrm>
            <a:off x="6806426" y="2709000"/>
            <a:ext cx="1080000" cy="108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C499EA25-9990-18FE-BCD4-CD72A54426AF}"/>
              </a:ext>
            </a:extLst>
          </p:cNvPr>
          <p:cNvCxnSpPr>
            <a:cxnSpLocks/>
            <a:stCxn id="7" idx="0"/>
            <a:endCxn id="7" idx="6"/>
          </p:cNvCxnSpPr>
          <p:nvPr/>
        </p:nvCxnSpPr>
        <p:spPr>
          <a:xfrm rot="16200000" flipH="1">
            <a:off x="4671073" y="2709000"/>
            <a:ext cx="540000" cy="540000"/>
          </a:xfrm>
          <a:prstGeom prst="curvedConnector4">
            <a:avLst>
              <a:gd name="adj1" fmla="val -42333"/>
              <a:gd name="adj2" fmla="val 142333"/>
            </a:avLst>
          </a:prstGeom>
          <a:ln w="5715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F3231274-4382-56CC-138C-9887802C9058}"/>
              </a:ext>
            </a:extLst>
          </p:cNvPr>
          <p:cNvCxnSpPr>
            <a:cxnSpLocks/>
            <a:stCxn id="15" idx="0"/>
            <a:endCxn id="15" idx="6"/>
          </p:cNvCxnSpPr>
          <p:nvPr/>
        </p:nvCxnSpPr>
        <p:spPr>
          <a:xfrm rot="16200000" flipH="1">
            <a:off x="7346426" y="2709000"/>
            <a:ext cx="540000" cy="540000"/>
          </a:xfrm>
          <a:prstGeom prst="curvedConnector4">
            <a:avLst>
              <a:gd name="adj1" fmla="val -42333"/>
              <a:gd name="adj2" fmla="val 142333"/>
            </a:avLst>
          </a:prstGeom>
          <a:ln w="5715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0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DBF09-3D88-B49A-1AEA-CA352729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F85275-7643-F6AA-08DE-DD82B4DFC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Parallel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E3A1B-C4EA-1E67-4D41-63B0DD2399DA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When the edges is assigned some value which is </a:t>
            </a:r>
            <a:r>
              <a:rPr lang="en-PH" sz="2500" b="1" dirty="0">
                <a:solidFill>
                  <a:schemeClr val="bg1"/>
                </a:solidFill>
              </a:rPr>
              <a:t>greater than or equal to zero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AF1457-A0E6-94B3-2000-B59E0EA384D2}"/>
              </a:ext>
            </a:extLst>
          </p:cNvPr>
          <p:cNvSpPr/>
          <p:nvPr/>
        </p:nvSpPr>
        <p:spPr>
          <a:xfrm>
            <a:off x="4131073" y="2709000"/>
            <a:ext cx="1080000" cy="108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2AA542-E27B-1647-172E-E95D9FCF8D80}"/>
              </a:ext>
            </a:extLst>
          </p:cNvPr>
          <p:cNvSpPr/>
          <p:nvPr/>
        </p:nvSpPr>
        <p:spPr>
          <a:xfrm>
            <a:off x="6806426" y="2709000"/>
            <a:ext cx="1080000" cy="108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070869-A9E7-4E0D-6890-3AF6E53F5BBC}"/>
              </a:ext>
            </a:extLst>
          </p:cNvPr>
          <p:cNvCxnSpPr>
            <a:cxnSpLocks/>
            <a:stCxn id="15" idx="3"/>
            <a:endCxn id="7" idx="5"/>
          </p:cNvCxnSpPr>
          <p:nvPr/>
        </p:nvCxnSpPr>
        <p:spPr>
          <a:xfrm flipH="1">
            <a:off x="5052911" y="3630838"/>
            <a:ext cx="1911677" cy="0"/>
          </a:xfrm>
          <a:prstGeom prst="line">
            <a:avLst/>
          </a:prstGeom>
          <a:ln w="57150">
            <a:solidFill>
              <a:srgbClr val="AAAAAA"/>
            </a:solidFill>
            <a:head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98AAB1-6D41-F3EA-C04E-5C5FA650A72B}"/>
              </a:ext>
            </a:extLst>
          </p:cNvPr>
          <p:cNvCxnSpPr>
            <a:cxnSpLocks/>
            <a:stCxn id="15" idx="1"/>
            <a:endCxn id="7" idx="7"/>
          </p:cNvCxnSpPr>
          <p:nvPr/>
        </p:nvCxnSpPr>
        <p:spPr>
          <a:xfrm flipH="1">
            <a:off x="5052911" y="2867162"/>
            <a:ext cx="1911677" cy="0"/>
          </a:xfrm>
          <a:prstGeom prst="line">
            <a:avLst/>
          </a:prstGeom>
          <a:ln w="57150">
            <a:solidFill>
              <a:srgbClr val="AAAAAA"/>
            </a:solidFill>
            <a:head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234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F8380-B61C-C07A-7D29-A01C9EB6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BFFCC3-00D7-E421-6958-25859389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Path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6F643-17BC-B48E-1F19-605575661A83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path</a:t>
            </a:r>
            <a:r>
              <a:rPr lang="en-PH" sz="2500" dirty="0">
                <a:solidFill>
                  <a:schemeClr val="bg1"/>
                </a:solidFill>
              </a:rPr>
              <a:t> is a sequence of nodes where consecutive nodes are adjacent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84B131-ACB2-2B9C-5CDC-690DC9AB1779}"/>
              </a:ext>
            </a:extLst>
          </p:cNvPr>
          <p:cNvSpPr/>
          <p:nvPr/>
        </p:nvSpPr>
        <p:spPr>
          <a:xfrm>
            <a:off x="4131073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F3B837-FBE8-DCCB-D326-3CFC97CA0EA3}"/>
              </a:ext>
            </a:extLst>
          </p:cNvPr>
          <p:cNvSpPr/>
          <p:nvPr/>
        </p:nvSpPr>
        <p:spPr>
          <a:xfrm>
            <a:off x="6497954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12A27-30F4-5A10-451F-642014D031A5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4491073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2C90D6F-4761-2726-D9C9-1941011A845D}"/>
              </a:ext>
            </a:extLst>
          </p:cNvPr>
          <p:cNvSpPr/>
          <p:nvPr/>
        </p:nvSpPr>
        <p:spPr>
          <a:xfrm>
            <a:off x="4131073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D28E3-B96F-4D8C-CB5E-3C28302DFDD2}"/>
              </a:ext>
            </a:extLst>
          </p:cNvPr>
          <p:cNvCxnSpPr>
            <a:cxnSpLocks/>
            <a:stCxn id="11" idx="6"/>
            <a:endCxn id="8" idx="2"/>
          </p:cNvCxnSpPr>
          <p:nvPr/>
        </p:nvCxnSpPr>
        <p:spPr>
          <a:xfrm>
            <a:off x="4851073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A3E6AAE-7409-B5BB-DFD7-E3002E9D5994}"/>
              </a:ext>
            </a:extLst>
          </p:cNvPr>
          <p:cNvSpPr/>
          <p:nvPr/>
        </p:nvSpPr>
        <p:spPr>
          <a:xfrm>
            <a:off x="6497954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9D3CE9-812E-3943-BC46-9090A788558E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4851073" y="1996729"/>
            <a:ext cx="1646881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B67FF42-420D-9897-6F6B-C7828360D45C}"/>
              </a:ext>
            </a:extLst>
          </p:cNvPr>
          <p:cNvSpPr/>
          <p:nvPr/>
        </p:nvSpPr>
        <p:spPr>
          <a:xfrm>
            <a:off x="850483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A9B86E-DD55-D832-1BCF-E054B2940F81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6857954" y="2356729"/>
            <a:ext cx="0" cy="14043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187F9F1-91F0-19BC-9814-7141DD9244BC}"/>
              </a:ext>
            </a:extLst>
          </p:cNvPr>
          <p:cNvCxnSpPr>
            <a:cxnSpLocks/>
            <a:stCxn id="18" idx="2"/>
            <a:endCxn id="8" idx="7"/>
          </p:cNvCxnSpPr>
          <p:nvPr/>
        </p:nvCxnSpPr>
        <p:spPr>
          <a:xfrm flipH="1">
            <a:off x="7112512" y="3058914"/>
            <a:ext cx="1392323" cy="80762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612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85D6F-AD2A-E8C7-55E1-E5D337F1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0216F6C-AFFB-7B0A-EB67-413B9923B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Cyclic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E3A47-70B8-F932-6B6A-D46C2A8D4C42}"/>
              </a:ext>
            </a:extLst>
          </p:cNvPr>
          <p:cNvSpPr txBox="1"/>
          <p:nvPr/>
        </p:nvSpPr>
        <p:spPr>
          <a:xfrm>
            <a:off x="609600" y="5498394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graph that starts and ends at the exact same node without traversing any edge twice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79AA9D-BFC1-3C5C-6DE2-82BC0022B5F4}"/>
              </a:ext>
            </a:extLst>
          </p:cNvPr>
          <p:cNvSpPr/>
          <p:nvPr/>
        </p:nvSpPr>
        <p:spPr>
          <a:xfrm>
            <a:off x="4131073" y="26227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61F35C-1A8D-BB16-7913-7457A445D9D3}"/>
              </a:ext>
            </a:extLst>
          </p:cNvPr>
          <p:cNvSpPr/>
          <p:nvPr/>
        </p:nvSpPr>
        <p:spPr>
          <a:xfrm>
            <a:off x="7212329" y="26227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D217E7-400A-BFD4-0B71-9321C7BC6513}"/>
              </a:ext>
            </a:extLst>
          </p:cNvPr>
          <p:cNvCxnSpPr>
            <a:cxnSpLocks/>
            <a:stCxn id="11" idx="1"/>
            <a:endCxn id="7" idx="5"/>
          </p:cNvCxnSpPr>
          <p:nvPr/>
        </p:nvCxnSpPr>
        <p:spPr>
          <a:xfrm flipH="1" flipV="1">
            <a:off x="4745631" y="3237272"/>
            <a:ext cx="1095811" cy="63801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C7C52A7-F803-1B55-9FA2-4071A518B2E8}"/>
              </a:ext>
            </a:extLst>
          </p:cNvPr>
          <p:cNvSpPr/>
          <p:nvPr/>
        </p:nvSpPr>
        <p:spPr>
          <a:xfrm>
            <a:off x="5736000" y="3769845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51EA8C-A2B1-3DA9-C7FB-4D2CFD96B8FD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6350558" y="3237272"/>
            <a:ext cx="967213" cy="63801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66FE81E-BFD1-B258-5C64-906A179A1816}"/>
              </a:ext>
            </a:extLst>
          </p:cNvPr>
          <p:cNvSpPr/>
          <p:nvPr/>
        </p:nvSpPr>
        <p:spPr>
          <a:xfrm>
            <a:off x="5736000" y="159726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61A102-B351-7BED-EC46-6F2F7E7D2846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4745631" y="2211819"/>
            <a:ext cx="1095811" cy="51633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92287DE-6252-03C0-5AA9-C6F0AB806071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6350558" y="2211819"/>
            <a:ext cx="967213" cy="51633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71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2A9C2-2936-165B-C384-8A6C9804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3444EBE-DA79-8A5E-F352-85FA104CE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br>
              <a:rPr lang="en-US" sz="6000" b="1" i="0" dirty="0">
                <a:solidFill>
                  <a:srgbClr val="00B050"/>
                </a:solidFill>
                <a:effectLst/>
              </a:rPr>
            </a:br>
            <a:r>
              <a:rPr lang="en-US" b="1" dirty="0">
                <a:solidFill>
                  <a:srgbClr val="00B050"/>
                </a:solidFill>
              </a:rPr>
              <a:t>Ac</a:t>
            </a:r>
            <a:r>
              <a:rPr lang="en-US" sz="6000" b="1" i="0" dirty="0">
                <a:solidFill>
                  <a:srgbClr val="00B050"/>
                </a:solidFill>
                <a:effectLst/>
              </a:rPr>
              <a:t>yclic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CC8E6-678B-AE7F-7379-0F35EEA618D5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graph with no cycles.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E3344A-F43B-2234-26A3-C9892802780F}"/>
              </a:ext>
            </a:extLst>
          </p:cNvPr>
          <p:cNvSpPr/>
          <p:nvPr/>
        </p:nvSpPr>
        <p:spPr>
          <a:xfrm>
            <a:off x="3121423" y="2813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E48E57-479F-DB6E-5F62-6275988DA412}"/>
              </a:ext>
            </a:extLst>
          </p:cNvPr>
          <p:cNvSpPr/>
          <p:nvPr/>
        </p:nvSpPr>
        <p:spPr>
          <a:xfrm>
            <a:off x="6439954" y="2813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3C062-843D-7BFC-E652-645A06B0D799}"/>
              </a:ext>
            </a:extLst>
          </p:cNvPr>
          <p:cNvCxnSpPr>
            <a:cxnSpLocks/>
            <a:stCxn id="11" idx="3"/>
            <a:endCxn id="7" idx="7"/>
          </p:cNvCxnSpPr>
          <p:nvPr/>
        </p:nvCxnSpPr>
        <p:spPr>
          <a:xfrm flipH="1">
            <a:off x="3735981" y="2517987"/>
            <a:ext cx="1039560" cy="4006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784CFCF-770D-373A-1CF7-61A35909F8B3}"/>
              </a:ext>
            </a:extLst>
          </p:cNvPr>
          <p:cNvSpPr/>
          <p:nvPr/>
        </p:nvSpPr>
        <p:spPr>
          <a:xfrm>
            <a:off x="4670099" y="19034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FB38AF-3F31-23AE-38DF-A2D43092EBB8}"/>
              </a:ext>
            </a:extLst>
          </p:cNvPr>
          <p:cNvCxnSpPr>
            <a:cxnSpLocks/>
            <a:stCxn id="11" idx="5"/>
            <a:endCxn id="8" idx="1"/>
          </p:cNvCxnSpPr>
          <p:nvPr/>
        </p:nvCxnSpPr>
        <p:spPr>
          <a:xfrm>
            <a:off x="5284657" y="2517987"/>
            <a:ext cx="1260739" cy="4006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34668A8-6D19-36E2-4573-3FC713883274}"/>
              </a:ext>
            </a:extLst>
          </p:cNvPr>
          <p:cNvSpPr/>
          <p:nvPr/>
        </p:nvSpPr>
        <p:spPr>
          <a:xfrm>
            <a:off x="4670098" y="381997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855F8A-B6F8-3822-C4C3-2B7D96157970}"/>
              </a:ext>
            </a:extLst>
          </p:cNvPr>
          <p:cNvCxnSpPr>
            <a:cxnSpLocks/>
            <a:stCxn id="15" idx="1"/>
            <a:endCxn id="7" idx="5"/>
          </p:cNvCxnSpPr>
          <p:nvPr/>
        </p:nvCxnSpPr>
        <p:spPr>
          <a:xfrm flipH="1" flipV="1">
            <a:off x="3735981" y="3427772"/>
            <a:ext cx="1039559" cy="49764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3F44D82-4402-8731-755B-783DB2B3DB5C}"/>
              </a:ext>
            </a:extLst>
          </p:cNvPr>
          <p:cNvSpPr/>
          <p:nvPr/>
        </p:nvSpPr>
        <p:spPr>
          <a:xfrm>
            <a:off x="7838085" y="19034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4BAE261-1FC1-15FE-5C7D-EBB5A065BB05}"/>
              </a:ext>
            </a:extLst>
          </p:cNvPr>
          <p:cNvCxnSpPr>
            <a:cxnSpLocks/>
            <a:stCxn id="18" idx="3"/>
            <a:endCxn id="8" idx="7"/>
          </p:cNvCxnSpPr>
          <p:nvPr/>
        </p:nvCxnSpPr>
        <p:spPr>
          <a:xfrm flipH="1">
            <a:off x="7054512" y="2517987"/>
            <a:ext cx="889015" cy="4006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654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06C22-0243-6B2B-F96B-031F85C0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2F05BD-D62B-562C-CE5B-CCE0E2E58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Connected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C674B-C7FF-5677-B9DB-F93408E8F833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connected graph </a:t>
            </a:r>
            <a:r>
              <a:rPr lang="en-PH" sz="2500" dirty="0">
                <a:solidFill>
                  <a:schemeClr val="bg1"/>
                </a:solidFill>
              </a:rPr>
              <a:t>is a graph in which every node can be reach from every other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E22756-7FB5-4639-0A22-F637A7904FF8}"/>
              </a:ext>
            </a:extLst>
          </p:cNvPr>
          <p:cNvSpPr/>
          <p:nvPr/>
        </p:nvSpPr>
        <p:spPr>
          <a:xfrm>
            <a:off x="217007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09E9E0-E248-15DC-E35A-A7FEB36606A1}"/>
              </a:ext>
            </a:extLst>
          </p:cNvPr>
          <p:cNvSpPr/>
          <p:nvPr/>
        </p:nvSpPr>
        <p:spPr>
          <a:xfrm>
            <a:off x="4536952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C57D0B-D286-9676-4958-DB3093C7C37D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2530071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A0E7522-C53E-2AFF-9F3F-D57DD44ED86F}"/>
              </a:ext>
            </a:extLst>
          </p:cNvPr>
          <p:cNvSpPr/>
          <p:nvPr/>
        </p:nvSpPr>
        <p:spPr>
          <a:xfrm>
            <a:off x="217007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33B8FA-F968-8314-E518-A5655D843212}"/>
              </a:ext>
            </a:extLst>
          </p:cNvPr>
          <p:cNvCxnSpPr>
            <a:cxnSpLocks/>
            <a:stCxn id="11" idx="6"/>
            <a:endCxn id="8" idx="2"/>
          </p:cNvCxnSpPr>
          <p:nvPr/>
        </p:nvCxnSpPr>
        <p:spPr>
          <a:xfrm>
            <a:off x="2890071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95AA022-0049-8F82-70ED-3B4EA3726988}"/>
              </a:ext>
            </a:extLst>
          </p:cNvPr>
          <p:cNvSpPr/>
          <p:nvPr/>
        </p:nvSpPr>
        <p:spPr>
          <a:xfrm>
            <a:off x="4536952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3CA3CA-376D-09F0-5A11-746C654E22C4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2890071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85E6916-182C-527E-36D3-15F08D4A9DE2}"/>
              </a:ext>
            </a:extLst>
          </p:cNvPr>
          <p:cNvSpPr/>
          <p:nvPr/>
        </p:nvSpPr>
        <p:spPr>
          <a:xfrm>
            <a:off x="3373045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207362-BC70-6F77-41B5-5C4B50342560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4896952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2E3263A-2CFC-D325-6150-5CA941B6EDE8}"/>
              </a:ext>
            </a:extLst>
          </p:cNvPr>
          <p:cNvCxnSpPr>
            <a:cxnSpLocks/>
            <a:stCxn id="18" idx="5"/>
            <a:endCxn id="8" idx="1"/>
          </p:cNvCxnSpPr>
          <p:nvPr/>
        </p:nvCxnSpPr>
        <p:spPr>
          <a:xfrm>
            <a:off x="3987603" y="3313472"/>
            <a:ext cx="654791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1EB0AF-609F-64F3-6483-C518354318EE}"/>
              </a:ext>
            </a:extLst>
          </p:cNvPr>
          <p:cNvCxnSpPr>
            <a:cxnSpLocks/>
            <a:stCxn id="7" idx="5"/>
            <a:endCxn id="18" idx="1"/>
          </p:cNvCxnSpPr>
          <p:nvPr/>
        </p:nvCxnSpPr>
        <p:spPr>
          <a:xfrm>
            <a:off x="2784629" y="2251287"/>
            <a:ext cx="693858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CB5D64-52FC-BE30-EF89-1CAFC13C0E03}"/>
              </a:ext>
            </a:extLst>
          </p:cNvPr>
          <p:cNvCxnSpPr>
            <a:cxnSpLocks/>
            <a:stCxn id="11" idx="7"/>
            <a:endCxn id="18" idx="3"/>
          </p:cNvCxnSpPr>
          <p:nvPr/>
        </p:nvCxnSpPr>
        <p:spPr>
          <a:xfrm flipV="1">
            <a:off x="2784629" y="3313472"/>
            <a:ext cx="693858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D696906-46D9-116D-57D9-4D84BD43F86B}"/>
              </a:ext>
            </a:extLst>
          </p:cNvPr>
          <p:cNvSpPr/>
          <p:nvPr/>
        </p:nvSpPr>
        <p:spPr>
          <a:xfrm>
            <a:off x="6935050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2D933D-4C1F-2AB6-19DC-8CE2606D3807}"/>
              </a:ext>
            </a:extLst>
          </p:cNvPr>
          <p:cNvSpPr/>
          <p:nvPr/>
        </p:nvSpPr>
        <p:spPr>
          <a:xfrm>
            <a:off x="930193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05C365-6CEA-97E7-29FC-1875FA4753C9}"/>
              </a:ext>
            </a:extLst>
          </p:cNvPr>
          <p:cNvCxnSpPr>
            <a:cxnSpLocks/>
            <a:stCxn id="25" idx="0"/>
            <a:endCxn id="22" idx="4"/>
          </p:cNvCxnSpPr>
          <p:nvPr/>
        </p:nvCxnSpPr>
        <p:spPr>
          <a:xfrm flipV="1">
            <a:off x="7295050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4A18D60-D71E-2905-8415-482F0FC911A8}"/>
              </a:ext>
            </a:extLst>
          </p:cNvPr>
          <p:cNvSpPr/>
          <p:nvPr/>
        </p:nvSpPr>
        <p:spPr>
          <a:xfrm>
            <a:off x="693505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EA1AC1-E4B5-E46E-2C28-66286BAA7D9A}"/>
              </a:ext>
            </a:extLst>
          </p:cNvPr>
          <p:cNvSpPr/>
          <p:nvPr/>
        </p:nvSpPr>
        <p:spPr>
          <a:xfrm>
            <a:off x="930193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4AC6617-BC01-7EAD-4A6C-6C548F24095F}"/>
              </a:ext>
            </a:extLst>
          </p:cNvPr>
          <p:cNvSpPr/>
          <p:nvPr/>
        </p:nvSpPr>
        <p:spPr>
          <a:xfrm>
            <a:off x="8138024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54A074-A51B-42E1-78E6-6A3886F5A3DE}"/>
              </a:ext>
            </a:extLst>
          </p:cNvPr>
          <p:cNvCxnSpPr>
            <a:cxnSpLocks/>
            <a:stCxn id="27" idx="4"/>
            <a:endCxn id="23" idx="0"/>
          </p:cNvCxnSpPr>
          <p:nvPr/>
        </p:nvCxnSpPr>
        <p:spPr>
          <a:xfrm>
            <a:off x="9661931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27C8E4A-6C17-F494-307D-E6CC15620978}"/>
              </a:ext>
            </a:extLst>
          </p:cNvPr>
          <p:cNvCxnSpPr>
            <a:cxnSpLocks/>
            <a:stCxn id="22" idx="5"/>
            <a:endCxn id="29" idx="1"/>
          </p:cNvCxnSpPr>
          <p:nvPr/>
        </p:nvCxnSpPr>
        <p:spPr>
          <a:xfrm>
            <a:off x="7549608" y="2251287"/>
            <a:ext cx="693858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BDFC40-4823-F738-7D41-42AD5F9F6801}"/>
              </a:ext>
            </a:extLst>
          </p:cNvPr>
          <p:cNvCxnSpPr>
            <a:cxnSpLocks/>
            <a:stCxn id="25" idx="7"/>
            <a:endCxn id="29" idx="3"/>
          </p:cNvCxnSpPr>
          <p:nvPr/>
        </p:nvCxnSpPr>
        <p:spPr>
          <a:xfrm flipV="1">
            <a:off x="7549608" y="3313472"/>
            <a:ext cx="693858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B76347F-14F4-0834-F087-1949DF041EE5}"/>
              </a:ext>
            </a:extLst>
          </p:cNvPr>
          <p:cNvSpPr txBox="1"/>
          <p:nvPr/>
        </p:nvSpPr>
        <p:spPr>
          <a:xfrm>
            <a:off x="2890071" y="4616734"/>
            <a:ext cx="16468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Connected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26753D-8479-EABA-911D-C532C45A198A}"/>
              </a:ext>
            </a:extLst>
          </p:cNvPr>
          <p:cNvSpPr txBox="1"/>
          <p:nvPr/>
        </p:nvSpPr>
        <p:spPr>
          <a:xfrm>
            <a:off x="7314583" y="4616734"/>
            <a:ext cx="236688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Not Connected</a:t>
            </a:r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005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E9849-A1B1-86E9-F517-436AAEA9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1AA514C-3C62-FD5E-1031-1842485C0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Connected Graph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74548-EB68-DC3C-470A-E5D3170B7BC5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 </a:t>
            </a:r>
            <a:r>
              <a:rPr lang="en-PH" sz="2500" b="1" dirty="0">
                <a:solidFill>
                  <a:schemeClr val="bg1"/>
                </a:solidFill>
              </a:rPr>
              <a:t>complete graph </a:t>
            </a:r>
            <a:r>
              <a:rPr lang="en-PH" sz="2500" dirty="0">
                <a:solidFill>
                  <a:schemeClr val="bg1"/>
                </a:solidFill>
              </a:rPr>
              <a:t>is a graph in which all nodes are is directly connected to every other node.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A1A53C-E2F7-232D-9553-BF51A54897AA}"/>
              </a:ext>
            </a:extLst>
          </p:cNvPr>
          <p:cNvSpPr/>
          <p:nvPr/>
        </p:nvSpPr>
        <p:spPr>
          <a:xfrm>
            <a:off x="4406496" y="170374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BD8BA9-1989-59E1-20BE-AA1E6E52A1B7}"/>
              </a:ext>
            </a:extLst>
          </p:cNvPr>
          <p:cNvSpPr/>
          <p:nvPr/>
        </p:nvSpPr>
        <p:spPr>
          <a:xfrm>
            <a:off x="6773377" y="382811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4DB775-311D-72C0-45B7-0970DCCEF19C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4766496" y="242374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5793C5D-BE43-657F-552C-4541A69DE9D3}"/>
              </a:ext>
            </a:extLst>
          </p:cNvPr>
          <p:cNvSpPr/>
          <p:nvPr/>
        </p:nvSpPr>
        <p:spPr>
          <a:xfrm>
            <a:off x="4406496" y="382811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1D07D4-116D-6DE2-45A1-73A3A69D0202}"/>
              </a:ext>
            </a:extLst>
          </p:cNvPr>
          <p:cNvCxnSpPr>
            <a:cxnSpLocks/>
            <a:stCxn id="11" idx="6"/>
            <a:endCxn id="8" idx="2"/>
          </p:cNvCxnSpPr>
          <p:nvPr/>
        </p:nvCxnSpPr>
        <p:spPr>
          <a:xfrm>
            <a:off x="5126496" y="418811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B792AB0-7529-2EBF-D5BC-28E65AEFD378}"/>
              </a:ext>
            </a:extLst>
          </p:cNvPr>
          <p:cNvSpPr/>
          <p:nvPr/>
        </p:nvSpPr>
        <p:spPr>
          <a:xfrm>
            <a:off x="6773377" y="170374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C92986-9F79-EECA-AAF4-8F1B8D56E55B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5126496" y="2063749"/>
            <a:ext cx="1646881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E8848A0-7CAF-A0A8-2351-53124843933C}"/>
              </a:ext>
            </a:extLst>
          </p:cNvPr>
          <p:cNvSpPr/>
          <p:nvPr/>
        </p:nvSpPr>
        <p:spPr>
          <a:xfrm>
            <a:off x="5609470" y="276593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31DEFA-F6F1-B29F-798D-C8C308826D8A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7133377" y="2423749"/>
            <a:ext cx="0" cy="140437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B1CF7A-7493-8134-4192-9DD712452339}"/>
              </a:ext>
            </a:extLst>
          </p:cNvPr>
          <p:cNvCxnSpPr>
            <a:cxnSpLocks/>
            <a:stCxn id="18" idx="5"/>
            <a:endCxn id="8" idx="1"/>
          </p:cNvCxnSpPr>
          <p:nvPr/>
        </p:nvCxnSpPr>
        <p:spPr>
          <a:xfrm>
            <a:off x="6224028" y="3380492"/>
            <a:ext cx="654791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ABC491-0B60-2B51-C0B9-5AEED6F8BAE4}"/>
              </a:ext>
            </a:extLst>
          </p:cNvPr>
          <p:cNvCxnSpPr>
            <a:cxnSpLocks/>
            <a:stCxn id="7" idx="5"/>
            <a:endCxn id="18" idx="1"/>
          </p:cNvCxnSpPr>
          <p:nvPr/>
        </p:nvCxnSpPr>
        <p:spPr>
          <a:xfrm>
            <a:off x="5021054" y="2318307"/>
            <a:ext cx="693858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D8889B-F6F8-99D3-53D6-29D6B2C3EE1E}"/>
              </a:ext>
            </a:extLst>
          </p:cNvPr>
          <p:cNvCxnSpPr>
            <a:cxnSpLocks/>
            <a:stCxn id="11" idx="7"/>
            <a:endCxn id="18" idx="3"/>
          </p:cNvCxnSpPr>
          <p:nvPr/>
        </p:nvCxnSpPr>
        <p:spPr>
          <a:xfrm flipV="1">
            <a:off x="5021054" y="3380492"/>
            <a:ext cx="693858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2AF2744-49B9-C7AB-614A-C751DD2520F1}"/>
              </a:ext>
            </a:extLst>
          </p:cNvPr>
          <p:cNvCxnSpPr>
            <a:cxnSpLocks/>
            <a:stCxn id="18" idx="7"/>
            <a:endCxn id="15" idx="3"/>
          </p:cNvCxnSpPr>
          <p:nvPr/>
        </p:nvCxnSpPr>
        <p:spPr>
          <a:xfrm flipV="1">
            <a:off x="6224028" y="2318307"/>
            <a:ext cx="654791" cy="553069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72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F07DF-0E16-E3FC-2EE1-1B4E1AED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A79BA7A-5903-4BE8-9CAB-0B78EC838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Indegree and Outdegree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8C546-6879-C571-2953-3B56CDEA1D2F}"/>
              </a:ext>
            </a:extLst>
          </p:cNvPr>
          <p:cNvSpPr txBox="1"/>
          <p:nvPr/>
        </p:nvSpPr>
        <p:spPr>
          <a:xfrm>
            <a:off x="609600" y="5498394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</a:t>
            </a:r>
            <a:r>
              <a:rPr lang="en-PH" sz="2500" b="1" dirty="0">
                <a:solidFill>
                  <a:schemeClr val="bg1"/>
                </a:solidFill>
              </a:rPr>
              <a:t>indegree of a node </a:t>
            </a:r>
            <a:r>
              <a:rPr lang="en-PH" sz="2500" dirty="0">
                <a:solidFill>
                  <a:schemeClr val="bg1"/>
                </a:solidFill>
              </a:rPr>
              <a:t>is the total number of edges coming to that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DB23AC-36D4-A671-185D-FD2A1571F09F}"/>
              </a:ext>
            </a:extLst>
          </p:cNvPr>
          <p:cNvSpPr/>
          <p:nvPr/>
        </p:nvSpPr>
        <p:spPr>
          <a:xfrm>
            <a:off x="4146015" y="26227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6F3DD0-29A7-849A-86CE-0EE492A9D75F}"/>
              </a:ext>
            </a:extLst>
          </p:cNvPr>
          <p:cNvSpPr/>
          <p:nvPr/>
        </p:nvSpPr>
        <p:spPr>
          <a:xfrm>
            <a:off x="7227271" y="26227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E436BC-A144-2D01-8D3D-FA7F2CD5C479}"/>
              </a:ext>
            </a:extLst>
          </p:cNvPr>
          <p:cNvCxnSpPr>
            <a:cxnSpLocks/>
            <a:stCxn id="11" idx="1"/>
            <a:endCxn id="7" idx="5"/>
          </p:cNvCxnSpPr>
          <p:nvPr/>
        </p:nvCxnSpPr>
        <p:spPr>
          <a:xfrm flipH="1" flipV="1">
            <a:off x="4760573" y="3237272"/>
            <a:ext cx="1031512" cy="63801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A1B7E03-FD24-3E18-9C8B-866312317823}"/>
              </a:ext>
            </a:extLst>
          </p:cNvPr>
          <p:cNvSpPr/>
          <p:nvPr/>
        </p:nvSpPr>
        <p:spPr>
          <a:xfrm>
            <a:off x="5686643" y="3769845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2F535-C4F6-9D28-E2BA-66327B8DC273}"/>
              </a:ext>
            </a:extLst>
          </p:cNvPr>
          <p:cNvCxnSpPr>
            <a:cxnSpLocks/>
            <a:stCxn id="11" idx="7"/>
            <a:endCxn id="8" idx="3"/>
          </p:cNvCxnSpPr>
          <p:nvPr/>
        </p:nvCxnSpPr>
        <p:spPr>
          <a:xfrm flipV="1">
            <a:off x="6301201" y="3237272"/>
            <a:ext cx="1031512" cy="63801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C689B3D-C284-0701-9F75-272979AAACC2}"/>
              </a:ext>
            </a:extLst>
          </p:cNvPr>
          <p:cNvSpPr/>
          <p:nvPr/>
        </p:nvSpPr>
        <p:spPr>
          <a:xfrm>
            <a:off x="5686643" y="159726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9F8B80-2EB4-E3A5-DA4E-C39C5E9D79BB}"/>
              </a:ext>
            </a:extLst>
          </p:cNvPr>
          <p:cNvCxnSpPr>
            <a:cxnSpLocks/>
            <a:stCxn id="15" idx="3"/>
            <a:endCxn id="7" idx="7"/>
          </p:cNvCxnSpPr>
          <p:nvPr/>
        </p:nvCxnSpPr>
        <p:spPr>
          <a:xfrm flipH="1">
            <a:off x="4760573" y="2211819"/>
            <a:ext cx="1031512" cy="51633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8C4685-0F00-595E-D135-8C6F78A8764A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6301201" y="2211819"/>
            <a:ext cx="1031512" cy="51633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C14609-661C-DABE-6572-FDEB0987411B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>
          <a:xfrm flipH="1">
            <a:off x="4866015" y="2982714"/>
            <a:ext cx="2361256" cy="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9FC696-FDCC-0003-C7B4-35FC18B61835}"/>
              </a:ext>
            </a:extLst>
          </p:cNvPr>
          <p:cNvCxnSpPr>
            <a:cxnSpLocks/>
            <a:stCxn id="15" idx="4"/>
            <a:endCxn id="11" idx="0"/>
          </p:cNvCxnSpPr>
          <p:nvPr/>
        </p:nvCxnSpPr>
        <p:spPr>
          <a:xfrm>
            <a:off x="6046643" y="2317261"/>
            <a:ext cx="0" cy="145258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FBA87E8-36F6-B9F4-79B6-BD1CA0FFA07B}"/>
              </a:ext>
            </a:extLst>
          </p:cNvPr>
          <p:cNvSpPr txBox="1"/>
          <p:nvPr/>
        </p:nvSpPr>
        <p:spPr>
          <a:xfrm>
            <a:off x="3219944" y="2705715"/>
            <a:ext cx="8888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3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941FD3-2E13-7A7F-EA1A-258639330F6A}"/>
              </a:ext>
            </a:extLst>
          </p:cNvPr>
          <p:cNvSpPr txBox="1"/>
          <p:nvPr/>
        </p:nvSpPr>
        <p:spPr>
          <a:xfrm>
            <a:off x="5602227" y="1114536"/>
            <a:ext cx="8888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3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875EA2-4FF9-C3D7-769B-37A798538635}"/>
              </a:ext>
            </a:extLst>
          </p:cNvPr>
          <p:cNvSpPr txBox="1"/>
          <p:nvPr/>
        </p:nvSpPr>
        <p:spPr>
          <a:xfrm>
            <a:off x="5602227" y="4489845"/>
            <a:ext cx="8888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3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798687-77FB-9E8D-1663-6AE8F33848E0}"/>
              </a:ext>
            </a:extLst>
          </p:cNvPr>
          <p:cNvSpPr txBox="1"/>
          <p:nvPr/>
        </p:nvSpPr>
        <p:spPr>
          <a:xfrm>
            <a:off x="7984510" y="2708636"/>
            <a:ext cx="8888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3</a:t>
            </a:r>
            <a:endParaRPr lang="en-US" sz="3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187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1868B-BF22-F7B7-AA3F-5FA22AC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3878BA-8D7D-16D2-04D4-6241950BD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Indegree and Outdegree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F1972-9B80-7449-DA77-9FD191F5ACF3}"/>
              </a:ext>
            </a:extLst>
          </p:cNvPr>
          <p:cNvSpPr txBox="1"/>
          <p:nvPr/>
        </p:nvSpPr>
        <p:spPr>
          <a:xfrm>
            <a:off x="609600" y="5498394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 </a:t>
            </a:r>
            <a:r>
              <a:rPr lang="en-PH" sz="2500" b="1" dirty="0">
                <a:solidFill>
                  <a:schemeClr val="bg1"/>
                </a:solidFill>
              </a:rPr>
              <a:t>outdegree of a node </a:t>
            </a:r>
            <a:r>
              <a:rPr lang="en-PH" sz="2500" dirty="0">
                <a:solidFill>
                  <a:schemeClr val="bg1"/>
                </a:solidFill>
              </a:rPr>
              <a:t>is the total number of edges coming to that node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971C69-2606-CD91-4CE2-F7F1F507ADFE}"/>
              </a:ext>
            </a:extLst>
          </p:cNvPr>
          <p:cNvSpPr/>
          <p:nvPr/>
        </p:nvSpPr>
        <p:spPr>
          <a:xfrm>
            <a:off x="4146015" y="26227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CDD61-DC4A-276E-9CA1-55602CAD40AF}"/>
              </a:ext>
            </a:extLst>
          </p:cNvPr>
          <p:cNvCxnSpPr>
            <a:cxnSpLocks/>
            <a:stCxn id="15" idx="3"/>
            <a:endCxn id="7" idx="5"/>
          </p:cNvCxnSpPr>
          <p:nvPr/>
        </p:nvCxnSpPr>
        <p:spPr>
          <a:xfrm flipH="1">
            <a:off x="4760573" y="3216461"/>
            <a:ext cx="1795839" cy="20811"/>
          </a:xfrm>
          <a:prstGeom prst="line">
            <a:avLst/>
          </a:prstGeom>
          <a:ln w="38100">
            <a:solidFill>
              <a:srgbClr val="AAAAAA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ABCD3B9-26B0-A218-6675-13D006661160}"/>
              </a:ext>
            </a:extLst>
          </p:cNvPr>
          <p:cNvSpPr/>
          <p:nvPr/>
        </p:nvSpPr>
        <p:spPr>
          <a:xfrm>
            <a:off x="8395925" y="260190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0457B2-90BD-C5C1-A666-4A5A1CF0429A}"/>
              </a:ext>
            </a:extLst>
          </p:cNvPr>
          <p:cNvSpPr/>
          <p:nvPr/>
        </p:nvSpPr>
        <p:spPr>
          <a:xfrm>
            <a:off x="6450970" y="2601903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50ECA-4F94-74AB-1760-8C5C8E51C834}"/>
              </a:ext>
            </a:extLst>
          </p:cNvPr>
          <p:cNvCxnSpPr>
            <a:cxnSpLocks/>
            <a:stCxn id="15" idx="1"/>
            <a:endCxn id="7" idx="7"/>
          </p:cNvCxnSpPr>
          <p:nvPr/>
        </p:nvCxnSpPr>
        <p:spPr>
          <a:xfrm flipH="1">
            <a:off x="4760573" y="2707345"/>
            <a:ext cx="1795839" cy="20811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42F2E6-F476-09E3-83B3-2F88A38D0B0F}"/>
              </a:ext>
            </a:extLst>
          </p:cNvPr>
          <p:cNvCxnSpPr>
            <a:cxnSpLocks/>
            <a:stCxn id="15" idx="6"/>
            <a:endCxn id="11" idx="2"/>
          </p:cNvCxnSpPr>
          <p:nvPr/>
        </p:nvCxnSpPr>
        <p:spPr>
          <a:xfrm>
            <a:off x="7170970" y="2961903"/>
            <a:ext cx="1224955" cy="0"/>
          </a:xfrm>
          <a:prstGeom prst="line">
            <a:avLst/>
          </a:prstGeom>
          <a:ln w="38100">
            <a:solidFill>
              <a:srgbClr val="AAAAA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C26D11-29D4-0E3B-AE92-71D6CD6BC929}"/>
              </a:ext>
            </a:extLst>
          </p:cNvPr>
          <p:cNvSpPr txBox="1"/>
          <p:nvPr/>
        </p:nvSpPr>
        <p:spPr>
          <a:xfrm>
            <a:off x="3921192" y="1649366"/>
            <a:ext cx="11726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1</a:t>
            </a:r>
          </a:p>
          <a:p>
            <a:pPr algn="ctr"/>
            <a:r>
              <a:rPr lang="en-PH" sz="3000" b="1" dirty="0">
                <a:solidFill>
                  <a:srgbClr val="FF0000"/>
                </a:solidFill>
              </a:rPr>
              <a:t>Out: 1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FDF777-F787-5C40-B6F7-BB00CEB970F5}"/>
              </a:ext>
            </a:extLst>
          </p:cNvPr>
          <p:cNvSpPr txBox="1"/>
          <p:nvPr/>
        </p:nvSpPr>
        <p:spPr>
          <a:xfrm>
            <a:off x="6224662" y="1638880"/>
            <a:ext cx="11726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1</a:t>
            </a:r>
          </a:p>
          <a:p>
            <a:pPr algn="ctr"/>
            <a:r>
              <a:rPr lang="en-PH" sz="3000" b="1" dirty="0">
                <a:solidFill>
                  <a:srgbClr val="FF0000"/>
                </a:solidFill>
              </a:rPr>
              <a:t>Out: 1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98D5B-362B-F65E-1112-B1912E79EDA5}"/>
              </a:ext>
            </a:extLst>
          </p:cNvPr>
          <p:cNvSpPr txBox="1"/>
          <p:nvPr/>
        </p:nvSpPr>
        <p:spPr>
          <a:xfrm>
            <a:off x="8169617" y="2047905"/>
            <a:ext cx="11726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3000" b="1" dirty="0">
                <a:solidFill>
                  <a:srgbClr val="FF0000"/>
                </a:solidFill>
              </a:rPr>
              <a:t>In: 1</a:t>
            </a:r>
          </a:p>
        </p:txBody>
      </p:sp>
    </p:spTree>
    <p:extLst>
      <p:ext uri="{BB962C8B-B14F-4D97-AF65-F5344CB8AC3E}">
        <p14:creationId xmlns:p14="http://schemas.microsoft.com/office/powerpoint/2010/main" val="335520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ED479-E962-0709-EA3D-CD585E2F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27DEF2C-401E-0DD4-47AB-EFEBFE19C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Graph Representation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51955-8ADD-7D2C-DE68-6A54F2A56AE2}"/>
              </a:ext>
            </a:extLst>
          </p:cNvPr>
          <p:cNvSpPr txBox="1"/>
          <p:nvPr/>
        </p:nvSpPr>
        <p:spPr>
          <a:xfrm>
            <a:off x="683541" y="5357188"/>
            <a:ext cx="557422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There are two ways to represent a graph, the </a:t>
            </a:r>
            <a:r>
              <a:rPr lang="en-PH" sz="2500" b="1" dirty="0">
                <a:solidFill>
                  <a:schemeClr val="bg1"/>
                </a:solidFill>
              </a:rPr>
              <a:t>adjacency matrix </a:t>
            </a:r>
            <a:r>
              <a:rPr lang="en-PH" sz="2500" dirty="0">
                <a:solidFill>
                  <a:schemeClr val="bg1"/>
                </a:solidFill>
              </a:rPr>
              <a:t>and </a:t>
            </a:r>
            <a:r>
              <a:rPr lang="en-PH" sz="2500" b="1" dirty="0">
                <a:solidFill>
                  <a:schemeClr val="bg1"/>
                </a:solidFill>
              </a:rPr>
              <a:t>adjacency list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323D43-2608-1F75-4F4F-9E58BCBC7FBE}"/>
              </a:ext>
            </a:extLst>
          </p:cNvPr>
          <p:cNvSpPr/>
          <p:nvPr/>
        </p:nvSpPr>
        <p:spPr>
          <a:xfrm>
            <a:off x="1164000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95A1D48-6A9A-712E-7E13-11E815F31CFB}"/>
              </a:ext>
            </a:extLst>
          </p:cNvPr>
          <p:cNvSpPr/>
          <p:nvPr/>
        </p:nvSpPr>
        <p:spPr>
          <a:xfrm>
            <a:off x="353088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3E7C7B-29E8-085F-E127-C312B2204148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1524000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AB15F63-333E-8BDB-F2F2-C4276193EF33}"/>
              </a:ext>
            </a:extLst>
          </p:cNvPr>
          <p:cNvSpPr/>
          <p:nvPr/>
        </p:nvSpPr>
        <p:spPr>
          <a:xfrm>
            <a:off x="116400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1B4CD0-B7BE-2F3B-CA06-FE382B75225F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1778558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9BBF3F5-90AD-045D-2C31-86204C46F63B}"/>
              </a:ext>
            </a:extLst>
          </p:cNvPr>
          <p:cNvSpPr/>
          <p:nvPr/>
        </p:nvSpPr>
        <p:spPr>
          <a:xfrm>
            <a:off x="353088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CD8650-806A-8496-AAE7-1E06006AE357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1884000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483F023-EA94-A417-10DE-935C86F89B97}"/>
              </a:ext>
            </a:extLst>
          </p:cNvPr>
          <p:cNvSpPr/>
          <p:nvPr/>
        </p:nvSpPr>
        <p:spPr>
          <a:xfrm>
            <a:off x="5537762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EFD44F-B7AD-5C42-44EF-686DB763AB55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3890881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28CA813-CE91-5B55-BED7-B826097E3716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4250881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66D1B-A3FE-2BD9-3A5B-830EF634D14D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1778558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64DBF9-8BE6-5816-324C-12C4687E6407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1884000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CB308D-A259-9CE4-B3DE-F93F85FCB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132369"/>
              </p:ext>
            </p:extLst>
          </p:nvPr>
        </p:nvGraphicFramePr>
        <p:xfrm>
          <a:off x="6548798" y="1244209"/>
          <a:ext cx="5184936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64156">
                  <a:extLst>
                    <a:ext uri="{9D8B030D-6E8A-4147-A177-3AD203B41FA5}">
                      <a16:colId xmlns:a16="http://schemas.microsoft.com/office/drawing/2014/main" val="2637771690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3516770899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3398354108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3800107779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4080780594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2285574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16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04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90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45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D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0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E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68540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2C9943F-2693-5AE5-16A6-DF9DB7D0525B}"/>
              </a:ext>
            </a:extLst>
          </p:cNvPr>
          <p:cNvSpPr/>
          <p:nvPr/>
        </p:nvSpPr>
        <p:spPr>
          <a:xfrm>
            <a:off x="7941121" y="382209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A3046-5ACF-C892-5BDD-628094DB4FD5}"/>
              </a:ext>
            </a:extLst>
          </p:cNvPr>
          <p:cNvSpPr/>
          <p:nvPr/>
        </p:nvSpPr>
        <p:spPr>
          <a:xfrm>
            <a:off x="7941121" y="434427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605BBC-1B05-84CE-9896-50A21DD41763}"/>
              </a:ext>
            </a:extLst>
          </p:cNvPr>
          <p:cNvSpPr/>
          <p:nvPr/>
        </p:nvSpPr>
        <p:spPr>
          <a:xfrm>
            <a:off x="7941121" y="488427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05FD9A-6D05-06B8-A004-745D6DC41F40}"/>
              </a:ext>
            </a:extLst>
          </p:cNvPr>
          <p:cNvSpPr/>
          <p:nvPr/>
        </p:nvSpPr>
        <p:spPr>
          <a:xfrm>
            <a:off x="7941121" y="544081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560D1F-FC2E-9DA6-672C-06E3B742B928}"/>
              </a:ext>
            </a:extLst>
          </p:cNvPr>
          <p:cNvSpPr/>
          <p:nvPr/>
        </p:nvSpPr>
        <p:spPr>
          <a:xfrm>
            <a:off x="7941121" y="599146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84723B-71A6-9948-36CA-93FE6633B7D3}"/>
              </a:ext>
            </a:extLst>
          </p:cNvPr>
          <p:cNvSpPr/>
          <p:nvPr/>
        </p:nvSpPr>
        <p:spPr>
          <a:xfrm>
            <a:off x="9103739" y="382209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1EA10F-1F4D-1501-05EA-C3E7DC868798}"/>
              </a:ext>
            </a:extLst>
          </p:cNvPr>
          <p:cNvSpPr/>
          <p:nvPr/>
        </p:nvSpPr>
        <p:spPr>
          <a:xfrm>
            <a:off x="9103739" y="434427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B0B158-7701-4947-31D5-25B52FBDC78A}"/>
              </a:ext>
            </a:extLst>
          </p:cNvPr>
          <p:cNvSpPr/>
          <p:nvPr/>
        </p:nvSpPr>
        <p:spPr>
          <a:xfrm>
            <a:off x="9103739" y="488427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56F7DC-2DC7-74FD-9F92-492B452334B5}"/>
              </a:ext>
            </a:extLst>
          </p:cNvPr>
          <p:cNvSpPr/>
          <p:nvPr/>
        </p:nvSpPr>
        <p:spPr>
          <a:xfrm>
            <a:off x="10266357" y="434427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798649-1756-F780-01B6-4BF2C6693A9E}"/>
              </a:ext>
            </a:extLst>
          </p:cNvPr>
          <p:cNvSpPr/>
          <p:nvPr/>
        </p:nvSpPr>
        <p:spPr>
          <a:xfrm>
            <a:off x="10266357" y="488299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286676-8650-6C26-92C1-1A565BFEC59C}"/>
              </a:ext>
            </a:extLst>
          </p:cNvPr>
          <p:cNvSpPr/>
          <p:nvPr/>
        </p:nvSpPr>
        <p:spPr>
          <a:xfrm>
            <a:off x="9103739" y="5438440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635DD9-00BE-A8FC-A178-529259F766FD}"/>
              </a:ext>
            </a:extLst>
          </p:cNvPr>
          <p:cNvSpPr/>
          <p:nvPr/>
        </p:nvSpPr>
        <p:spPr>
          <a:xfrm>
            <a:off x="10266357" y="5438440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0BCAF11-91BA-D736-E1E1-1D067CBD031F}"/>
              </a:ext>
            </a:extLst>
          </p:cNvPr>
          <p:cNvCxnSpPr>
            <a:cxnSpLocks/>
            <a:stCxn id="23" idx="1"/>
            <a:endCxn id="12" idx="3"/>
          </p:cNvCxnSpPr>
          <p:nvPr/>
        </p:nvCxnSpPr>
        <p:spPr>
          <a:xfrm flipH="1">
            <a:off x="8481121" y="4092094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38459B-060D-FFA5-36CF-CEEF80D384D2}"/>
              </a:ext>
            </a:extLst>
          </p:cNvPr>
          <p:cNvCxnSpPr>
            <a:cxnSpLocks/>
            <a:stCxn id="24" idx="1"/>
            <a:endCxn id="14" idx="3"/>
          </p:cNvCxnSpPr>
          <p:nvPr/>
        </p:nvCxnSpPr>
        <p:spPr>
          <a:xfrm flipH="1">
            <a:off x="8481121" y="4614279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B198205-5ED8-6F3F-5435-AE0F796378F4}"/>
              </a:ext>
            </a:extLst>
          </p:cNvPr>
          <p:cNvCxnSpPr>
            <a:cxnSpLocks/>
            <a:stCxn id="26" idx="1"/>
            <a:endCxn id="24" idx="3"/>
          </p:cNvCxnSpPr>
          <p:nvPr/>
        </p:nvCxnSpPr>
        <p:spPr>
          <a:xfrm flipH="1">
            <a:off x="9643739" y="4614279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485486-178E-4C8D-A14F-D761168F0143}"/>
              </a:ext>
            </a:extLst>
          </p:cNvPr>
          <p:cNvCxnSpPr>
            <a:cxnSpLocks/>
            <a:stCxn id="27" idx="1"/>
            <a:endCxn id="25" idx="3"/>
          </p:cNvCxnSpPr>
          <p:nvPr/>
        </p:nvCxnSpPr>
        <p:spPr>
          <a:xfrm flipH="1">
            <a:off x="9643739" y="5152999"/>
            <a:ext cx="622618" cy="128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7DD35DC-649D-CDE6-C73C-AF09E2A1723E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>
            <a:off x="9643739" y="5708440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F31E03-7BF4-D265-9525-4097F1994A03}"/>
              </a:ext>
            </a:extLst>
          </p:cNvPr>
          <p:cNvCxnSpPr>
            <a:cxnSpLocks/>
            <a:stCxn id="25" idx="1"/>
            <a:endCxn id="16" idx="3"/>
          </p:cNvCxnSpPr>
          <p:nvPr/>
        </p:nvCxnSpPr>
        <p:spPr>
          <a:xfrm flipH="1">
            <a:off x="8481121" y="5154279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0A17D9-0DCA-8739-AD46-7B2AAAD33741}"/>
              </a:ext>
            </a:extLst>
          </p:cNvPr>
          <p:cNvCxnSpPr>
            <a:cxnSpLocks/>
            <a:stCxn id="28" idx="1"/>
            <a:endCxn id="20" idx="3"/>
          </p:cNvCxnSpPr>
          <p:nvPr/>
        </p:nvCxnSpPr>
        <p:spPr>
          <a:xfrm flipH="1">
            <a:off x="8481121" y="5708440"/>
            <a:ext cx="622618" cy="2374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B4F222-FDC0-1256-7277-6636A5AB55D9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8481121" y="6261464"/>
            <a:ext cx="622618" cy="351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43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805E4-7673-98C2-1582-256A70F0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3C9129-7265-FF6D-AF46-3C8CE0334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Adjacency Matrix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8D3AF-0C69-3A1C-60C8-D093BF22D1AC}"/>
              </a:ext>
            </a:extLst>
          </p:cNvPr>
          <p:cNvSpPr txBox="1"/>
          <p:nvPr/>
        </p:nvSpPr>
        <p:spPr>
          <a:xfrm>
            <a:off x="609600" y="546981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 adjacency matrix is a two-dimensional array where a cell matrix contains 1 if there is a connection and 0 otherwise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F4E1BC-3DDE-077E-9354-E384CB494741}"/>
              </a:ext>
            </a:extLst>
          </p:cNvPr>
          <p:cNvSpPr/>
          <p:nvPr/>
        </p:nvSpPr>
        <p:spPr>
          <a:xfrm>
            <a:off x="1164000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841A7A-3047-52C8-CF62-D7184A5A5FF4}"/>
              </a:ext>
            </a:extLst>
          </p:cNvPr>
          <p:cNvSpPr/>
          <p:nvPr/>
        </p:nvSpPr>
        <p:spPr>
          <a:xfrm>
            <a:off x="353088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D6FC9C-46B5-40FB-1824-E0B7912DDFE4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1524000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A08C3F2-E38E-0366-11F6-6DF427F1DEA2}"/>
              </a:ext>
            </a:extLst>
          </p:cNvPr>
          <p:cNvSpPr/>
          <p:nvPr/>
        </p:nvSpPr>
        <p:spPr>
          <a:xfrm>
            <a:off x="116400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814B3A-9218-67CA-8156-2E61E256FFC5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1778558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BC8C0BD-D30B-6A2A-08A1-A0DF99B59824}"/>
              </a:ext>
            </a:extLst>
          </p:cNvPr>
          <p:cNvSpPr/>
          <p:nvPr/>
        </p:nvSpPr>
        <p:spPr>
          <a:xfrm>
            <a:off x="353088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048AA2-E495-B707-381E-52DD5DAD4F7C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1884000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A409F3B-581C-39DD-42E5-C5B9BC15690E}"/>
              </a:ext>
            </a:extLst>
          </p:cNvPr>
          <p:cNvSpPr/>
          <p:nvPr/>
        </p:nvSpPr>
        <p:spPr>
          <a:xfrm>
            <a:off x="5537762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88329-9F6A-7A61-2E3A-41211017AFB8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3890881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7C1DE82-0BD7-70DE-6D35-376DEC881D3C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4250881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6FDA40-4B0D-A3CE-FC98-B0115602D655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1778558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D2E22A-C1D1-60F0-A894-1CD505999216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1884000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F47A14-ACF4-AE78-3A15-F231542250A6}"/>
              </a:ext>
            </a:extLst>
          </p:cNvPr>
          <p:cNvGraphicFramePr>
            <a:graphicFrameLocks noGrp="1"/>
          </p:cNvGraphicFramePr>
          <p:nvPr/>
        </p:nvGraphicFramePr>
        <p:xfrm>
          <a:off x="6548798" y="2103659"/>
          <a:ext cx="5184936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64156">
                  <a:extLst>
                    <a:ext uri="{9D8B030D-6E8A-4147-A177-3AD203B41FA5}">
                      <a16:colId xmlns:a16="http://schemas.microsoft.com/office/drawing/2014/main" val="2637771690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3516770899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3398354108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3800107779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4080780594"/>
                    </a:ext>
                  </a:extLst>
                </a:gridCol>
                <a:gridCol w="864156">
                  <a:extLst>
                    <a:ext uri="{9D8B030D-6E8A-4147-A177-3AD203B41FA5}">
                      <a16:colId xmlns:a16="http://schemas.microsoft.com/office/drawing/2014/main" val="2285574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16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04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B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90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45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D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40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noFill/>
                          </a:ln>
                          <a:solidFill>
                            <a:srgbClr val="6AB5FF"/>
                          </a:solidFill>
                        </a:rPr>
                        <a:t>E</a:t>
                      </a:r>
                    </a:p>
                  </a:txBody>
                  <a:tcPr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685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813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22676-2F8C-2FAE-D525-27670DB5E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768FCB-006A-8931-FE00-5F8C74627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Adjacency Matrix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14612-B106-FDAF-C4C0-1A44FDB3B678}"/>
              </a:ext>
            </a:extLst>
          </p:cNvPr>
          <p:cNvSpPr txBox="1"/>
          <p:nvPr/>
        </p:nvSpPr>
        <p:spPr>
          <a:xfrm>
            <a:off x="609600" y="5469819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>
                <a:solidFill>
                  <a:schemeClr val="bg1"/>
                </a:solidFill>
              </a:rPr>
              <a:t>An adjacency list stores a graph as an array of linked lists. 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747E13-09D5-1B5E-AA43-8C87EF519E6C}"/>
              </a:ext>
            </a:extLst>
          </p:cNvPr>
          <p:cNvSpPr/>
          <p:nvPr/>
        </p:nvSpPr>
        <p:spPr>
          <a:xfrm>
            <a:off x="1164000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564DF6-786A-09E0-258C-D9F4CC239BA5}"/>
              </a:ext>
            </a:extLst>
          </p:cNvPr>
          <p:cNvSpPr/>
          <p:nvPr/>
        </p:nvSpPr>
        <p:spPr>
          <a:xfrm>
            <a:off x="3530881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D3B253-DDF9-B97D-F689-1009F9697DFE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1524000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BAD48F-4FDB-E1A7-129A-AB883658FC9D}"/>
              </a:ext>
            </a:extLst>
          </p:cNvPr>
          <p:cNvSpPr/>
          <p:nvPr/>
        </p:nvSpPr>
        <p:spPr>
          <a:xfrm>
            <a:off x="1164000" y="376109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6F5299-9E05-7F2A-785F-C9BAB92538F7}"/>
              </a:ext>
            </a:extLst>
          </p:cNvPr>
          <p:cNvCxnSpPr>
            <a:cxnSpLocks/>
            <a:stCxn id="11" idx="5"/>
            <a:endCxn id="8" idx="3"/>
          </p:cNvCxnSpPr>
          <p:nvPr/>
        </p:nvCxnSpPr>
        <p:spPr>
          <a:xfrm>
            <a:off x="1778558" y="4375657"/>
            <a:ext cx="1857765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E19BEEF-A561-169D-D03E-455249C0B259}"/>
              </a:ext>
            </a:extLst>
          </p:cNvPr>
          <p:cNvSpPr/>
          <p:nvPr/>
        </p:nvSpPr>
        <p:spPr>
          <a:xfrm>
            <a:off x="3530881" y="1636729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6E8060-45A6-1D79-B2D6-2B1F6CC11023}"/>
              </a:ext>
            </a:extLst>
          </p:cNvPr>
          <p:cNvCxnSpPr>
            <a:cxnSpLocks/>
            <a:stCxn id="15" idx="2"/>
            <a:endCxn id="7" idx="6"/>
          </p:cNvCxnSpPr>
          <p:nvPr/>
        </p:nvCxnSpPr>
        <p:spPr>
          <a:xfrm flipH="1">
            <a:off x="1884000" y="199672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0B8994E-9170-EF69-E9D8-4D97888B08D6}"/>
              </a:ext>
            </a:extLst>
          </p:cNvPr>
          <p:cNvSpPr/>
          <p:nvPr/>
        </p:nvSpPr>
        <p:spPr>
          <a:xfrm>
            <a:off x="5537762" y="26989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537FC0-98A6-3F13-2663-04DF48E0483B}"/>
              </a:ext>
            </a:extLst>
          </p:cNvPr>
          <p:cNvCxnSpPr>
            <a:cxnSpLocks/>
            <a:stCxn id="15" idx="4"/>
            <a:endCxn id="8" idx="0"/>
          </p:cNvCxnSpPr>
          <p:nvPr/>
        </p:nvCxnSpPr>
        <p:spPr>
          <a:xfrm>
            <a:off x="3890881" y="2356729"/>
            <a:ext cx="0" cy="140437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22210B5-AE40-0D44-60BB-64E809896452}"/>
              </a:ext>
            </a:extLst>
          </p:cNvPr>
          <p:cNvCxnSpPr>
            <a:cxnSpLocks/>
            <a:stCxn id="18" idx="3"/>
            <a:endCxn id="8" idx="6"/>
          </p:cNvCxnSpPr>
          <p:nvPr/>
        </p:nvCxnSpPr>
        <p:spPr>
          <a:xfrm flipH="1">
            <a:off x="4250881" y="3313472"/>
            <a:ext cx="1392323" cy="807627"/>
          </a:xfrm>
          <a:prstGeom prst="line">
            <a:avLst/>
          </a:prstGeom>
          <a:ln w="38100">
            <a:solidFill>
              <a:srgbClr val="AAAAAA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C5EAE8-4307-E720-073B-38139A84929D}"/>
              </a:ext>
            </a:extLst>
          </p:cNvPr>
          <p:cNvCxnSpPr>
            <a:cxnSpLocks/>
            <a:stCxn id="15" idx="3"/>
            <a:endCxn id="11" idx="7"/>
          </p:cNvCxnSpPr>
          <p:nvPr/>
        </p:nvCxnSpPr>
        <p:spPr>
          <a:xfrm flipH="1">
            <a:off x="1778558" y="2251287"/>
            <a:ext cx="1857765" cy="1615254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079FB2-73E6-5B6D-F34D-E8493DA85E90}"/>
              </a:ext>
            </a:extLst>
          </p:cNvPr>
          <p:cNvCxnSpPr>
            <a:cxnSpLocks/>
            <a:stCxn id="8" idx="2"/>
            <a:endCxn id="11" idx="6"/>
          </p:cNvCxnSpPr>
          <p:nvPr/>
        </p:nvCxnSpPr>
        <p:spPr>
          <a:xfrm flipH="1">
            <a:off x="1884000" y="4121099"/>
            <a:ext cx="1646881" cy="0"/>
          </a:xfrm>
          <a:prstGeom prst="line">
            <a:avLst/>
          </a:prstGeom>
          <a:ln w="38100">
            <a:solidFill>
              <a:srgbClr val="AAA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601AA43-080B-3A55-A41E-7B4A6EF85A1C}"/>
              </a:ext>
            </a:extLst>
          </p:cNvPr>
          <p:cNvSpPr/>
          <p:nvPr/>
        </p:nvSpPr>
        <p:spPr>
          <a:xfrm>
            <a:off x="6880380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6DA950-0A48-522F-3813-FC922DA74F08}"/>
              </a:ext>
            </a:extLst>
          </p:cNvPr>
          <p:cNvSpPr/>
          <p:nvPr/>
        </p:nvSpPr>
        <p:spPr>
          <a:xfrm>
            <a:off x="6880380" y="215891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CFDA-3614-C920-68EE-0CC9E7067526}"/>
              </a:ext>
            </a:extLst>
          </p:cNvPr>
          <p:cNvSpPr/>
          <p:nvPr/>
        </p:nvSpPr>
        <p:spPr>
          <a:xfrm>
            <a:off x="6880380" y="269891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4DC15C-1482-47F9-82DE-5F5B91A051AD}"/>
              </a:ext>
            </a:extLst>
          </p:cNvPr>
          <p:cNvSpPr/>
          <p:nvPr/>
        </p:nvSpPr>
        <p:spPr>
          <a:xfrm>
            <a:off x="6880380" y="325544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D1969A-ACAF-AB0F-BAD3-852657F1DB0C}"/>
              </a:ext>
            </a:extLst>
          </p:cNvPr>
          <p:cNvSpPr/>
          <p:nvPr/>
        </p:nvSpPr>
        <p:spPr>
          <a:xfrm>
            <a:off x="6880380" y="380609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E4BA59-2BB6-DB25-CC7C-F6FF7F50835D}"/>
              </a:ext>
            </a:extLst>
          </p:cNvPr>
          <p:cNvSpPr/>
          <p:nvPr/>
        </p:nvSpPr>
        <p:spPr>
          <a:xfrm>
            <a:off x="8042998" y="1636729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86E253-07DC-D0A3-7167-E1478E1B20D1}"/>
              </a:ext>
            </a:extLst>
          </p:cNvPr>
          <p:cNvSpPr/>
          <p:nvPr/>
        </p:nvSpPr>
        <p:spPr>
          <a:xfrm>
            <a:off x="8042998" y="215891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5D5EDF-E604-7144-5AA3-48BC6ED9BDBD}"/>
              </a:ext>
            </a:extLst>
          </p:cNvPr>
          <p:cNvSpPr/>
          <p:nvPr/>
        </p:nvSpPr>
        <p:spPr>
          <a:xfrm>
            <a:off x="8042998" y="269891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0F4C88-9403-59D3-3FF8-8A77C3D321E7}"/>
              </a:ext>
            </a:extLst>
          </p:cNvPr>
          <p:cNvSpPr/>
          <p:nvPr/>
        </p:nvSpPr>
        <p:spPr>
          <a:xfrm>
            <a:off x="9205616" y="215891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11C7AC-63D0-E88F-05B8-21AD18D13598}"/>
              </a:ext>
            </a:extLst>
          </p:cNvPr>
          <p:cNvSpPr/>
          <p:nvPr/>
        </p:nvSpPr>
        <p:spPr>
          <a:xfrm>
            <a:off x="9205616" y="2697634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A7FFFC-B41C-8B2C-B314-1F6F43D7B0DD}"/>
              </a:ext>
            </a:extLst>
          </p:cNvPr>
          <p:cNvSpPr/>
          <p:nvPr/>
        </p:nvSpPr>
        <p:spPr>
          <a:xfrm>
            <a:off x="8042998" y="325307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B763DA-74E4-CB83-76BF-16A7C65DD82D}"/>
              </a:ext>
            </a:extLst>
          </p:cNvPr>
          <p:cNvSpPr/>
          <p:nvPr/>
        </p:nvSpPr>
        <p:spPr>
          <a:xfrm>
            <a:off x="9205616" y="3253075"/>
            <a:ext cx="540000" cy="540000"/>
          </a:xfrm>
          <a:prstGeom prst="rect">
            <a:avLst/>
          </a:prstGeom>
          <a:solidFill>
            <a:srgbClr val="6AB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500" b="1" dirty="0"/>
              <a:t>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9B26F00-08A4-3928-3987-D4806B89EB17}"/>
              </a:ext>
            </a:extLst>
          </p:cNvPr>
          <p:cNvCxnSpPr>
            <a:cxnSpLocks/>
            <a:stCxn id="20" idx="1"/>
            <a:endCxn id="2" idx="3"/>
          </p:cNvCxnSpPr>
          <p:nvPr/>
        </p:nvCxnSpPr>
        <p:spPr>
          <a:xfrm flipH="1">
            <a:off x="7420380" y="1906729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D03368-E12C-573D-B0E3-08E7B6A0C4CA}"/>
              </a:ext>
            </a:extLst>
          </p:cNvPr>
          <p:cNvCxnSpPr>
            <a:cxnSpLocks/>
            <a:stCxn id="22" idx="1"/>
            <a:endCxn id="3" idx="3"/>
          </p:cNvCxnSpPr>
          <p:nvPr/>
        </p:nvCxnSpPr>
        <p:spPr>
          <a:xfrm flipH="1">
            <a:off x="7420380" y="2428914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A8196B-56CF-FA60-605E-A54F6279827E}"/>
              </a:ext>
            </a:extLst>
          </p:cNvPr>
          <p:cNvCxnSpPr>
            <a:cxnSpLocks/>
            <a:stCxn id="24" idx="1"/>
            <a:endCxn id="22" idx="3"/>
          </p:cNvCxnSpPr>
          <p:nvPr/>
        </p:nvCxnSpPr>
        <p:spPr>
          <a:xfrm flipH="1">
            <a:off x="8582998" y="2428914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579E09E-4861-4588-E5D3-89E0897D6507}"/>
              </a:ext>
            </a:extLst>
          </p:cNvPr>
          <p:cNvCxnSpPr>
            <a:cxnSpLocks/>
            <a:stCxn id="25" idx="1"/>
            <a:endCxn id="23" idx="3"/>
          </p:cNvCxnSpPr>
          <p:nvPr/>
        </p:nvCxnSpPr>
        <p:spPr>
          <a:xfrm flipH="1">
            <a:off x="8582998" y="2967634"/>
            <a:ext cx="622618" cy="128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DAD507-E084-9FD4-56C7-38F785E11CFC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582998" y="3523075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1FB296-D6E0-DCD2-6CCE-E13A6A06604C}"/>
              </a:ext>
            </a:extLst>
          </p:cNvPr>
          <p:cNvCxnSpPr>
            <a:cxnSpLocks/>
            <a:stCxn id="23" idx="1"/>
            <a:endCxn id="12" idx="3"/>
          </p:cNvCxnSpPr>
          <p:nvPr/>
        </p:nvCxnSpPr>
        <p:spPr>
          <a:xfrm flipH="1">
            <a:off x="7420380" y="2968914"/>
            <a:ext cx="622618" cy="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56525E4-C63B-A2F1-D389-304FDADDF52B}"/>
              </a:ext>
            </a:extLst>
          </p:cNvPr>
          <p:cNvCxnSpPr>
            <a:cxnSpLocks/>
            <a:stCxn id="26" idx="1"/>
            <a:endCxn id="14" idx="3"/>
          </p:cNvCxnSpPr>
          <p:nvPr/>
        </p:nvCxnSpPr>
        <p:spPr>
          <a:xfrm flipH="1">
            <a:off x="7420380" y="3523075"/>
            <a:ext cx="622618" cy="2374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E4CF61B-C323-48D3-32BE-A3C316082567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7420380" y="4076099"/>
            <a:ext cx="622618" cy="3510"/>
          </a:xfrm>
          <a:prstGeom prst="line">
            <a:avLst/>
          </a:prstGeom>
          <a:ln w="38100">
            <a:solidFill>
              <a:srgbClr val="00B05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760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14" grpId="0" animBg="1"/>
      <p:bldP spid="16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1731</TotalTime>
  <Words>760</Words>
  <Application>Microsoft Office PowerPoint</Application>
  <PresentationFormat>Widescreen</PresentationFormat>
  <Paragraphs>347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Graph</vt:lpstr>
      <vt:lpstr>Graph</vt:lpstr>
      <vt:lpstr>Graph</vt:lpstr>
      <vt:lpstr>Graph</vt:lpstr>
      <vt:lpstr>Graph</vt:lpstr>
      <vt:lpstr>Graph</vt:lpstr>
      <vt:lpstr>Graph</vt:lpstr>
      <vt:lpstr>Graph</vt:lpstr>
      <vt:lpstr>Undirected Graph</vt:lpstr>
      <vt:lpstr>Undirected Graph</vt:lpstr>
      <vt:lpstr>Directed Graph</vt:lpstr>
      <vt:lpstr>Directed Graph</vt:lpstr>
      <vt:lpstr>Weighted Graph</vt:lpstr>
      <vt:lpstr>Weighted Graph</vt:lpstr>
      <vt:lpstr>Adjacent</vt:lpstr>
      <vt:lpstr>Loop</vt:lpstr>
      <vt:lpstr>Parallel</vt:lpstr>
      <vt:lpstr>Path</vt:lpstr>
      <vt:lpstr>Cyclic Graph</vt:lpstr>
      <vt:lpstr> Acyclic Graph</vt:lpstr>
      <vt:lpstr>Connected Graph</vt:lpstr>
      <vt:lpstr>Connected Graph</vt:lpstr>
      <vt:lpstr>Indegree and Outdegree</vt:lpstr>
      <vt:lpstr>Indegree and Outdegree</vt:lpstr>
      <vt:lpstr>Graph Representation</vt:lpstr>
      <vt:lpstr>Adjacency Matrix</vt:lpstr>
      <vt:lpstr>Adjacency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140</cp:revision>
  <dcterms:created xsi:type="dcterms:W3CDTF">2022-05-11T03:47:05Z</dcterms:created>
  <dcterms:modified xsi:type="dcterms:W3CDTF">2026-06-30T00:48:11Z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