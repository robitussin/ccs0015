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93" r:id="rId5"/>
    <p:sldId id="346" r:id="rId6"/>
    <p:sldId id="338" r:id="rId7"/>
    <p:sldId id="339" r:id="rId8"/>
    <p:sldId id="340" r:id="rId9"/>
    <p:sldId id="341" r:id="rId10"/>
    <p:sldId id="342" r:id="rId11"/>
    <p:sldId id="344" r:id="rId12"/>
    <p:sldId id="343" r:id="rId13"/>
    <p:sldId id="34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69" autoAdjust="0"/>
    <p:restoredTop sz="93653" autoAdjust="0"/>
  </p:normalViewPr>
  <p:slideViewPr>
    <p:cSldViewPr snapToGrid="0">
      <p:cViewPr varScale="1">
        <p:scale>
          <a:sx n="121" d="100"/>
          <a:sy n="121" d="100"/>
        </p:scale>
        <p:origin x="19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2T06:13:16.8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17792 8718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651B9-A49C-9910-D68F-EE9982D44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B272C-6F5F-394C-00D2-3E13C2CEB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34DB-80DE-AD72-7792-C024AAB24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BDC4F-95F1-6860-A700-3067BF1FD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9544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9B320-CF61-88FD-04D7-BB0F1616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AEFBD-C61E-801F-4C96-F16CDD52F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C5696-14BB-2363-94C5-A36E8F23E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07AA76-2083-3B1A-5D08-F9244CE7F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51412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44E03-9265-2E3B-1032-F916078BE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931B91-6CA8-8BCB-BD84-34ADD5341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0FF0BD-CAFF-214F-935D-1AB23928C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DB49CC-8AF3-8265-E72F-04F9E716C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94600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2DBD1-142A-FA94-47E8-68AFCB614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19B61D-3CBA-BC0D-5EB3-088A523A2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2B3ED-365C-670F-D7D5-3CB63CA47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F8DB8-FFFC-BF5C-B675-1EF257100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97579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5CD1-37DF-6A94-D06D-CA3FA2A20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621304-1322-53E9-0FC0-A25CFB53C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F762F-F706-4B95-59D1-CA5FC84C3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8A17C-0EB5-60D0-FF9C-29FE3DF2D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658758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CEA21-7D58-7067-D506-E206DD854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D1C84-20FA-A122-B920-0A4B356FB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D540EB-352B-D112-998B-84A21AB36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90CB9-9CF1-8DDD-0A49-12436E9FA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02348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0746-CDF6-497C-C206-A282EACE2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15411-7E7F-0040-8F1E-63C4AF210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9E8C4-2FA0-050C-3191-C5F248C52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AA021-8986-1871-7B92-E210CB0445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29744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714-90AE-6A7E-AC42-E8557E46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E9AE8-1C0A-38DE-2FA4-714AEA7AB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AB911-4DA7-43FA-DB84-738F997F2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FC19C-0F19-1137-6DF6-00F06C4F9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713659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3C25-5AC0-2C96-12FE-0AB6CCA09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FA018-3CB1-CEC0-510B-AF1FB8249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C118-B8D0-9230-D670-F64672F7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05A34-A8BE-14B9-C7CD-6FDDEC171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22062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E349CB-9386-958B-9EC8-EC927981DCD9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73C6AEB-ECFC-B437-6C0B-1B52FA25B047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2F5BAE8-6630-FACB-C184-CE3090491417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9D1FDA8-3A17-23C2-5919-26BE13071816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B28FDEE-E447-B622-03C2-670260A5FEA3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D92813C-DFFE-A739-E884-11B02E5BBAB6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3DCC406-8E76-6175-8AC0-B922E2D78F3F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F30DB4B-AEEA-2FD9-FE78-FFCF31F21FEE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CF02E0C-1443-FF20-2A61-E1CE5439BFAF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CD4A11D-D2AF-848D-83A0-1503DF098B6B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5DE69594-61CE-2CFD-DB0B-4176FD2D3758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7961AB7-7B19-56A3-813E-995441BC8875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348339-9919-8F8D-C15D-4747D83F014B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B67FF77-FD24-B729-5D9B-84B7A3994B83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47D151E-5499-03F4-C33A-1CD3591D46A6}"/>
              </a:ext>
            </a:extLst>
          </p:cNvPr>
          <p:cNvSpPr txBox="1"/>
          <p:nvPr/>
        </p:nvSpPr>
        <p:spPr>
          <a:xfrm>
            <a:off x="609600" y="5535179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Traversing</a:t>
            </a:r>
            <a:r>
              <a:rPr lang="en-US" sz="2800" dirty="0">
                <a:solidFill>
                  <a:schemeClr val="bg1"/>
                </a:solidFill>
              </a:rPr>
              <a:t> a tree is to visit all nodes in the tree</a:t>
            </a:r>
          </a:p>
        </p:txBody>
      </p: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633FF-7DA0-4FE1-7CC5-6097ED89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CD380C-79F8-11EA-FEB8-FD6BFB1C3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In-Order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59ED2A-DA72-F9AD-C594-91AD058F431D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782CF68-1BF7-31E4-32BE-97195D9140D5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479B95D-230A-A22A-7393-FEA4C0813A13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40C6A8-9498-5CBA-2019-0EF83A66068D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CE412D9-179A-E953-EBF6-F3FF9A4C7177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8A132A-6DE9-180B-E84B-47FAE8CE780C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A07126C-AA5C-2DF5-ABC4-EC3E86E0F544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5F9D60-FBBF-B74F-488E-F162CC7B0551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AE3E88B-5764-71B4-F86C-53CEA092093D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E8A8F08-29FB-FF80-58B1-E9D947607E60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A03F52E5-31A4-3AEA-75F3-5CD8B119DCCD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F16D3B7-9F6E-D3DF-B0EF-F1126D7243B2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08BE5E-4C93-C69D-F9F0-0DE6F4F10AC6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5909062-FCB7-1027-1040-145680552ADB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B3F8288-3A70-428A-0638-CDFEE7FBBCBE}"/>
              </a:ext>
            </a:extLst>
          </p:cNvPr>
          <p:cNvSpPr txBox="1"/>
          <p:nvPr/>
        </p:nvSpPr>
        <p:spPr>
          <a:xfrm>
            <a:off x="609600" y="5535179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B0F0"/>
                </a:solidFill>
              </a:rPr>
              <a:t>In-order traversal</a:t>
            </a:r>
            <a:r>
              <a:rPr lang="en-US" sz="2800" dirty="0">
                <a:solidFill>
                  <a:schemeClr val="bg1"/>
                </a:solidFill>
              </a:rPr>
              <a:t>: The left subtree is visited first, then the root, and later the right subtree.</a:t>
            </a:r>
          </a:p>
        </p:txBody>
      </p:sp>
    </p:spTree>
    <p:extLst>
      <p:ext uri="{BB962C8B-B14F-4D97-AF65-F5344CB8AC3E}">
        <p14:creationId xmlns:p14="http://schemas.microsoft.com/office/powerpoint/2010/main" val="308695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4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23" grpId="0" animBg="1"/>
      <p:bldP spid="23" grpId="1" animBg="1"/>
      <p:bldP spid="24" grpId="0" animBg="1"/>
      <p:bldP spid="2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D4103-8898-B6E2-EF84-F74970880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3247C26-5A9F-CA3F-A1D8-6D9E55EAA2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F2533A-B7A0-E730-5AE4-5E8055B2DE34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320CA7-86CF-431C-ED6C-51240A9BB1DB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B30F99D-835B-016C-8EDA-D6D1CDFEFA4C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5A8E72F-6D7E-B3A9-8569-F75E247706DA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03E908F-525C-AD88-4C32-18105C20DBDD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4DBCCB1-E9A3-4525-7245-678F5BB938E3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EA63F1A-6577-6C8A-4E30-03536547AB57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BA83D3-1FF9-E606-F005-56738ABFF8C8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590E55-359D-2D7B-0C6E-ED044AD2B72E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E75263-D636-7E08-41E7-8C9EE4798CDC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B469EADA-3270-2607-FC59-ECCF35C17730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0CBB908-2200-E4DD-88FC-D66CDF32EF41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533D3B-D2EC-3499-E224-EB6CD009121F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D30821B-3236-7320-A95C-75A3244EE187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6C5F214-A37F-C92C-FEEA-EE6CAB6B36CB}"/>
              </a:ext>
            </a:extLst>
          </p:cNvPr>
          <p:cNvSpPr txBox="1"/>
          <p:nvPr/>
        </p:nvSpPr>
        <p:spPr>
          <a:xfrm>
            <a:off x="214283" y="4940700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1- Recursively traverse the left subtree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441BE5-5C3F-C2C1-44DE-6C0CDADD8982}"/>
              </a:ext>
            </a:extLst>
          </p:cNvPr>
          <p:cNvSpPr txBox="1"/>
          <p:nvPr/>
        </p:nvSpPr>
        <p:spPr>
          <a:xfrm>
            <a:off x="214283" y="5311780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2- Visit root node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DF8783-48C5-E2EF-53AC-468107CBF217}"/>
              </a:ext>
            </a:extLst>
          </p:cNvPr>
          <p:cNvSpPr txBox="1"/>
          <p:nvPr/>
        </p:nvSpPr>
        <p:spPr>
          <a:xfrm>
            <a:off x="202970" y="5653841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3- Recursively traverse right subtree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652D7E-53EE-0D61-6FE6-3A82E15E9539}"/>
              </a:ext>
            </a:extLst>
          </p:cNvPr>
          <p:cNvSpPr txBox="1"/>
          <p:nvPr/>
        </p:nvSpPr>
        <p:spPr>
          <a:xfrm>
            <a:off x="6964872" y="5176787"/>
            <a:ext cx="38237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Result:</a:t>
            </a:r>
          </a:p>
          <a:p>
            <a:r>
              <a:rPr lang="en-PH" sz="2500" b="1" dirty="0">
                <a:solidFill>
                  <a:schemeClr val="bg1"/>
                </a:solidFill>
              </a:rPr>
              <a:t>D -&gt; B -&gt; E -&gt; A -&gt; F -&gt; C -&gt; G</a:t>
            </a:r>
          </a:p>
        </p:txBody>
      </p:sp>
    </p:spTree>
    <p:extLst>
      <p:ext uri="{BB962C8B-B14F-4D97-AF65-F5344CB8AC3E}">
        <p14:creationId xmlns:p14="http://schemas.microsoft.com/office/powerpoint/2010/main" val="2045160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4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6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0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4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23" grpId="0" animBg="1"/>
      <p:bldP spid="23" grpId="1" animBg="1"/>
      <p:bldP spid="24" grpId="0" animBg="1"/>
      <p:bldP spid="24" grpId="1" animBg="1"/>
      <p:bldP spid="27" grpId="0"/>
      <p:bldP spid="32" grpId="0"/>
      <p:bldP spid="33" grpId="0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EE34D-F2ED-B456-2B0C-056D4948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36F233-34AC-E9B3-1092-4567DD773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D37F49-082C-829B-AA2B-04322D0E7EFD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3B5C8EE-7293-96DC-4C9D-4375A681228C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F15765B-B7BF-2626-4D99-49553BD557D0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FC4BE1F-2D48-80DD-4E61-B58006A18B35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4E718CC-6789-FCC3-8708-13DEF08AF1F2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876EEA9-6664-A914-4677-C0D8DB504CE4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C42A08E-3E80-4CBD-3697-69EAB9AC9945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A863825-5202-8D4E-31B3-C918B332EC32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5856602-266A-F5B6-7EEA-FA09DCE3601B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FB884E9-97E1-4815-49C6-B753E1E9E872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489537DF-3549-50C6-8CCA-090E4D65E85B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A4D49AE-C6A0-D480-9955-D8C56204D353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9472747-BF1F-8D8F-F6EF-178C1606DF22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295BAF-8929-621F-2018-6E3200BE4B93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72BABCC-C0D2-F1DA-4406-80542F4A5557}"/>
              </a:ext>
            </a:extLst>
          </p:cNvPr>
          <p:cNvSpPr txBox="1"/>
          <p:nvPr/>
        </p:nvSpPr>
        <p:spPr>
          <a:xfrm>
            <a:off x="4035437" y="5149359"/>
            <a:ext cx="38237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Result:</a:t>
            </a:r>
          </a:p>
          <a:p>
            <a:pPr algn="ctr"/>
            <a:r>
              <a:rPr lang="en-PH" sz="2500" b="1" dirty="0">
                <a:solidFill>
                  <a:schemeClr val="bg1"/>
                </a:solidFill>
              </a:rPr>
              <a:t>D -&gt; B -&gt; E -&gt; A -&gt; F -&gt; C -&gt; 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6AAC25-6EEB-0D32-C6CA-F444596D05CA}"/>
              </a:ext>
            </a:extLst>
          </p:cNvPr>
          <p:cNvSpPr txBox="1"/>
          <p:nvPr/>
        </p:nvSpPr>
        <p:spPr>
          <a:xfrm>
            <a:off x="2331595" y="386343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7B9C4-B414-F21C-21C1-75F0E9358C61}"/>
              </a:ext>
            </a:extLst>
          </p:cNvPr>
          <p:cNvSpPr txBox="1"/>
          <p:nvPr/>
        </p:nvSpPr>
        <p:spPr>
          <a:xfrm>
            <a:off x="3724331" y="2403822"/>
            <a:ext cx="30168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33A34-FCFD-8A76-AE80-4B871471AC6E}"/>
              </a:ext>
            </a:extLst>
          </p:cNvPr>
          <p:cNvSpPr txBox="1"/>
          <p:nvPr/>
        </p:nvSpPr>
        <p:spPr>
          <a:xfrm>
            <a:off x="5074572" y="386343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8B7DC5-14F3-5B6B-6216-D5E7640045BA}"/>
              </a:ext>
            </a:extLst>
          </p:cNvPr>
          <p:cNvSpPr txBox="1"/>
          <p:nvPr/>
        </p:nvSpPr>
        <p:spPr>
          <a:xfrm>
            <a:off x="5947326" y="13003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72BED-3EA3-57C4-04B9-8158E8C84086}"/>
              </a:ext>
            </a:extLst>
          </p:cNvPr>
          <p:cNvSpPr txBox="1"/>
          <p:nvPr/>
        </p:nvSpPr>
        <p:spPr>
          <a:xfrm>
            <a:off x="6650444" y="3861284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DC0C98-C3A2-0699-D3FB-B15FD169BBCD}"/>
              </a:ext>
            </a:extLst>
          </p:cNvPr>
          <p:cNvSpPr txBox="1"/>
          <p:nvPr/>
        </p:nvSpPr>
        <p:spPr>
          <a:xfrm>
            <a:off x="8229460" y="2403822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E97191-8468-3D61-2603-24DC45D5AED6}"/>
              </a:ext>
            </a:extLst>
          </p:cNvPr>
          <p:cNvSpPr txBox="1"/>
          <p:nvPr/>
        </p:nvSpPr>
        <p:spPr>
          <a:xfrm>
            <a:off x="9929673" y="3861284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7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8797C02-B5B6-26AE-A23E-C09266EE5062}"/>
                  </a:ext>
                </a:extLst>
              </p14:cNvPr>
              <p14:cNvContentPartPr/>
              <p14:nvPr/>
            </p14:nvContentPartPr>
            <p14:xfrm>
              <a:off x="6405120" y="3138480"/>
              <a:ext cx="360" cy="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8797C02-B5B6-26AE-A23E-C09266EE506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5760" y="312912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511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4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23" grpId="0" animBg="1"/>
      <p:bldP spid="23" grpId="1" animBg="1"/>
      <p:bldP spid="24" grpId="0" animBg="1"/>
      <p:bldP spid="24" grpId="1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94BE59-F1DD-00E9-362F-610A2397F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0552EA7-62C6-EE56-5F0F-A7ECE8C74E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Pre-Order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3DB54F4-B2E7-5B62-29DF-7FBE357EBAB9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5CD1D0-A103-5D8C-4466-E5178DAEDB61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42E4C9-B131-DF1F-1F43-60A9C5097052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FC0033A-932A-63E5-F478-4B10077AB99E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ACA8420-3E6F-2BD3-FB23-44C6E0AF4851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0808278-4C50-4545-E9B2-1D7E6C277CF4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149A3F-F8E9-73A3-0EE4-14D4233D6E3F}"/>
              </a:ext>
            </a:extLst>
          </p:cNvPr>
          <p:cNvCxnSpPr>
            <a:stCxn id="7" idx="3"/>
            <a:endCxn id="8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43A8A8-BE4E-49CE-1DED-93D96F301E33}"/>
              </a:ext>
            </a:extLst>
          </p:cNvPr>
          <p:cNvCxnSpPr>
            <a:stCxn id="8" idx="3"/>
            <a:endCxn id="10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F0EA75-D3A7-6B47-826A-F68F6B6D319C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6D4CD41-B6FD-98A9-FA43-7406000446CF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EB4E397-E2E0-A925-D4E4-00A0B37FA1FC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8FAB2A3-E6D5-991E-F84C-178ED669DC03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1C7FB3-72F7-8048-A59E-C39FCC7DC7B1}"/>
              </a:ext>
            </a:extLst>
          </p:cNvPr>
          <p:cNvCxnSpPr>
            <a:cxnSpLocks/>
            <a:stCxn id="9" idx="3"/>
            <a:endCxn id="28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ED2E727-1177-738F-BA4F-E0F3614031BF}"/>
              </a:ext>
            </a:extLst>
          </p:cNvPr>
          <p:cNvCxnSpPr>
            <a:cxnSpLocks/>
            <a:stCxn id="9" idx="5"/>
            <a:endCxn id="29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A9B0A10-047E-B6AE-6F3C-898D4ED45FC2}"/>
              </a:ext>
            </a:extLst>
          </p:cNvPr>
          <p:cNvSpPr txBox="1"/>
          <p:nvPr/>
        </p:nvSpPr>
        <p:spPr>
          <a:xfrm>
            <a:off x="609600" y="5535179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B0F0"/>
                </a:solidFill>
              </a:rPr>
              <a:t>Pre-order traversal</a:t>
            </a:r>
            <a:r>
              <a:rPr lang="en-US" sz="2800" dirty="0">
                <a:solidFill>
                  <a:schemeClr val="bg1"/>
                </a:solidFill>
              </a:rPr>
              <a:t>: Visit the root node first, then the left subtree and lastly the right subtree.</a:t>
            </a:r>
          </a:p>
        </p:txBody>
      </p:sp>
    </p:spTree>
    <p:extLst>
      <p:ext uri="{BB962C8B-B14F-4D97-AF65-F5344CB8AC3E}">
        <p14:creationId xmlns:p14="http://schemas.microsoft.com/office/powerpoint/2010/main" val="291777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2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28" grpId="0" animBg="1"/>
      <p:bldP spid="28" grpId="1" animBg="1"/>
      <p:bldP spid="29" grpId="0" animBg="1"/>
      <p:bldP spid="2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97BF1-5315-574D-6F00-2C089C9A3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512B3FA-EDC2-A08D-A1D1-4DEF215D6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Pre-Order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92BA47F-3CCC-2345-CA72-0EBA3EC08D5D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47457B-86F3-BD31-DF2F-E90EAF524AD4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5CD6F05-022D-C3F7-6C0D-191241C784F0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BB089C-C525-AEA6-F14C-5BC03A9BFDF0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7DC7FC-3FFF-1F5C-56CC-6C7E2CE8733A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1220A2-6A7C-556E-C619-D42C258B9117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60ED90C-1989-5A3A-BD80-EB8E2E071426}"/>
              </a:ext>
            </a:extLst>
          </p:cNvPr>
          <p:cNvCxnSpPr>
            <a:stCxn id="7" idx="3"/>
            <a:endCxn id="8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491266-45B9-E491-CE82-12BC5DFF4F1A}"/>
              </a:ext>
            </a:extLst>
          </p:cNvPr>
          <p:cNvCxnSpPr>
            <a:stCxn id="8" idx="3"/>
            <a:endCxn id="10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21E6CD-7B6F-C324-5341-1049000E95D8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B3330C8-F36D-F497-4547-D5A7C1D7D503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C17E4DE-C0C6-356E-F086-9D92B5DF6D62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5E0A26E-4C96-A727-2F44-5D5A3610A2A4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F81F66-FCF3-E958-63F3-319202836D25}"/>
              </a:ext>
            </a:extLst>
          </p:cNvPr>
          <p:cNvCxnSpPr>
            <a:cxnSpLocks/>
            <a:stCxn id="9" idx="3"/>
            <a:endCxn id="28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A4E9F6F-1826-3B45-F259-89A66F5B0C06}"/>
              </a:ext>
            </a:extLst>
          </p:cNvPr>
          <p:cNvCxnSpPr>
            <a:cxnSpLocks/>
            <a:stCxn id="9" idx="5"/>
            <a:endCxn id="29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A330F09-FDB9-18F3-D114-CCF2B180D67D}"/>
              </a:ext>
            </a:extLst>
          </p:cNvPr>
          <p:cNvSpPr txBox="1"/>
          <p:nvPr/>
        </p:nvSpPr>
        <p:spPr>
          <a:xfrm>
            <a:off x="202970" y="4942448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1- Visit the root node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F8653D-9974-C529-5219-67E9B142AC27}"/>
              </a:ext>
            </a:extLst>
          </p:cNvPr>
          <p:cNvSpPr txBox="1"/>
          <p:nvPr/>
        </p:nvSpPr>
        <p:spPr>
          <a:xfrm>
            <a:off x="214283" y="5311780"/>
            <a:ext cx="5975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chemeClr val="bg1"/>
                </a:solidFill>
                <a:effectLst/>
              </a:rPr>
              <a:t>Step 2- </a:t>
            </a:r>
            <a:r>
              <a:rPr lang="en-US" b="1" dirty="0">
                <a:solidFill>
                  <a:schemeClr val="bg1"/>
                </a:solidFill>
              </a:rPr>
              <a:t>Recursively traverse the left subtree</a:t>
            </a:r>
            <a:endParaRPr lang="en-US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AF7AEF-19F0-3404-C0DF-4E87C5D080C1}"/>
              </a:ext>
            </a:extLst>
          </p:cNvPr>
          <p:cNvSpPr txBox="1"/>
          <p:nvPr/>
        </p:nvSpPr>
        <p:spPr>
          <a:xfrm>
            <a:off x="202970" y="5653841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3- Recursively traverse right subtree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3CAFCA-D1E5-6FB6-A6B3-C42946E64B01}"/>
              </a:ext>
            </a:extLst>
          </p:cNvPr>
          <p:cNvSpPr txBox="1"/>
          <p:nvPr/>
        </p:nvSpPr>
        <p:spPr>
          <a:xfrm>
            <a:off x="6964872" y="5176787"/>
            <a:ext cx="38745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Result:</a:t>
            </a:r>
          </a:p>
          <a:p>
            <a:r>
              <a:rPr lang="en-PH" sz="2500" b="1" dirty="0">
                <a:solidFill>
                  <a:srgbClr val="FF0000"/>
                </a:solidFill>
              </a:rPr>
              <a:t>A -&gt; B -&gt; D -&gt; E -&gt; C -&gt; F -&gt; G</a:t>
            </a:r>
          </a:p>
        </p:txBody>
      </p:sp>
    </p:spTree>
    <p:extLst>
      <p:ext uri="{BB962C8B-B14F-4D97-AF65-F5344CB8AC3E}">
        <p14:creationId xmlns:p14="http://schemas.microsoft.com/office/powerpoint/2010/main" val="4077822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6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9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0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28" grpId="0" animBg="1"/>
      <p:bldP spid="28" grpId="1" animBg="1"/>
      <p:bldP spid="29" grpId="0" animBg="1"/>
      <p:bldP spid="29" grpId="1" animBg="1"/>
      <p:bldP spid="35" grpId="0"/>
      <p:bldP spid="36" grpId="0"/>
      <p:bldP spid="37" grpId="0"/>
      <p:bldP spid="3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0A56A-B6B2-22D7-D66B-8F902962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25C69FC-4CE8-EF20-3E77-BC77E7E0C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Pre-Order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76850F-6882-24D2-6E2F-452803AC205B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657D81B-BF3B-F9B4-8A84-6D410E5B8E2D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7704B8-19BE-9045-4245-C08015F04FC4}"/>
              </a:ext>
            </a:extLst>
          </p:cNvPr>
          <p:cNvSpPr txBox="1"/>
          <p:nvPr/>
        </p:nvSpPr>
        <p:spPr>
          <a:xfrm>
            <a:off x="4035437" y="5149359"/>
            <a:ext cx="38237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Result:</a:t>
            </a:r>
          </a:p>
          <a:p>
            <a:pPr algn="ctr"/>
            <a:r>
              <a:rPr lang="en-PH" sz="2500" b="1" dirty="0">
                <a:solidFill>
                  <a:schemeClr val="bg1"/>
                </a:solidFill>
              </a:rPr>
              <a:t>A -&gt; B -&gt; D -&gt; E -&gt; C -&gt; F -&gt; 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7B96E-D14C-84BB-C12E-CCCA65B84364}"/>
              </a:ext>
            </a:extLst>
          </p:cNvPr>
          <p:cNvSpPr txBox="1"/>
          <p:nvPr/>
        </p:nvSpPr>
        <p:spPr>
          <a:xfrm>
            <a:off x="5894357" y="1294584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0CEC52-59F2-7738-6C3D-F6BC2A444B0E}"/>
              </a:ext>
            </a:extLst>
          </p:cNvPr>
          <p:cNvSpPr txBox="1"/>
          <p:nvPr/>
        </p:nvSpPr>
        <p:spPr>
          <a:xfrm>
            <a:off x="3671362" y="232607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6925D0-CFCD-37A2-6A20-17AE792BFCB8}"/>
              </a:ext>
            </a:extLst>
          </p:cNvPr>
          <p:cNvSpPr txBox="1"/>
          <p:nvPr/>
        </p:nvSpPr>
        <p:spPr>
          <a:xfrm>
            <a:off x="2188043" y="3894903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8B98D7-DABF-899E-0B9E-8A408FA4C0A2}"/>
              </a:ext>
            </a:extLst>
          </p:cNvPr>
          <p:cNvSpPr txBox="1"/>
          <p:nvPr/>
        </p:nvSpPr>
        <p:spPr>
          <a:xfrm>
            <a:off x="5062767" y="3894903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2E6F91-7433-8CE5-3B60-1FFFACBAD9FA}"/>
              </a:ext>
            </a:extLst>
          </p:cNvPr>
          <p:cNvSpPr txBox="1"/>
          <p:nvPr/>
        </p:nvSpPr>
        <p:spPr>
          <a:xfrm>
            <a:off x="8176491" y="238252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F8C617-536F-8FD3-0223-FB436395EF54}"/>
              </a:ext>
            </a:extLst>
          </p:cNvPr>
          <p:cNvSpPr txBox="1"/>
          <p:nvPr/>
        </p:nvSpPr>
        <p:spPr>
          <a:xfrm>
            <a:off x="6557016" y="3900999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33AEC6-8ED6-0E98-5127-B8AB45DD88CD}"/>
              </a:ext>
            </a:extLst>
          </p:cNvPr>
          <p:cNvSpPr txBox="1"/>
          <p:nvPr/>
        </p:nvSpPr>
        <p:spPr>
          <a:xfrm>
            <a:off x="9818341" y="3894903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292CC0F-DE05-C2A9-046B-EE8C24BF47C0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A30EF1A-EB1A-E3DB-85C2-37F64622801D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26038C8-DBDC-65EC-8044-FB962505A142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B6FD873-959B-BA69-F318-F7778350404D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43090A-7633-0207-81E6-538F6C782CF4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3022006-B8B5-9851-2BA7-B0680356F039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004A118-C6C4-6EE4-1135-89806FAA5975}"/>
              </a:ext>
            </a:extLst>
          </p:cNvPr>
          <p:cNvCxnSpPr>
            <a:stCxn id="7" idx="3"/>
            <a:endCxn id="8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468F5F-D941-2C90-C03D-B71F17E09B00}"/>
              </a:ext>
            </a:extLst>
          </p:cNvPr>
          <p:cNvCxnSpPr>
            <a:stCxn id="8" idx="3"/>
            <a:endCxn id="10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5523B78-5D45-3F83-908E-6A73F98079B3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EC978D-9B43-DF76-1F61-F0EA478395DB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1B37CEBE-8606-29CD-385F-33892E5AD09D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6AC4413-1B52-2E0C-BDF9-C90591FB0208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1F7BE7F-FDB5-4948-037D-15426D3C17BD}"/>
              </a:ext>
            </a:extLst>
          </p:cNvPr>
          <p:cNvCxnSpPr>
            <a:cxnSpLocks/>
            <a:stCxn id="9" idx="3"/>
            <a:endCxn id="35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93566B-718F-4A7F-7D4D-34DC20542963}"/>
              </a:ext>
            </a:extLst>
          </p:cNvPr>
          <p:cNvCxnSpPr>
            <a:cxnSpLocks/>
            <a:stCxn id="9" idx="5"/>
            <a:endCxn id="36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476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4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8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4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7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0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0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34" grpId="0"/>
      <p:bldP spid="7" grpId="0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B15F8-7659-C2A3-9382-94C4CDD8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0BAD0C-B2A5-D9C9-F6BE-1DE8C82D9F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Post-Order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B0FD1B7-A5F6-BB39-E11F-AEAA7A3E47F8}"/>
              </a:ext>
            </a:extLst>
          </p:cNvPr>
          <p:cNvSpPr txBox="1"/>
          <p:nvPr/>
        </p:nvSpPr>
        <p:spPr>
          <a:xfrm>
            <a:off x="609600" y="5535179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0B0F0"/>
                </a:solidFill>
              </a:rPr>
              <a:t>Post-order traversal</a:t>
            </a:r>
            <a:r>
              <a:rPr lang="en-US" sz="2800" dirty="0">
                <a:solidFill>
                  <a:schemeClr val="bg1"/>
                </a:solidFill>
              </a:rPr>
              <a:t>: Visit the left subtree first then the right subtree and finally the root node.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B3A7E-29B6-BF40-1D5F-28A58313DC4A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E7A9AA4-2619-5250-2E80-2674DA3C3F7F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CE5B3E-38E2-01B4-976B-3FE65E08FFD1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109F674-CEC1-83E1-0673-E730DF175D28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729C496-A484-60E5-274B-932874F8F2C5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FD61A2D-B2A1-0B03-81C3-56CBD6853701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C5546C-8A66-2F4F-8AA0-4DF8938E9199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1BDDAB9-9B20-BD70-D6B1-9C810FA71EF5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31F96C-7CDF-FEF5-1D88-7F1FF6A87CC4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A43EFA-A51C-A3AB-D6D7-1DEFBAB03854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A0F31A02-9E8E-2F31-E8DB-7CA22A2426C1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6A2E875-E10D-685B-65F1-0FE49F92AC17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D1C08B-1546-AC44-2778-D94D0E7B8752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E51382A-60F5-2BEC-CD5B-AD1A4E2A33F5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924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4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23" grpId="0" animBg="1"/>
      <p:bldP spid="23" grpId="1" animBg="1"/>
      <p:bldP spid="24" grpId="0" animBg="1"/>
      <p:bldP spid="24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83CCD-0611-A712-48FB-DAB3A9322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8E5622-45CB-0C53-9C96-D03DDE56F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Post-Order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D98A5C-A280-29B2-7B43-634C093441A1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F11EC4-3EDB-1315-F858-C4D3CA862903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E0DEB3F-DC58-5F8F-8C7B-2A5F1D1F3424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22B2809-CC0A-F806-7385-5EE84C4AB183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9D5298F-DBAA-36D6-B0F8-0FC259F9A33E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4546F8E-07FE-9982-8A75-258B3B861A52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2E68DD-E091-9ECF-410B-CA5435E54B13}"/>
              </a:ext>
            </a:extLst>
          </p:cNvPr>
          <p:cNvCxnSpPr>
            <a:stCxn id="3" idx="3"/>
            <a:endCxn id="4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7EEE1EE-C799-5894-2DDA-6BEE19B840A8}"/>
              </a:ext>
            </a:extLst>
          </p:cNvPr>
          <p:cNvCxnSpPr>
            <a:stCxn id="4" idx="3"/>
            <a:endCxn id="17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1AA56AF-3725-D2CB-63CD-A9ABE3BB78CE}"/>
              </a:ext>
            </a:extLst>
          </p:cNvPr>
          <p:cNvCxnSpPr>
            <a:cxnSpLocks/>
            <a:stCxn id="3" idx="5"/>
            <a:endCxn id="16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2D26013-ED44-0C53-8795-1D3EC1EB2BE1}"/>
              </a:ext>
            </a:extLst>
          </p:cNvPr>
          <p:cNvCxnSpPr>
            <a:cxnSpLocks/>
            <a:stCxn id="4" idx="5"/>
            <a:endCxn id="18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C1ED123-BCFE-E48E-34D7-17D12478C2E8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1BAC1E-39C3-47E9-70F5-E4761B097A6A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3BA2AE-ABAC-E00B-4570-C6EBDA3D511F}"/>
              </a:ext>
            </a:extLst>
          </p:cNvPr>
          <p:cNvCxnSpPr>
            <a:cxnSpLocks/>
            <a:stCxn id="16" idx="3"/>
            <a:endCxn id="23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4F7A369-BB81-CFE3-8B1F-E7AD23DDCE35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9A0BB98-D34F-3B79-0860-6A16A29CE320}"/>
              </a:ext>
            </a:extLst>
          </p:cNvPr>
          <p:cNvSpPr txBox="1"/>
          <p:nvPr/>
        </p:nvSpPr>
        <p:spPr>
          <a:xfrm>
            <a:off x="202970" y="4942448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chemeClr val="bg1"/>
                </a:solidFill>
                <a:effectLst/>
              </a:rPr>
              <a:t>Step 1- </a:t>
            </a:r>
            <a:r>
              <a:rPr lang="en-US" b="1" dirty="0">
                <a:solidFill>
                  <a:schemeClr val="bg1"/>
                </a:solidFill>
              </a:rPr>
              <a:t>Recursively traverse the left subtree</a:t>
            </a:r>
            <a:endParaRPr lang="en-US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6795B-1296-EB6C-5B7E-074EE2688489}"/>
              </a:ext>
            </a:extLst>
          </p:cNvPr>
          <p:cNvSpPr txBox="1"/>
          <p:nvPr/>
        </p:nvSpPr>
        <p:spPr>
          <a:xfrm>
            <a:off x="214283" y="5311780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chemeClr val="bg1"/>
                </a:solidFill>
                <a:effectLst/>
              </a:rPr>
              <a:t>Step 2- </a:t>
            </a:r>
            <a:r>
              <a:rPr lang="en-US" b="1" dirty="0">
                <a:solidFill>
                  <a:schemeClr val="bg1"/>
                </a:solidFill>
              </a:rPr>
              <a:t>Recursively traverse right subtree</a:t>
            </a:r>
            <a:endParaRPr lang="en-US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98A13F-D1BC-B53F-F9ED-27D5154BEA2F}"/>
              </a:ext>
            </a:extLst>
          </p:cNvPr>
          <p:cNvSpPr txBox="1"/>
          <p:nvPr/>
        </p:nvSpPr>
        <p:spPr>
          <a:xfrm>
            <a:off x="202970" y="5653841"/>
            <a:ext cx="4666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chemeClr val="bg1"/>
                </a:solidFill>
                <a:effectLst/>
              </a:rPr>
              <a:t>Step 3- </a:t>
            </a:r>
            <a:r>
              <a:rPr lang="en-US" b="1" dirty="0">
                <a:solidFill>
                  <a:schemeClr val="bg1"/>
                </a:solidFill>
              </a:rPr>
              <a:t>Visit the root node</a:t>
            </a:r>
            <a:endParaRPr lang="en-US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D6E930-4819-0EB4-D001-252AB886C0A7}"/>
              </a:ext>
            </a:extLst>
          </p:cNvPr>
          <p:cNvSpPr txBox="1"/>
          <p:nvPr/>
        </p:nvSpPr>
        <p:spPr>
          <a:xfrm>
            <a:off x="6964872" y="5176787"/>
            <a:ext cx="38745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Result:</a:t>
            </a:r>
          </a:p>
          <a:p>
            <a:r>
              <a:rPr lang="en-PH" sz="2500" b="1" dirty="0">
                <a:solidFill>
                  <a:srgbClr val="FF0000"/>
                </a:solidFill>
              </a:rPr>
              <a:t>D -&gt; E-&gt; B -&gt; F -&gt; G -&gt; C -&gt; A</a:t>
            </a:r>
          </a:p>
        </p:txBody>
      </p:sp>
    </p:spTree>
    <p:extLst>
      <p:ext uri="{BB962C8B-B14F-4D97-AF65-F5344CB8AC3E}">
        <p14:creationId xmlns:p14="http://schemas.microsoft.com/office/powerpoint/2010/main" val="49317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0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0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4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23" grpId="0" animBg="1"/>
      <p:bldP spid="23" grpId="1" animBg="1"/>
      <p:bldP spid="24" grpId="0" animBg="1"/>
      <p:bldP spid="24" grpId="1" animBg="1"/>
      <p:bldP spid="27" grpId="0"/>
      <p:bldP spid="32" grpId="0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ED81C-225F-0819-915C-395E5300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B346CC4-60E6-2BFE-2497-FF83BA17D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Post-Order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F6B9F3-1685-A3E8-17AE-E3498BA24648}"/>
              </a:ext>
            </a:extLst>
          </p:cNvPr>
          <p:cNvSpPr txBox="1"/>
          <p:nvPr/>
        </p:nvSpPr>
        <p:spPr>
          <a:xfrm>
            <a:off x="4035437" y="5149359"/>
            <a:ext cx="382377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Result:</a:t>
            </a:r>
          </a:p>
          <a:p>
            <a:pPr algn="ctr"/>
            <a:r>
              <a:rPr lang="en-PH" sz="2500" b="1" dirty="0">
                <a:solidFill>
                  <a:schemeClr val="bg1"/>
                </a:solidFill>
              </a:rPr>
              <a:t>D -&gt; E-&gt; B -&gt; F -&gt; G -&gt; C -&gt; A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F4FF0F9-1A67-C745-1453-A0CE5A57B24D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58FFCF2-7265-EC28-657D-E2ED42125DBE}"/>
              </a:ext>
            </a:extLst>
          </p:cNvPr>
          <p:cNvSpPr/>
          <p:nvPr/>
        </p:nvSpPr>
        <p:spPr>
          <a:xfrm>
            <a:off x="5734137" y="170864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0C16232-A255-52D9-E5FF-EEC7FFFDE91A}"/>
              </a:ext>
            </a:extLst>
          </p:cNvPr>
          <p:cNvSpPr/>
          <p:nvPr/>
        </p:nvSpPr>
        <p:spPr>
          <a:xfrm>
            <a:off x="3511142" y="2786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B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A6341B5-0CCE-01E7-EBC2-F95D43964ED6}"/>
              </a:ext>
            </a:extLst>
          </p:cNvPr>
          <p:cNvSpPr/>
          <p:nvPr/>
        </p:nvSpPr>
        <p:spPr>
          <a:xfrm>
            <a:off x="8016271" y="2799442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C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CF7D9B2-50EF-C3F3-DEE5-BBA6636313D4}"/>
              </a:ext>
            </a:extLst>
          </p:cNvPr>
          <p:cNvSpPr/>
          <p:nvPr/>
        </p:nvSpPr>
        <p:spPr>
          <a:xfrm>
            <a:off x="2635444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D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65C55B1-B73C-2ABB-7D26-3F11819D0A14}"/>
              </a:ext>
            </a:extLst>
          </p:cNvPr>
          <p:cNvSpPr/>
          <p:nvPr/>
        </p:nvSpPr>
        <p:spPr>
          <a:xfrm>
            <a:off x="4386840" y="376760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6F17FEC-5203-C7C2-11D4-059056460818}"/>
              </a:ext>
            </a:extLst>
          </p:cNvPr>
          <p:cNvCxnSpPr>
            <a:stCxn id="14" idx="3"/>
            <a:endCxn id="15" idx="7"/>
          </p:cNvCxnSpPr>
          <p:nvPr/>
        </p:nvCxnSpPr>
        <p:spPr>
          <a:xfrm flipH="1">
            <a:off x="4125700" y="2323199"/>
            <a:ext cx="1713879" cy="56845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790B755-C89C-E9B0-34D3-84F738A5CA9F}"/>
              </a:ext>
            </a:extLst>
          </p:cNvPr>
          <p:cNvCxnSpPr>
            <a:stCxn id="15" idx="3"/>
            <a:endCxn id="28" idx="7"/>
          </p:cNvCxnSpPr>
          <p:nvPr/>
        </p:nvCxnSpPr>
        <p:spPr>
          <a:xfrm flipH="1">
            <a:off x="3250002" y="3400772"/>
            <a:ext cx="366582" cy="47108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E138CDB-95C9-2701-DE60-036891D0F8CB}"/>
              </a:ext>
            </a:extLst>
          </p:cNvPr>
          <p:cNvCxnSpPr>
            <a:cxnSpLocks/>
            <a:stCxn id="14" idx="5"/>
            <a:endCxn id="27" idx="1"/>
          </p:cNvCxnSpPr>
          <p:nvPr/>
        </p:nvCxnSpPr>
        <p:spPr>
          <a:xfrm>
            <a:off x="6348695" y="2323199"/>
            <a:ext cx="1773018" cy="58168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319691-EE24-EC5B-CA20-BEF699780343}"/>
              </a:ext>
            </a:extLst>
          </p:cNvPr>
          <p:cNvCxnSpPr>
            <a:cxnSpLocks/>
            <a:stCxn id="15" idx="5"/>
            <a:endCxn id="29" idx="1"/>
          </p:cNvCxnSpPr>
          <p:nvPr/>
        </p:nvCxnSpPr>
        <p:spPr>
          <a:xfrm>
            <a:off x="4125700" y="3400772"/>
            <a:ext cx="366582" cy="47227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D9E6B44C-8344-10F1-7102-EFAA3570FACE}"/>
              </a:ext>
            </a:extLst>
          </p:cNvPr>
          <p:cNvSpPr/>
          <p:nvPr/>
        </p:nvSpPr>
        <p:spPr>
          <a:xfrm>
            <a:off x="6912503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F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CEEA3E5-5173-ACD9-CBFC-F3250E578A87}"/>
              </a:ext>
            </a:extLst>
          </p:cNvPr>
          <p:cNvSpPr/>
          <p:nvPr/>
        </p:nvSpPr>
        <p:spPr>
          <a:xfrm>
            <a:off x="9140405" y="376641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4000" b="1" dirty="0"/>
              <a:t>G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15B097D-D5BE-5995-0773-81DC0E8233E9}"/>
              </a:ext>
            </a:extLst>
          </p:cNvPr>
          <p:cNvCxnSpPr>
            <a:cxnSpLocks/>
            <a:stCxn id="27" idx="3"/>
            <a:endCxn id="35" idx="7"/>
          </p:cNvCxnSpPr>
          <p:nvPr/>
        </p:nvCxnSpPr>
        <p:spPr>
          <a:xfrm flipH="1">
            <a:off x="7527061" y="3414000"/>
            <a:ext cx="594652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D46A6-A2D4-EACF-ABE8-8B255082CBDB}"/>
              </a:ext>
            </a:extLst>
          </p:cNvPr>
          <p:cNvCxnSpPr>
            <a:cxnSpLocks/>
            <a:stCxn id="27" idx="5"/>
            <a:endCxn id="36" idx="1"/>
          </p:cNvCxnSpPr>
          <p:nvPr/>
        </p:nvCxnSpPr>
        <p:spPr>
          <a:xfrm>
            <a:off x="8630829" y="3414000"/>
            <a:ext cx="615018" cy="45786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513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9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14" grpId="0" animBg="1"/>
      <p:bldP spid="15" grpId="0" animBg="1"/>
      <p:bldP spid="15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5" grpId="0" animBg="1"/>
      <p:bldP spid="35" grpId="1" animBg="1"/>
      <p:bldP spid="36" grpId="0" animBg="1"/>
      <p:bldP spid="36" grpId="1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1500</TotalTime>
  <Words>328</Words>
  <Application>Microsoft Macintosh PowerPoint</Application>
  <PresentationFormat>Widescreen</PresentationFormat>
  <Paragraphs>240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Traversal</vt:lpstr>
      <vt:lpstr>In-Order Traversal</vt:lpstr>
      <vt:lpstr>In-Order Traversal</vt:lpstr>
      <vt:lpstr>In-Order Traversal</vt:lpstr>
      <vt:lpstr>Pre-Order Traversal</vt:lpstr>
      <vt:lpstr>Pre-Order Traversal</vt:lpstr>
      <vt:lpstr>Pre-Order Traversal</vt:lpstr>
      <vt:lpstr>Post-Order Traversal</vt:lpstr>
      <vt:lpstr>Post-Order Traversal</vt:lpstr>
      <vt:lpstr>Post-Order Traversal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175</cp:revision>
  <dcterms:created xsi:type="dcterms:W3CDTF">2022-05-11T03:47:05Z</dcterms:created>
  <dcterms:modified xsi:type="dcterms:W3CDTF">2026-06-22T06:39:34Z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