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293" r:id="rId5"/>
    <p:sldId id="338" r:id="rId6"/>
    <p:sldId id="339" r:id="rId7"/>
    <p:sldId id="340" r:id="rId8"/>
    <p:sldId id="341" r:id="rId9"/>
    <p:sldId id="342" r:id="rId10"/>
    <p:sldId id="344" r:id="rId11"/>
    <p:sldId id="343" r:id="rId12"/>
    <p:sldId id="34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AAAAA"/>
    <a:srgbClr val="6AB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5FF2ED-5567-445A-B3E0-3393544B04A6}" v="675" dt="2022-05-11T04:00:20.3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49" autoAdjust="0"/>
    <p:restoredTop sz="93653" autoAdjust="0"/>
  </p:normalViewPr>
  <p:slideViewPr>
    <p:cSldViewPr snapToGrid="0">
      <p:cViewPr varScale="1">
        <p:scale>
          <a:sx n="149" d="100"/>
          <a:sy n="149" d="100"/>
        </p:scale>
        <p:origin x="2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6E1FD-E7A0-497B-BBC0-740BAAC97C64}" type="datetimeFigureOut">
              <a:rPr lang="en-PH" smtClean="0"/>
              <a:t>6/22/26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90CCE9-4AAE-4E1F-85AD-521A406D652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59855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474573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9B320-CF61-88FD-04D7-BB0F16168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3AEFBD-C61E-801F-4C96-F16CDD52FA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7C5696-14BB-2363-94C5-A36E8F23E3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07AA76-2083-3B1A-5D08-F9244CE7F0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514127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44E03-9265-2E3B-1032-F916078BE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931B91-6CA8-8BCB-BD84-34ADD53411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0FF0BD-CAFF-214F-935D-1AB23928C2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DB49CC-8AF3-8265-E72F-04F9E716C0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94600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2DBD1-142A-FA94-47E8-68AFCB614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19B61D-3CBA-BC0D-5EB3-088A523A28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02B3ED-365C-670F-D7D5-3CB63CA47E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DF8DB8-FFFC-BF5C-B675-1EF2571008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975797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05CD1-37DF-6A94-D06D-CA3FA2A20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621304-1322-53E9-0FC0-A25CFB53C2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8F762F-F706-4B95-59D1-CA5FC84C3E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C8A17C-0EB5-60D0-FF9C-29FE3DF2DA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658758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CEA21-7D58-7067-D506-E206DD854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0D1C84-20FA-A122-B920-0A4B356FB6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D540EB-352B-D112-998B-84A21AB36C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590CB9-9CF1-8DDD-0A49-12436E9FAD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023480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60746-CDF6-497C-C206-A282EACE2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815411-7E7F-0040-8F1E-63C4AF2102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19E8C4-2FA0-050C-3191-C5F248C52A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EAA021-8986-1871-7B92-E210CB0445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629744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DF714-90AE-6A7E-AC42-E8557E46A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FE9AE8-1C0A-38DE-2FA4-714AEA7ABE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FAB911-4DA7-43FA-DB84-738F997F2F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2FC19C-0F19-1137-6DF6-00F06C4F93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713659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63C25-5AC0-2C96-12FE-0AB6CCA09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3FA018-3CB1-CEC0-510B-AF1FB82496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A9C118-B8D0-9230-D670-F64672F7E5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305A34-A8BE-14B9-C7CD-6FDDEC1715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22062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B1E6E-2408-484E-8979-2DB96F2F8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7B426-68B8-4CB7-871C-5CC84E86C6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52935-9451-4839-96FB-E9A8FCCD6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6/22/26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8F784-7AF5-4560-BEFA-8C8096530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98F6B-191E-4E4B-BE34-C76137125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31934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87643-F5D7-48E2-ADAB-95C74CECF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FC6CC-B49B-452C-8E9C-808488E73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BF4EE-800F-479B-9D99-FD0B990C4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6/22/26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3E0ED-BABB-43F4-8ACF-6AB1C583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6B210-80B8-4EC4-A5DD-626DF335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89668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20E17-7239-452C-8B6C-2DE99BB75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621D8-37ED-476B-884F-26990A946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FE869-1B16-425A-9EFF-D1D147E64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6/22/26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7772C-84B9-4CA4-BC65-3D41F9D33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6E878-86EF-4ABF-A7AD-65B43A873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12625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D03AF-7534-49E0-B0A2-F0403B159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63158-1F78-4261-99A0-55F573DD04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B12B8E-1661-462B-A00C-FE1078E5F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6763DF-E084-447E-A488-9F9D328A9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6/22/26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6663E-C0B8-407A-9C08-AD7A14CDF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444692-F2BB-4F15-9AC6-1D337C5F6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52483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24591-52D4-4A6A-81FF-CF9B69DD3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74561-7712-4BE5-B42C-1DF224123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6369D-C1D0-4A4F-85B0-DC21BD7E9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D26301-7EFA-4E2D-8E37-01989EDE45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68D5A3-0863-4C19-8CDF-E5F6380092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1BD46F-0A9D-4A21-A809-A8A4915A7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6/22/26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B3FE40-3AE1-4501-BD99-5BB30AA8E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9DB7BF-E7E2-4599-93C1-314862B49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95543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BA4B7-5BD0-45CE-A3AB-0BDAEBCB2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317F3A-B35D-4332-A083-A8EA82A8C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6/22/26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D1BAA-3C55-422C-9DDB-C8FA2466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545CCC-0421-4BC8-A428-7D6891975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61049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A8D164-8317-4375-AC20-4E5ECFBC8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6/22/26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E65B31-8161-47C0-B8D2-02FC9D063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A5A49-C1DE-4043-9C4E-CA88B7D93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4507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41128-45F1-4E37-A76C-48135B4B5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6B574-F2D0-4A1E-971A-951AD113F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4A9BF5-4AAF-46A8-9307-3E49D1DC7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84D477-7EF0-4092-A585-C8B452D86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6/22/26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2B03C4-61D6-4E97-BF6A-97F683277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C0268-0C31-4494-872A-FF14572B0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44569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1858D-F4CE-4847-9F4E-96911B726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12DC33-E4BE-4D59-8A3E-E5C8C7FEA8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662A18-4E8B-44E0-95B0-48E49B06BB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83A010-3289-4BEF-9BA6-B9291ECCA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6/22/26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1841C-B8D0-4564-AB48-104684286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FD835-28F9-4C9B-8DEF-1C8AF7C19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69181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C9526-6B4B-4B7C-836C-CA5ECFEE1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D3F895-13B7-4F09-8F2B-7C7B281BDC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D4FF3-605C-448B-ABE0-7A159B7B3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6/22/26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10917-6EAA-48EE-AE32-E15F33FCA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51C44-2EAE-49AE-A864-682DEB3D8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69415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CFD600-C7E3-42EE-9735-2FE3EDE77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80727-2711-434B-AEFB-9E214673E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47950-A376-49E5-A09E-DEAA9AD59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6/22/26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8641F-5631-4BB0-94A8-CB1A2D78F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56033-BC76-47F3-AA32-F159420DF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68849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E2D0B8-307D-483C-BA2C-9A8A459E4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75D10E-5C2B-4972-BF7B-F95754607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C434A-E16E-4577-B5A4-C633EF521A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CF0B81-6BD8-4C65-9459-815598C5F1F4}" type="datetimeFigureOut">
              <a:rPr lang="en-PH" smtClean="0"/>
              <a:t>6/22/26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472F3-C75B-4412-A75D-AF542B82AF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A6DE4-6572-40B4-8CEF-D76FDC9FDC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86813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359A545-5E0C-E6E5-274C-D470E99B10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sz="6000" b="1" i="0" dirty="0">
                <a:solidFill>
                  <a:srgbClr val="00B050"/>
                </a:solidFill>
                <a:effectLst/>
              </a:rPr>
              <a:t>In-Order Traversal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E349CB-9386-958B-9EC8-EC927981DCD9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73C6AEB-ECFC-B437-6C0B-1B52FA25B047}"/>
              </a:ext>
            </a:extLst>
          </p:cNvPr>
          <p:cNvSpPr/>
          <p:nvPr/>
        </p:nvSpPr>
        <p:spPr>
          <a:xfrm>
            <a:off x="5734137" y="1708641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A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2F5BAE8-6630-FACB-C184-CE3090491417}"/>
              </a:ext>
            </a:extLst>
          </p:cNvPr>
          <p:cNvSpPr/>
          <p:nvPr/>
        </p:nvSpPr>
        <p:spPr>
          <a:xfrm>
            <a:off x="3511142" y="2786214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B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9D1FDA8-3A17-23C2-5919-26BE13071816}"/>
              </a:ext>
            </a:extLst>
          </p:cNvPr>
          <p:cNvSpPr/>
          <p:nvPr/>
        </p:nvSpPr>
        <p:spPr>
          <a:xfrm>
            <a:off x="8016271" y="2799442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C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B28FDEE-E447-B622-03C2-670260A5FEA3}"/>
              </a:ext>
            </a:extLst>
          </p:cNvPr>
          <p:cNvSpPr/>
          <p:nvPr/>
        </p:nvSpPr>
        <p:spPr>
          <a:xfrm>
            <a:off x="2635444" y="3766418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D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D92813C-DFFE-A739-E884-11B02E5BBAB6}"/>
              </a:ext>
            </a:extLst>
          </p:cNvPr>
          <p:cNvSpPr/>
          <p:nvPr/>
        </p:nvSpPr>
        <p:spPr>
          <a:xfrm>
            <a:off x="4386840" y="3767604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3DCC406-8E76-6175-8AC0-B922E2D78F3F}"/>
              </a:ext>
            </a:extLst>
          </p:cNvPr>
          <p:cNvCxnSpPr>
            <a:stCxn id="3" idx="3"/>
            <a:endCxn id="4" idx="7"/>
          </p:cNvCxnSpPr>
          <p:nvPr/>
        </p:nvCxnSpPr>
        <p:spPr>
          <a:xfrm flipH="1">
            <a:off x="4125700" y="2323199"/>
            <a:ext cx="1713879" cy="56845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F30DB4B-AEEA-2FD9-FE78-FFCF31F21FEE}"/>
              </a:ext>
            </a:extLst>
          </p:cNvPr>
          <p:cNvCxnSpPr>
            <a:stCxn id="4" idx="3"/>
            <a:endCxn id="17" idx="7"/>
          </p:cNvCxnSpPr>
          <p:nvPr/>
        </p:nvCxnSpPr>
        <p:spPr>
          <a:xfrm flipH="1">
            <a:off x="3250002" y="3400772"/>
            <a:ext cx="366582" cy="471088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CF02E0C-1443-FF20-2A61-E1CE5439BFAF}"/>
              </a:ext>
            </a:extLst>
          </p:cNvPr>
          <p:cNvCxnSpPr>
            <a:cxnSpLocks/>
            <a:stCxn id="3" idx="5"/>
            <a:endCxn id="16" idx="1"/>
          </p:cNvCxnSpPr>
          <p:nvPr/>
        </p:nvCxnSpPr>
        <p:spPr>
          <a:xfrm>
            <a:off x="6348695" y="2323199"/>
            <a:ext cx="1773018" cy="581685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CD4A11D-D2AF-848D-83A0-1503DF098B6B}"/>
              </a:ext>
            </a:extLst>
          </p:cNvPr>
          <p:cNvCxnSpPr>
            <a:cxnSpLocks/>
            <a:stCxn id="4" idx="5"/>
            <a:endCxn id="18" idx="1"/>
          </p:cNvCxnSpPr>
          <p:nvPr/>
        </p:nvCxnSpPr>
        <p:spPr>
          <a:xfrm>
            <a:off x="4125700" y="3400772"/>
            <a:ext cx="366582" cy="472274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5DE69594-61CE-2CFD-DB0B-4176FD2D3758}"/>
              </a:ext>
            </a:extLst>
          </p:cNvPr>
          <p:cNvSpPr/>
          <p:nvPr/>
        </p:nvSpPr>
        <p:spPr>
          <a:xfrm>
            <a:off x="6912503" y="3766418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F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7961AB7-7B19-56A3-813E-995441BC8875}"/>
              </a:ext>
            </a:extLst>
          </p:cNvPr>
          <p:cNvSpPr/>
          <p:nvPr/>
        </p:nvSpPr>
        <p:spPr>
          <a:xfrm>
            <a:off x="9140405" y="3766418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G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6348339-9919-8F8D-C15D-4747D83F014B}"/>
              </a:ext>
            </a:extLst>
          </p:cNvPr>
          <p:cNvCxnSpPr>
            <a:cxnSpLocks/>
            <a:stCxn id="16" idx="3"/>
            <a:endCxn id="23" idx="7"/>
          </p:cNvCxnSpPr>
          <p:nvPr/>
        </p:nvCxnSpPr>
        <p:spPr>
          <a:xfrm flipH="1">
            <a:off x="7527061" y="3414000"/>
            <a:ext cx="594652" cy="457860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B67FF77-FD24-B729-5D9B-84B7A3994B83}"/>
              </a:ext>
            </a:extLst>
          </p:cNvPr>
          <p:cNvCxnSpPr>
            <a:cxnSpLocks/>
            <a:stCxn id="16" idx="5"/>
            <a:endCxn id="24" idx="1"/>
          </p:cNvCxnSpPr>
          <p:nvPr/>
        </p:nvCxnSpPr>
        <p:spPr>
          <a:xfrm>
            <a:off x="8630829" y="3414000"/>
            <a:ext cx="615018" cy="457860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247D151E-5499-03F4-C33A-1CD3591D46A6}"/>
              </a:ext>
            </a:extLst>
          </p:cNvPr>
          <p:cNvSpPr txBox="1"/>
          <p:nvPr/>
        </p:nvSpPr>
        <p:spPr>
          <a:xfrm>
            <a:off x="609600" y="5535179"/>
            <a:ext cx="109728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B0F0"/>
                </a:solidFill>
              </a:rPr>
              <a:t>In-order traversal</a:t>
            </a:r>
            <a:r>
              <a:rPr lang="en-US" sz="2800" dirty="0">
                <a:solidFill>
                  <a:schemeClr val="bg1"/>
                </a:solidFill>
              </a:rPr>
              <a:t>: The left subtree is visited first, then the root, and later the right subtree.</a:t>
            </a:r>
          </a:p>
        </p:txBody>
      </p:sp>
    </p:spTree>
    <p:extLst>
      <p:ext uri="{BB962C8B-B14F-4D97-AF65-F5344CB8AC3E}">
        <p14:creationId xmlns:p14="http://schemas.microsoft.com/office/powerpoint/2010/main" val="2301016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5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5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5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5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1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2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4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7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 tmFilter="0, 0; .2, .5; .8, .5; 1, 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0" dur="25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7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8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8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8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9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9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4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23" grpId="0" animBg="1"/>
      <p:bldP spid="23" grpId="1" animBg="1"/>
      <p:bldP spid="24" grpId="0" animBg="1"/>
      <p:bldP spid="24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5D4103-8898-B6E2-EF84-F74970880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3247C26-5A9F-CA3F-A1D8-6D9E55EAA2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In-Order Traversal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F2533A-B7A0-E730-5AE4-5E8055B2DE34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C320CA7-86CF-431C-ED6C-51240A9BB1DB}"/>
              </a:ext>
            </a:extLst>
          </p:cNvPr>
          <p:cNvSpPr/>
          <p:nvPr/>
        </p:nvSpPr>
        <p:spPr>
          <a:xfrm>
            <a:off x="5734137" y="1708641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A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B30F99D-835B-016C-8EDA-D6D1CDFEFA4C}"/>
              </a:ext>
            </a:extLst>
          </p:cNvPr>
          <p:cNvSpPr/>
          <p:nvPr/>
        </p:nvSpPr>
        <p:spPr>
          <a:xfrm>
            <a:off x="3511142" y="2786214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B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5A8E72F-6D7E-B3A9-8569-F75E247706DA}"/>
              </a:ext>
            </a:extLst>
          </p:cNvPr>
          <p:cNvSpPr/>
          <p:nvPr/>
        </p:nvSpPr>
        <p:spPr>
          <a:xfrm>
            <a:off x="8016271" y="2799442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C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03E908F-525C-AD88-4C32-18105C20DBDD}"/>
              </a:ext>
            </a:extLst>
          </p:cNvPr>
          <p:cNvSpPr/>
          <p:nvPr/>
        </p:nvSpPr>
        <p:spPr>
          <a:xfrm>
            <a:off x="2635444" y="3766418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D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DBCCB1-E9A3-4525-7245-678F5BB938E3}"/>
              </a:ext>
            </a:extLst>
          </p:cNvPr>
          <p:cNvSpPr/>
          <p:nvPr/>
        </p:nvSpPr>
        <p:spPr>
          <a:xfrm>
            <a:off x="4386840" y="3767604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EA63F1A-6577-6C8A-4E30-03536547AB57}"/>
              </a:ext>
            </a:extLst>
          </p:cNvPr>
          <p:cNvCxnSpPr>
            <a:stCxn id="3" idx="3"/>
            <a:endCxn id="4" idx="7"/>
          </p:cNvCxnSpPr>
          <p:nvPr/>
        </p:nvCxnSpPr>
        <p:spPr>
          <a:xfrm flipH="1">
            <a:off x="4125700" y="2323199"/>
            <a:ext cx="1713879" cy="56845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2BA83D3-1FF9-E606-F005-56738ABFF8C8}"/>
              </a:ext>
            </a:extLst>
          </p:cNvPr>
          <p:cNvCxnSpPr>
            <a:stCxn id="4" idx="3"/>
            <a:endCxn id="17" idx="7"/>
          </p:cNvCxnSpPr>
          <p:nvPr/>
        </p:nvCxnSpPr>
        <p:spPr>
          <a:xfrm flipH="1">
            <a:off x="3250002" y="3400772"/>
            <a:ext cx="366582" cy="471088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F590E55-359D-2D7B-0C6E-ED044AD2B72E}"/>
              </a:ext>
            </a:extLst>
          </p:cNvPr>
          <p:cNvCxnSpPr>
            <a:cxnSpLocks/>
            <a:stCxn id="3" idx="5"/>
            <a:endCxn id="16" idx="1"/>
          </p:cNvCxnSpPr>
          <p:nvPr/>
        </p:nvCxnSpPr>
        <p:spPr>
          <a:xfrm>
            <a:off x="6348695" y="2323199"/>
            <a:ext cx="1773018" cy="581685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DE75263-D636-7E08-41E7-8C9EE4798CDC}"/>
              </a:ext>
            </a:extLst>
          </p:cNvPr>
          <p:cNvCxnSpPr>
            <a:cxnSpLocks/>
            <a:stCxn id="4" idx="5"/>
            <a:endCxn id="18" idx="1"/>
          </p:cNvCxnSpPr>
          <p:nvPr/>
        </p:nvCxnSpPr>
        <p:spPr>
          <a:xfrm>
            <a:off x="4125700" y="3400772"/>
            <a:ext cx="366582" cy="472274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B469EADA-3270-2607-FC59-ECCF35C17730}"/>
              </a:ext>
            </a:extLst>
          </p:cNvPr>
          <p:cNvSpPr/>
          <p:nvPr/>
        </p:nvSpPr>
        <p:spPr>
          <a:xfrm>
            <a:off x="6912503" y="3766418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F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0CBB908-2200-E4DD-88FC-D66CDF32EF41}"/>
              </a:ext>
            </a:extLst>
          </p:cNvPr>
          <p:cNvSpPr/>
          <p:nvPr/>
        </p:nvSpPr>
        <p:spPr>
          <a:xfrm>
            <a:off x="9140405" y="3766418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G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A533D3B-D2EC-3499-E224-EB6CD009121F}"/>
              </a:ext>
            </a:extLst>
          </p:cNvPr>
          <p:cNvCxnSpPr>
            <a:cxnSpLocks/>
            <a:stCxn id="16" idx="3"/>
            <a:endCxn id="23" idx="7"/>
          </p:cNvCxnSpPr>
          <p:nvPr/>
        </p:nvCxnSpPr>
        <p:spPr>
          <a:xfrm flipH="1">
            <a:off x="7527061" y="3414000"/>
            <a:ext cx="594652" cy="457860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D30821B-3236-7320-A95C-75A3244EE187}"/>
              </a:ext>
            </a:extLst>
          </p:cNvPr>
          <p:cNvCxnSpPr>
            <a:cxnSpLocks/>
            <a:stCxn id="16" idx="5"/>
            <a:endCxn id="24" idx="1"/>
          </p:cNvCxnSpPr>
          <p:nvPr/>
        </p:nvCxnSpPr>
        <p:spPr>
          <a:xfrm>
            <a:off x="8630829" y="3414000"/>
            <a:ext cx="615018" cy="457860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6C5F214-A37F-C92C-FEEA-EE6CAB6B36CB}"/>
              </a:ext>
            </a:extLst>
          </p:cNvPr>
          <p:cNvSpPr txBox="1"/>
          <p:nvPr/>
        </p:nvSpPr>
        <p:spPr>
          <a:xfrm>
            <a:off x="214283" y="4940700"/>
            <a:ext cx="4666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i="0" dirty="0">
                <a:solidFill>
                  <a:schemeClr val="bg1"/>
                </a:solidFill>
                <a:effectLst/>
              </a:rPr>
              <a:t>Step 1- Recursively traverse the left subtree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441BE5-5C3F-C2C1-44DE-6C0CDADD8982}"/>
              </a:ext>
            </a:extLst>
          </p:cNvPr>
          <p:cNvSpPr txBox="1"/>
          <p:nvPr/>
        </p:nvSpPr>
        <p:spPr>
          <a:xfrm>
            <a:off x="214283" y="5311780"/>
            <a:ext cx="4666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i="0" dirty="0">
                <a:solidFill>
                  <a:schemeClr val="bg1"/>
                </a:solidFill>
                <a:effectLst/>
              </a:rPr>
              <a:t>Step 2- Visit root node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9DF8783-48C5-E2EF-53AC-468107CBF217}"/>
              </a:ext>
            </a:extLst>
          </p:cNvPr>
          <p:cNvSpPr txBox="1"/>
          <p:nvPr/>
        </p:nvSpPr>
        <p:spPr>
          <a:xfrm>
            <a:off x="202970" y="5653841"/>
            <a:ext cx="4666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i="0" dirty="0">
                <a:solidFill>
                  <a:schemeClr val="bg1"/>
                </a:solidFill>
                <a:effectLst/>
              </a:rPr>
              <a:t>Step 3- Recursively traverse right subtree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F652D7E-53EE-0D61-6FE6-3A82E15E9539}"/>
              </a:ext>
            </a:extLst>
          </p:cNvPr>
          <p:cNvSpPr txBox="1"/>
          <p:nvPr/>
        </p:nvSpPr>
        <p:spPr>
          <a:xfrm>
            <a:off x="6964872" y="5176787"/>
            <a:ext cx="382377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Result:</a:t>
            </a:r>
          </a:p>
          <a:p>
            <a:r>
              <a:rPr lang="en-PH" sz="2500" b="1" dirty="0">
                <a:solidFill>
                  <a:schemeClr val="bg1"/>
                </a:solidFill>
              </a:rPr>
              <a:t>D -&gt; B -&gt; E -&gt; A -&gt; F -&gt; C -&gt; G</a:t>
            </a:r>
          </a:p>
        </p:txBody>
      </p:sp>
    </p:spTree>
    <p:extLst>
      <p:ext uri="{BB962C8B-B14F-4D97-AF65-F5344CB8AC3E}">
        <p14:creationId xmlns:p14="http://schemas.microsoft.com/office/powerpoint/2010/main" val="2045160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2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4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6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6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6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3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4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6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7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9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0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2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3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 tmFilter="0, 0; .2, .5; .8, .5; 1, 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5" dur="25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8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9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9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9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9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9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9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9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0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0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0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0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4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23" grpId="0" animBg="1"/>
      <p:bldP spid="23" grpId="1" animBg="1"/>
      <p:bldP spid="24" grpId="0" animBg="1"/>
      <p:bldP spid="24" grpId="1" animBg="1"/>
      <p:bldP spid="27" grpId="0"/>
      <p:bldP spid="32" grpId="0"/>
      <p:bldP spid="33" grpId="0"/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CEE34D-F2ED-B456-2B0C-056D4948C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836F233-34AC-E9B3-1092-4567DD7733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In-Order Traversal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D37F49-082C-829B-AA2B-04322D0E7EFD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3B5C8EE-7293-96DC-4C9D-4375A681228C}"/>
              </a:ext>
            </a:extLst>
          </p:cNvPr>
          <p:cNvSpPr/>
          <p:nvPr/>
        </p:nvSpPr>
        <p:spPr>
          <a:xfrm>
            <a:off x="5734137" y="1708641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A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F15765B-B7BF-2626-4D99-49553BD557D0}"/>
              </a:ext>
            </a:extLst>
          </p:cNvPr>
          <p:cNvSpPr/>
          <p:nvPr/>
        </p:nvSpPr>
        <p:spPr>
          <a:xfrm>
            <a:off x="3511142" y="2786214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B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FC4BE1F-2D48-80DD-4E61-B58006A18B35}"/>
              </a:ext>
            </a:extLst>
          </p:cNvPr>
          <p:cNvSpPr/>
          <p:nvPr/>
        </p:nvSpPr>
        <p:spPr>
          <a:xfrm>
            <a:off x="8016271" y="2799442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C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4E718CC-6789-FCC3-8708-13DEF08AF1F2}"/>
              </a:ext>
            </a:extLst>
          </p:cNvPr>
          <p:cNvSpPr/>
          <p:nvPr/>
        </p:nvSpPr>
        <p:spPr>
          <a:xfrm>
            <a:off x="2635444" y="3766418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D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876EEA9-6664-A914-4677-C0D8DB504CE4}"/>
              </a:ext>
            </a:extLst>
          </p:cNvPr>
          <p:cNvSpPr/>
          <p:nvPr/>
        </p:nvSpPr>
        <p:spPr>
          <a:xfrm>
            <a:off x="4386840" y="3767604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C42A08E-3E80-4CBD-3697-69EAB9AC9945}"/>
              </a:ext>
            </a:extLst>
          </p:cNvPr>
          <p:cNvCxnSpPr>
            <a:stCxn id="3" idx="3"/>
            <a:endCxn id="4" idx="7"/>
          </p:cNvCxnSpPr>
          <p:nvPr/>
        </p:nvCxnSpPr>
        <p:spPr>
          <a:xfrm flipH="1">
            <a:off x="4125700" y="2323199"/>
            <a:ext cx="1713879" cy="56845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A863825-5202-8D4E-31B3-C918B332EC32}"/>
              </a:ext>
            </a:extLst>
          </p:cNvPr>
          <p:cNvCxnSpPr>
            <a:stCxn id="4" idx="3"/>
            <a:endCxn id="17" idx="7"/>
          </p:cNvCxnSpPr>
          <p:nvPr/>
        </p:nvCxnSpPr>
        <p:spPr>
          <a:xfrm flipH="1">
            <a:off x="3250002" y="3400772"/>
            <a:ext cx="366582" cy="471088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5856602-266A-F5B6-7EEA-FA09DCE3601B}"/>
              </a:ext>
            </a:extLst>
          </p:cNvPr>
          <p:cNvCxnSpPr>
            <a:cxnSpLocks/>
            <a:stCxn id="3" idx="5"/>
            <a:endCxn id="16" idx="1"/>
          </p:cNvCxnSpPr>
          <p:nvPr/>
        </p:nvCxnSpPr>
        <p:spPr>
          <a:xfrm>
            <a:off x="6348695" y="2323199"/>
            <a:ext cx="1773018" cy="581685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FB884E9-97E1-4815-49C6-B753E1E9E872}"/>
              </a:ext>
            </a:extLst>
          </p:cNvPr>
          <p:cNvCxnSpPr>
            <a:cxnSpLocks/>
            <a:stCxn id="4" idx="5"/>
            <a:endCxn id="18" idx="1"/>
          </p:cNvCxnSpPr>
          <p:nvPr/>
        </p:nvCxnSpPr>
        <p:spPr>
          <a:xfrm>
            <a:off x="4125700" y="3400772"/>
            <a:ext cx="366582" cy="472274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489537DF-3549-50C6-8CCA-090E4D65E85B}"/>
              </a:ext>
            </a:extLst>
          </p:cNvPr>
          <p:cNvSpPr/>
          <p:nvPr/>
        </p:nvSpPr>
        <p:spPr>
          <a:xfrm>
            <a:off x="6912503" y="3766418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F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A4D49AE-C6A0-D480-9955-D8C56204D353}"/>
              </a:ext>
            </a:extLst>
          </p:cNvPr>
          <p:cNvSpPr/>
          <p:nvPr/>
        </p:nvSpPr>
        <p:spPr>
          <a:xfrm>
            <a:off x="9140405" y="3766418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G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9472747-BF1F-8D8F-F6EF-178C1606DF22}"/>
              </a:ext>
            </a:extLst>
          </p:cNvPr>
          <p:cNvCxnSpPr>
            <a:cxnSpLocks/>
            <a:stCxn id="16" idx="3"/>
            <a:endCxn id="23" idx="7"/>
          </p:cNvCxnSpPr>
          <p:nvPr/>
        </p:nvCxnSpPr>
        <p:spPr>
          <a:xfrm flipH="1">
            <a:off x="7527061" y="3414000"/>
            <a:ext cx="594652" cy="457860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7295BAF-8929-621F-2018-6E3200BE4B93}"/>
              </a:ext>
            </a:extLst>
          </p:cNvPr>
          <p:cNvCxnSpPr>
            <a:cxnSpLocks/>
            <a:stCxn id="16" idx="5"/>
            <a:endCxn id="24" idx="1"/>
          </p:cNvCxnSpPr>
          <p:nvPr/>
        </p:nvCxnSpPr>
        <p:spPr>
          <a:xfrm>
            <a:off x="8630829" y="3414000"/>
            <a:ext cx="615018" cy="457860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72BABCC-C0D2-F1DA-4406-80542F4A5557}"/>
              </a:ext>
            </a:extLst>
          </p:cNvPr>
          <p:cNvSpPr txBox="1"/>
          <p:nvPr/>
        </p:nvSpPr>
        <p:spPr>
          <a:xfrm>
            <a:off x="4035437" y="5149359"/>
            <a:ext cx="382377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Result:</a:t>
            </a:r>
          </a:p>
          <a:p>
            <a:pPr algn="ctr"/>
            <a:r>
              <a:rPr lang="en-PH" sz="2500" b="1" dirty="0">
                <a:solidFill>
                  <a:schemeClr val="bg1"/>
                </a:solidFill>
              </a:rPr>
              <a:t>D -&gt; B -&gt; E -&gt; A -&gt; F -&gt; C -&gt; 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6AAC25-6EEB-0D32-C6CA-F444596D05CA}"/>
              </a:ext>
            </a:extLst>
          </p:cNvPr>
          <p:cNvSpPr txBox="1"/>
          <p:nvPr/>
        </p:nvSpPr>
        <p:spPr>
          <a:xfrm>
            <a:off x="2331595" y="3863430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67B9C4-B414-F21C-21C1-75F0E9358C61}"/>
              </a:ext>
            </a:extLst>
          </p:cNvPr>
          <p:cNvSpPr txBox="1"/>
          <p:nvPr/>
        </p:nvSpPr>
        <p:spPr>
          <a:xfrm>
            <a:off x="3724331" y="2403822"/>
            <a:ext cx="30168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C33A34-FCFD-8A76-AE80-4B871471AC6E}"/>
              </a:ext>
            </a:extLst>
          </p:cNvPr>
          <p:cNvSpPr txBox="1"/>
          <p:nvPr/>
        </p:nvSpPr>
        <p:spPr>
          <a:xfrm>
            <a:off x="5074572" y="3863430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8B7DC5-14F3-5B6B-6216-D5E7640045BA}"/>
              </a:ext>
            </a:extLst>
          </p:cNvPr>
          <p:cNvSpPr txBox="1"/>
          <p:nvPr/>
        </p:nvSpPr>
        <p:spPr>
          <a:xfrm>
            <a:off x="5947326" y="1300310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072BED-3EA3-57C4-04B9-8158E8C84086}"/>
              </a:ext>
            </a:extLst>
          </p:cNvPr>
          <p:cNvSpPr txBox="1"/>
          <p:nvPr/>
        </p:nvSpPr>
        <p:spPr>
          <a:xfrm>
            <a:off x="6650444" y="3861284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DC0C98-C3A2-0699-D3FB-B15FD169BBCD}"/>
              </a:ext>
            </a:extLst>
          </p:cNvPr>
          <p:cNvSpPr txBox="1"/>
          <p:nvPr/>
        </p:nvSpPr>
        <p:spPr>
          <a:xfrm>
            <a:off x="8229460" y="2403822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E97191-8468-3D61-2603-24DC45D5AED6}"/>
              </a:ext>
            </a:extLst>
          </p:cNvPr>
          <p:cNvSpPr txBox="1"/>
          <p:nvPr/>
        </p:nvSpPr>
        <p:spPr>
          <a:xfrm>
            <a:off x="9929673" y="3861284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7511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5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5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5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5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1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2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4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7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 tmFilter="0, 0; .2, .5; .8, .5; 1, 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0" dur="25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7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8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8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8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9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9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4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23" grpId="0" animBg="1"/>
      <p:bldP spid="23" grpId="1" animBg="1"/>
      <p:bldP spid="24" grpId="0" animBg="1"/>
      <p:bldP spid="24" grpId="1" animBg="1"/>
      <p:bldP spid="3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94BE59-F1DD-00E9-362F-610A2397F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0552EA7-62C6-EE56-5F0F-A7ECE8C74E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Pre-Order Traversal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3DB54F4-B2E7-5B62-29DF-7FBE357EBAB9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65CD1D0-A103-5D8C-4466-E5178DAEDB61}"/>
              </a:ext>
            </a:extLst>
          </p:cNvPr>
          <p:cNvSpPr/>
          <p:nvPr/>
        </p:nvSpPr>
        <p:spPr>
          <a:xfrm>
            <a:off x="5734137" y="1708641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B42E4C9-B131-DF1F-1F43-60A9C5097052}"/>
              </a:ext>
            </a:extLst>
          </p:cNvPr>
          <p:cNvSpPr/>
          <p:nvPr/>
        </p:nvSpPr>
        <p:spPr>
          <a:xfrm>
            <a:off x="3511142" y="2786214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B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FC0033A-932A-63E5-F478-4B10077AB99E}"/>
              </a:ext>
            </a:extLst>
          </p:cNvPr>
          <p:cNvSpPr/>
          <p:nvPr/>
        </p:nvSpPr>
        <p:spPr>
          <a:xfrm>
            <a:off x="8016271" y="2799442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C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ACA8420-3E6F-2BD3-FB23-44C6E0AF4851}"/>
              </a:ext>
            </a:extLst>
          </p:cNvPr>
          <p:cNvSpPr/>
          <p:nvPr/>
        </p:nvSpPr>
        <p:spPr>
          <a:xfrm>
            <a:off x="2635444" y="3766418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D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0808278-4C50-4545-E9B2-1D7E6C277CF4}"/>
              </a:ext>
            </a:extLst>
          </p:cNvPr>
          <p:cNvSpPr/>
          <p:nvPr/>
        </p:nvSpPr>
        <p:spPr>
          <a:xfrm>
            <a:off x="4386840" y="3767604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2149A3F-F8E9-73A3-0EE4-14D4233D6E3F}"/>
              </a:ext>
            </a:extLst>
          </p:cNvPr>
          <p:cNvCxnSpPr>
            <a:stCxn id="7" idx="3"/>
            <a:endCxn id="8" idx="7"/>
          </p:cNvCxnSpPr>
          <p:nvPr/>
        </p:nvCxnSpPr>
        <p:spPr>
          <a:xfrm flipH="1">
            <a:off x="4125700" y="2323199"/>
            <a:ext cx="1713879" cy="56845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343A8A8-BE4E-49CE-1DED-93D96F301E33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3250002" y="3400772"/>
            <a:ext cx="366582" cy="471088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5F0EA75-D3A7-6B47-826A-F68F6B6D319C}"/>
              </a:ext>
            </a:extLst>
          </p:cNvPr>
          <p:cNvCxnSpPr>
            <a:cxnSpLocks/>
            <a:stCxn id="7" idx="5"/>
            <a:endCxn id="9" idx="1"/>
          </p:cNvCxnSpPr>
          <p:nvPr/>
        </p:nvCxnSpPr>
        <p:spPr>
          <a:xfrm>
            <a:off x="6348695" y="2323199"/>
            <a:ext cx="1773018" cy="581685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6D4CD41-B6FD-98A9-FA43-7406000446CF}"/>
              </a:ext>
            </a:extLst>
          </p:cNvPr>
          <p:cNvCxnSpPr>
            <a:cxnSpLocks/>
            <a:stCxn id="8" idx="5"/>
            <a:endCxn id="11" idx="1"/>
          </p:cNvCxnSpPr>
          <p:nvPr/>
        </p:nvCxnSpPr>
        <p:spPr>
          <a:xfrm>
            <a:off x="4125700" y="3400772"/>
            <a:ext cx="366582" cy="472274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3EB4E397-E2E0-A925-D4E4-00A0B37FA1FC}"/>
              </a:ext>
            </a:extLst>
          </p:cNvPr>
          <p:cNvSpPr/>
          <p:nvPr/>
        </p:nvSpPr>
        <p:spPr>
          <a:xfrm>
            <a:off x="6912503" y="3766418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F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8FAB2A3-E6D5-991E-F84C-178ED669DC03}"/>
              </a:ext>
            </a:extLst>
          </p:cNvPr>
          <p:cNvSpPr/>
          <p:nvPr/>
        </p:nvSpPr>
        <p:spPr>
          <a:xfrm>
            <a:off x="9140405" y="3766418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G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11C7FB3-72F7-8048-A59E-C39FCC7DC7B1}"/>
              </a:ext>
            </a:extLst>
          </p:cNvPr>
          <p:cNvCxnSpPr>
            <a:cxnSpLocks/>
            <a:stCxn id="9" idx="3"/>
            <a:endCxn id="28" idx="7"/>
          </p:cNvCxnSpPr>
          <p:nvPr/>
        </p:nvCxnSpPr>
        <p:spPr>
          <a:xfrm flipH="1">
            <a:off x="7527061" y="3414000"/>
            <a:ext cx="594652" cy="457860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ED2E727-1177-738F-BA4F-E0F3614031BF}"/>
              </a:ext>
            </a:extLst>
          </p:cNvPr>
          <p:cNvCxnSpPr>
            <a:cxnSpLocks/>
            <a:stCxn id="9" idx="5"/>
            <a:endCxn id="29" idx="1"/>
          </p:cNvCxnSpPr>
          <p:nvPr/>
        </p:nvCxnSpPr>
        <p:spPr>
          <a:xfrm>
            <a:off x="8630829" y="3414000"/>
            <a:ext cx="615018" cy="457860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4A9B0A10-047E-B6AE-6F3C-898D4ED45FC2}"/>
              </a:ext>
            </a:extLst>
          </p:cNvPr>
          <p:cNvSpPr txBox="1"/>
          <p:nvPr/>
        </p:nvSpPr>
        <p:spPr>
          <a:xfrm>
            <a:off x="609600" y="5535179"/>
            <a:ext cx="109728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B0F0"/>
                </a:solidFill>
              </a:rPr>
              <a:t>Pre-order traversal</a:t>
            </a:r>
            <a:r>
              <a:rPr lang="en-US" sz="2800" dirty="0">
                <a:solidFill>
                  <a:schemeClr val="bg1"/>
                </a:solidFill>
              </a:rPr>
              <a:t>: Visit the root node first, then the left subtree and lastly the right subtree.</a:t>
            </a:r>
          </a:p>
        </p:txBody>
      </p:sp>
    </p:spTree>
    <p:extLst>
      <p:ext uri="{BB962C8B-B14F-4D97-AF65-F5344CB8AC3E}">
        <p14:creationId xmlns:p14="http://schemas.microsoft.com/office/powerpoint/2010/main" val="2917779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8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6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5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25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1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2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 tmFilter="0, 0; .2, .5; .8, .5; 1, 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4" dur="25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7" dur="25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 tmFilter="0, 0; .2, .5; .8, .5; 1, 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0" dur="250" autoRev="1" fill="hold"/>
                                        <p:tgtEl>
                                          <p:spTgt spid="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7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7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8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8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8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9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9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28" grpId="0" animBg="1"/>
      <p:bldP spid="28" grpId="1" animBg="1"/>
      <p:bldP spid="29" grpId="0" animBg="1"/>
      <p:bldP spid="29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697BF1-5315-574D-6F00-2C089C9A3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512B3FA-EDC2-A08D-A1D1-4DEF215D6E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Pre-Order Traversal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92BA47F-3CCC-2345-CA72-0EBA3EC08D5D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347457B-86F3-BD31-DF2F-E90EAF524AD4}"/>
              </a:ext>
            </a:extLst>
          </p:cNvPr>
          <p:cNvSpPr/>
          <p:nvPr/>
        </p:nvSpPr>
        <p:spPr>
          <a:xfrm>
            <a:off x="5734137" y="1708641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5CD6F05-022D-C3F7-6C0D-191241C784F0}"/>
              </a:ext>
            </a:extLst>
          </p:cNvPr>
          <p:cNvSpPr/>
          <p:nvPr/>
        </p:nvSpPr>
        <p:spPr>
          <a:xfrm>
            <a:off x="3511142" y="2786214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B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9BB089C-C525-AEA6-F14C-5BC03A9BFDF0}"/>
              </a:ext>
            </a:extLst>
          </p:cNvPr>
          <p:cNvSpPr/>
          <p:nvPr/>
        </p:nvSpPr>
        <p:spPr>
          <a:xfrm>
            <a:off x="8016271" y="2799442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C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17DC7FC-3FFF-1F5C-56CC-6C7E2CE8733A}"/>
              </a:ext>
            </a:extLst>
          </p:cNvPr>
          <p:cNvSpPr/>
          <p:nvPr/>
        </p:nvSpPr>
        <p:spPr>
          <a:xfrm>
            <a:off x="2635444" y="3766418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D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A1220A2-6A7C-556E-C619-D42C258B9117}"/>
              </a:ext>
            </a:extLst>
          </p:cNvPr>
          <p:cNvSpPr/>
          <p:nvPr/>
        </p:nvSpPr>
        <p:spPr>
          <a:xfrm>
            <a:off x="4386840" y="3767604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60ED90C-1989-5A3A-BD80-EB8E2E071426}"/>
              </a:ext>
            </a:extLst>
          </p:cNvPr>
          <p:cNvCxnSpPr>
            <a:stCxn id="7" idx="3"/>
            <a:endCxn id="8" idx="7"/>
          </p:cNvCxnSpPr>
          <p:nvPr/>
        </p:nvCxnSpPr>
        <p:spPr>
          <a:xfrm flipH="1">
            <a:off x="4125700" y="2323199"/>
            <a:ext cx="1713879" cy="56845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4491266-45B9-E491-CE82-12BC5DFF4F1A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3250002" y="3400772"/>
            <a:ext cx="366582" cy="471088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D21E6CD-7B6F-C324-5341-1049000E95D8}"/>
              </a:ext>
            </a:extLst>
          </p:cNvPr>
          <p:cNvCxnSpPr>
            <a:cxnSpLocks/>
            <a:stCxn id="7" idx="5"/>
            <a:endCxn id="9" idx="1"/>
          </p:cNvCxnSpPr>
          <p:nvPr/>
        </p:nvCxnSpPr>
        <p:spPr>
          <a:xfrm>
            <a:off x="6348695" y="2323199"/>
            <a:ext cx="1773018" cy="581685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B3330C8-F36D-F497-4547-D5A7C1D7D503}"/>
              </a:ext>
            </a:extLst>
          </p:cNvPr>
          <p:cNvCxnSpPr>
            <a:cxnSpLocks/>
            <a:stCxn id="8" idx="5"/>
            <a:endCxn id="11" idx="1"/>
          </p:cNvCxnSpPr>
          <p:nvPr/>
        </p:nvCxnSpPr>
        <p:spPr>
          <a:xfrm>
            <a:off x="4125700" y="3400772"/>
            <a:ext cx="366582" cy="472274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5C17E4DE-C0C6-356E-F086-9D92B5DF6D62}"/>
              </a:ext>
            </a:extLst>
          </p:cNvPr>
          <p:cNvSpPr/>
          <p:nvPr/>
        </p:nvSpPr>
        <p:spPr>
          <a:xfrm>
            <a:off x="6912503" y="3766418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F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5E0A26E-4C96-A727-2F44-5D5A3610A2A4}"/>
              </a:ext>
            </a:extLst>
          </p:cNvPr>
          <p:cNvSpPr/>
          <p:nvPr/>
        </p:nvSpPr>
        <p:spPr>
          <a:xfrm>
            <a:off x="9140405" y="3766418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G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8F81F66-FCF3-E958-63F3-319202836D25}"/>
              </a:ext>
            </a:extLst>
          </p:cNvPr>
          <p:cNvCxnSpPr>
            <a:cxnSpLocks/>
            <a:stCxn id="9" idx="3"/>
            <a:endCxn id="28" idx="7"/>
          </p:cNvCxnSpPr>
          <p:nvPr/>
        </p:nvCxnSpPr>
        <p:spPr>
          <a:xfrm flipH="1">
            <a:off x="7527061" y="3414000"/>
            <a:ext cx="594652" cy="457860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A4E9F6F-1826-3B45-F259-89A66F5B0C06}"/>
              </a:ext>
            </a:extLst>
          </p:cNvPr>
          <p:cNvCxnSpPr>
            <a:cxnSpLocks/>
            <a:stCxn id="9" idx="5"/>
            <a:endCxn id="29" idx="1"/>
          </p:cNvCxnSpPr>
          <p:nvPr/>
        </p:nvCxnSpPr>
        <p:spPr>
          <a:xfrm>
            <a:off x="8630829" y="3414000"/>
            <a:ext cx="615018" cy="457860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A330F09-FDB9-18F3-D114-CCF2B180D67D}"/>
              </a:ext>
            </a:extLst>
          </p:cNvPr>
          <p:cNvSpPr txBox="1"/>
          <p:nvPr/>
        </p:nvSpPr>
        <p:spPr>
          <a:xfrm>
            <a:off x="202970" y="4942448"/>
            <a:ext cx="4666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i="0" dirty="0">
                <a:solidFill>
                  <a:schemeClr val="bg1"/>
                </a:solidFill>
                <a:effectLst/>
              </a:rPr>
              <a:t>Step 1- Visit the root node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6F8653D-9974-C529-5219-67E9B142AC27}"/>
              </a:ext>
            </a:extLst>
          </p:cNvPr>
          <p:cNvSpPr txBox="1"/>
          <p:nvPr/>
        </p:nvSpPr>
        <p:spPr>
          <a:xfrm>
            <a:off x="214283" y="5311780"/>
            <a:ext cx="5975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dirty="0">
                <a:solidFill>
                  <a:schemeClr val="bg1"/>
                </a:solidFill>
                <a:effectLst/>
              </a:rPr>
              <a:t>Step 2- </a:t>
            </a:r>
            <a:r>
              <a:rPr lang="en-US" b="1" dirty="0">
                <a:solidFill>
                  <a:schemeClr val="bg1"/>
                </a:solidFill>
              </a:rPr>
              <a:t>Recursively traverse the left subtree</a:t>
            </a:r>
            <a:endParaRPr lang="en-US" b="1" i="0" dirty="0">
              <a:solidFill>
                <a:schemeClr val="bg1"/>
              </a:solidFill>
              <a:effectLst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3AF7AEF-19F0-3404-C0DF-4E87C5D080C1}"/>
              </a:ext>
            </a:extLst>
          </p:cNvPr>
          <p:cNvSpPr txBox="1"/>
          <p:nvPr/>
        </p:nvSpPr>
        <p:spPr>
          <a:xfrm>
            <a:off x="202970" y="5653841"/>
            <a:ext cx="4666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i="0" dirty="0">
                <a:solidFill>
                  <a:schemeClr val="bg1"/>
                </a:solidFill>
                <a:effectLst/>
              </a:rPr>
              <a:t>Step 3- Recursively traverse right subtree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D3CAFCA-D1E5-6FB6-A6B3-C42946E64B01}"/>
              </a:ext>
            </a:extLst>
          </p:cNvPr>
          <p:cNvSpPr txBox="1"/>
          <p:nvPr/>
        </p:nvSpPr>
        <p:spPr>
          <a:xfrm>
            <a:off x="6964872" y="5176787"/>
            <a:ext cx="387457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rgbClr val="FF0000"/>
                </a:solidFill>
              </a:rPr>
              <a:t>Result:</a:t>
            </a:r>
          </a:p>
          <a:p>
            <a:r>
              <a:rPr lang="en-PH" sz="2500" b="1" dirty="0">
                <a:solidFill>
                  <a:srgbClr val="FF0000"/>
                </a:solidFill>
              </a:rPr>
              <a:t>A -&gt; B -&gt; D -&gt; E -&gt; C -&gt; F -&gt; G</a:t>
            </a:r>
          </a:p>
        </p:txBody>
      </p:sp>
    </p:spTree>
    <p:extLst>
      <p:ext uri="{BB962C8B-B14F-4D97-AF65-F5344CB8AC3E}">
        <p14:creationId xmlns:p14="http://schemas.microsoft.com/office/powerpoint/2010/main" val="4077822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3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3" dur="25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4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6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7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 tmFilter="0, 0; .2, .5; .8, .5; 1, 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9" dur="25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0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2" dur="25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3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 tmFilter="0, 0; .2, .5; .8, .5; 1, 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5" dur="250" autoRev="1" fill="hold"/>
                                        <p:tgtEl>
                                          <p:spTgt spid="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8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9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9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9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9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9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9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9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0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0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0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0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28" grpId="0" animBg="1"/>
      <p:bldP spid="28" grpId="1" animBg="1"/>
      <p:bldP spid="29" grpId="0" animBg="1"/>
      <p:bldP spid="29" grpId="1" animBg="1"/>
      <p:bldP spid="35" grpId="0"/>
      <p:bldP spid="36" grpId="0"/>
      <p:bldP spid="37" grpId="0"/>
      <p:bldP spid="3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00A56A-B6B2-22D7-D66B-8F902962F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25C69FC-4CE8-EF20-3E77-BC77E7E0C1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Pre-Order Traversal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76850F-6882-24D2-6E2F-452803AC205B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6A1CA4B-C16A-2CDF-D0C1-36AC30646659}"/>
              </a:ext>
            </a:extLst>
          </p:cNvPr>
          <p:cNvSpPr/>
          <p:nvPr/>
        </p:nvSpPr>
        <p:spPr>
          <a:xfrm>
            <a:off x="5734137" y="1708641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A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942CF44-828C-1267-F9F5-AF908D0BAE8A}"/>
              </a:ext>
            </a:extLst>
          </p:cNvPr>
          <p:cNvSpPr/>
          <p:nvPr/>
        </p:nvSpPr>
        <p:spPr>
          <a:xfrm>
            <a:off x="3511142" y="2786214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B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D4A0DD7-38D2-5D27-46C4-0DBF293F566D}"/>
              </a:ext>
            </a:extLst>
          </p:cNvPr>
          <p:cNvSpPr/>
          <p:nvPr/>
        </p:nvSpPr>
        <p:spPr>
          <a:xfrm>
            <a:off x="8016271" y="2799442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C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1CDE3FC-B9E0-6F14-B293-C97AEED3415E}"/>
              </a:ext>
            </a:extLst>
          </p:cNvPr>
          <p:cNvSpPr/>
          <p:nvPr/>
        </p:nvSpPr>
        <p:spPr>
          <a:xfrm>
            <a:off x="2635444" y="3766418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D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4413B0F-C5EC-BA43-19CE-F122569FC720}"/>
              </a:ext>
            </a:extLst>
          </p:cNvPr>
          <p:cNvSpPr/>
          <p:nvPr/>
        </p:nvSpPr>
        <p:spPr>
          <a:xfrm>
            <a:off x="4386840" y="3767604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C8E59E3-40DF-7BF5-31A7-3E8DC7DE7F7A}"/>
              </a:ext>
            </a:extLst>
          </p:cNvPr>
          <p:cNvCxnSpPr>
            <a:stCxn id="3" idx="3"/>
            <a:endCxn id="4" idx="7"/>
          </p:cNvCxnSpPr>
          <p:nvPr/>
        </p:nvCxnSpPr>
        <p:spPr>
          <a:xfrm flipH="1">
            <a:off x="4125700" y="2323199"/>
            <a:ext cx="1713879" cy="56845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8D8EEC1-0CB1-367F-030D-2E11F74D15F4}"/>
              </a:ext>
            </a:extLst>
          </p:cNvPr>
          <p:cNvCxnSpPr>
            <a:stCxn id="4" idx="3"/>
            <a:endCxn id="17" idx="7"/>
          </p:cNvCxnSpPr>
          <p:nvPr/>
        </p:nvCxnSpPr>
        <p:spPr>
          <a:xfrm flipH="1">
            <a:off x="3250002" y="3400772"/>
            <a:ext cx="366582" cy="471088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FFD8482-1D92-6ED1-6FF0-3AE8ADA62527}"/>
              </a:ext>
            </a:extLst>
          </p:cNvPr>
          <p:cNvCxnSpPr>
            <a:cxnSpLocks/>
            <a:stCxn id="3" idx="5"/>
            <a:endCxn id="16" idx="1"/>
          </p:cNvCxnSpPr>
          <p:nvPr/>
        </p:nvCxnSpPr>
        <p:spPr>
          <a:xfrm>
            <a:off x="6348695" y="2323199"/>
            <a:ext cx="1773018" cy="581685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92C2F24-CF2B-68F9-1C57-A20A709972CC}"/>
              </a:ext>
            </a:extLst>
          </p:cNvPr>
          <p:cNvCxnSpPr>
            <a:cxnSpLocks/>
            <a:stCxn id="4" idx="5"/>
            <a:endCxn id="18" idx="1"/>
          </p:cNvCxnSpPr>
          <p:nvPr/>
        </p:nvCxnSpPr>
        <p:spPr>
          <a:xfrm>
            <a:off x="4125700" y="3400772"/>
            <a:ext cx="366582" cy="472274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6657D81B-BF3B-F9B4-8A84-6D410E5B8E2D}"/>
              </a:ext>
            </a:extLst>
          </p:cNvPr>
          <p:cNvSpPr/>
          <p:nvPr/>
        </p:nvSpPr>
        <p:spPr>
          <a:xfrm>
            <a:off x="6912503" y="3766418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F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F9D4B41-F6FF-2DEA-D78B-8AA0A6A5DDDD}"/>
              </a:ext>
            </a:extLst>
          </p:cNvPr>
          <p:cNvSpPr/>
          <p:nvPr/>
        </p:nvSpPr>
        <p:spPr>
          <a:xfrm>
            <a:off x="9140405" y="3766418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G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A1678F7-097E-059E-437C-470998BA7BC8}"/>
              </a:ext>
            </a:extLst>
          </p:cNvPr>
          <p:cNvCxnSpPr>
            <a:cxnSpLocks/>
            <a:stCxn id="16" idx="3"/>
            <a:endCxn id="23" idx="7"/>
          </p:cNvCxnSpPr>
          <p:nvPr/>
        </p:nvCxnSpPr>
        <p:spPr>
          <a:xfrm flipH="1">
            <a:off x="7527061" y="3414000"/>
            <a:ext cx="594652" cy="457860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31E13EA-004D-66E0-F166-6D17CA2D1A7D}"/>
              </a:ext>
            </a:extLst>
          </p:cNvPr>
          <p:cNvCxnSpPr>
            <a:cxnSpLocks/>
            <a:stCxn id="16" idx="5"/>
            <a:endCxn id="24" idx="1"/>
          </p:cNvCxnSpPr>
          <p:nvPr/>
        </p:nvCxnSpPr>
        <p:spPr>
          <a:xfrm>
            <a:off x="8630829" y="3414000"/>
            <a:ext cx="615018" cy="457860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57704B8-19BE-9045-4245-C08015F04FC4}"/>
              </a:ext>
            </a:extLst>
          </p:cNvPr>
          <p:cNvSpPr txBox="1"/>
          <p:nvPr/>
        </p:nvSpPr>
        <p:spPr>
          <a:xfrm>
            <a:off x="4035437" y="5149359"/>
            <a:ext cx="382377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Result:</a:t>
            </a:r>
          </a:p>
          <a:p>
            <a:pPr algn="ctr"/>
            <a:r>
              <a:rPr lang="en-PH" sz="2500" b="1" dirty="0">
                <a:solidFill>
                  <a:schemeClr val="bg1"/>
                </a:solidFill>
              </a:rPr>
              <a:t>A -&gt; B -&gt; D -&gt; E -&gt; C -&gt; F -&gt; 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37B96E-D14C-84BB-C12E-CCCA65B84364}"/>
              </a:ext>
            </a:extLst>
          </p:cNvPr>
          <p:cNvSpPr txBox="1"/>
          <p:nvPr/>
        </p:nvSpPr>
        <p:spPr>
          <a:xfrm>
            <a:off x="5894357" y="1294584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0CEC52-59F2-7738-6C3D-F6BC2A444B0E}"/>
              </a:ext>
            </a:extLst>
          </p:cNvPr>
          <p:cNvSpPr txBox="1"/>
          <p:nvPr/>
        </p:nvSpPr>
        <p:spPr>
          <a:xfrm>
            <a:off x="3671362" y="2326077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6925D0-CFCD-37A2-6A20-17AE792BFCB8}"/>
              </a:ext>
            </a:extLst>
          </p:cNvPr>
          <p:cNvSpPr txBox="1"/>
          <p:nvPr/>
        </p:nvSpPr>
        <p:spPr>
          <a:xfrm>
            <a:off x="2188043" y="3894903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38B98D7-DABF-899E-0B9E-8A408FA4C0A2}"/>
              </a:ext>
            </a:extLst>
          </p:cNvPr>
          <p:cNvSpPr txBox="1"/>
          <p:nvPr/>
        </p:nvSpPr>
        <p:spPr>
          <a:xfrm>
            <a:off x="5062767" y="3894903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12E6F91-7433-8CE5-3B60-1FFFACBAD9FA}"/>
              </a:ext>
            </a:extLst>
          </p:cNvPr>
          <p:cNvSpPr txBox="1"/>
          <p:nvPr/>
        </p:nvSpPr>
        <p:spPr>
          <a:xfrm>
            <a:off x="8176491" y="2382526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8F8C617-536F-8FD3-0223-FB436395EF54}"/>
              </a:ext>
            </a:extLst>
          </p:cNvPr>
          <p:cNvSpPr txBox="1"/>
          <p:nvPr/>
        </p:nvSpPr>
        <p:spPr>
          <a:xfrm>
            <a:off x="6557016" y="3900999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33AEC6-8ED6-0E98-5127-B8AB45DD88CD}"/>
              </a:ext>
            </a:extLst>
          </p:cNvPr>
          <p:cNvSpPr txBox="1"/>
          <p:nvPr/>
        </p:nvSpPr>
        <p:spPr>
          <a:xfrm>
            <a:off x="9818341" y="3894903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54763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5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5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5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5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1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2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4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7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 tmFilter="0, 0; .2, .5; .8, .5; 1, 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0" dur="25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7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8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8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8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9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9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4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23" grpId="0" animBg="1"/>
      <p:bldP spid="23" grpId="1" animBg="1"/>
      <p:bldP spid="24" grpId="0" animBg="1"/>
      <p:bldP spid="24" grpId="1" animBg="1"/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CB15F8-7659-C2A3-9382-94C4CDD83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D0BAD0C-B2A5-D9C9-F6BE-1DE8C82D9F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Post-Order Traversal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74922B0-69FB-F7C5-F3DF-A9A0F18F2FC4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71B53A0-09AD-1725-16D0-561CC8731116}"/>
              </a:ext>
            </a:extLst>
          </p:cNvPr>
          <p:cNvSpPr/>
          <p:nvPr/>
        </p:nvSpPr>
        <p:spPr>
          <a:xfrm>
            <a:off x="5734137" y="1708641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89FA65-261F-C422-15E5-6AB64CCEAE28}"/>
              </a:ext>
            </a:extLst>
          </p:cNvPr>
          <p:cNvSpPr/>
          <p:nvPr/>
        </p:nvSpPr>
        <p:spPr>
          <a:xfrm>
            <a:off x="3511142" y="2786214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B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844DD67-6432-4EB5-3095-2CC1148D122F}"/>
              </a:ext>
            </a:extLst>
          </p:cNvPr>
          <p:cNvSpPr/>
          <p:nvPr/>
        </p:nvSpPr>
        <p:spPr>
          <a:xfrm>
            <a:off x="8016271" y="2799442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C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30B9C24-E58A-B70D-7306-B86FDE99F4F6}"/>
              </a:ext>
            </a:extLst>
          </p:cNvPr>
          <p:cNvSpPr/>
          <p:nvPr/>
        </p:nvSpPr>
        <p:spPr>
          <a:xfrm>
            <a:off x="2635444" y="3766418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D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A1E9105-9A38-80DD-1945-1E4C8C6C4DD7}"/>
              </a:ext>
            </a:extLst>
          </p:cNvPr>
          <p:cNvSpPr/>
          <p:nvPr/>
        </p:nvSpPr>
        <p:spPr>
          <a:xfrm>
            <a:off x="4386840" y="3767604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6CE5BE2-9D4F-3FA0-8665-8AF08A57A05A}"/>
              </a:ext>
            </a:extLst>
          </p:cNvPr>
          <p:cNvCxnSpPr>
            <a:stCxn id="7" idx="3"/>
            <a:endCxn id="8" idx="7"/>
          </p:cNvCxnSpPr>
          <p:nvPr/>
        </p:nvCxnSpPr>
        <p:spPr>
          <a:xfrm flipH="1">
            <a:off x="4125700" y="2323199"/>
            <a:ext cx="1713879" cy="56845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F4F332E-A8F6-7225-F6C7-EEAADE2F3A1C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3250002" y="3400772"/>
            <a:ext cx="366582" cy="471088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0E25ABE-2733-1513-7494-1F4DC0D5FC55}"/>
              </a:ext>
            </a:extLst>
          </p:cNvPr>
          <p:cNvCxnSpPr>
            <a:cxnSpLocks/>
            <a:stCxn id="7" idx="5"/>
            <a:endCxn id="9" idx="1"/>
          </p:cNvCxnSpPr>
          <p:nvPr/>
        </p:nvCxnSpPr>
        <p:spPr>
          <a:xfrm>
            <a:off x="6348695" y="2323199"/>
            <a:ext cx="1773018" cy="581685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7FF4439-EBBB-E877-0A9A-6D8D61C09D85}"/>
              </a:ext>
            </a:extLst>
          </p:cNvPr>
          <p:cNvCxnSpPr>
            <a:cxnSpLocks/>
            <a:stCxn id="8" idx="5"/>
            <a:endCxn id="11" idx="1"/>
          </p:cNvCxnSpPr>
          <p:nvPr/>
        </p:nvCxnSpPr>
        <p:spPr>
          <a:xfrm>
            <a:off x="4125700" y="3400772"/>
            <a:ext cx="366582" cy="472274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112BFEDD-9CEB-75BA-4A8C-3FAC8D9C6D54}"/>
              </a:ext>
            </a:extLst>
          </p:cNvPr>
          <p:cNvSpPr/>
          <p:nvPr/>
        </p:nvSpPr>
        <p:spPr>
          <a:xfrm>
            <a:off x="6912503" y="3766418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F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DE42CA5-0115-7FFD-59BA-78D6E620B2D8}"/>
              </a:ext>
            </a:extLst>
          </p:cNvPr>
          <p:cNvSpPr/>
          <p:nvPr/>
        </p:nvSpPr>
        <p:spPr>
          <a:xfrm>
            <a:off x="9140405" y="3766418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G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8FD285B-AFCB-77EE-4716-1146AAC70AE4}"/>
              </a:ext>
            </a:extLst>
          </p:cNvPr>
          <p:cNvCxnSpPr>
            <a:cxnSpLocks/>
            <a:stCxn id="9" idx="3"/>
            <a:endCxn id="28" idx="7"/>
          </p:cNvCxnSpPr>
          <p:nvPr/>
        </p:nvCxnSpPr>
        <p:spPr>
          <a:xfrm flipH="1">
            <a:off x="7527061" y="3414000"/>
            <a:ext cx="594652" cy="457860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04E91AC-7E64-D5CF-30F6-C7E02076B343}"/>
              </a:ext>
            </a:extLst>
          </p:cNvPr>
          <p:cNvCxnSpPr>
            <a:cxnSpLocks/>
            <a:stCxn id="9" idx="5"/>
            <a:endCxn id="29" idx="1"/>
          </p:cNvCxnSpPr>
          <p:nvPr/>
        </p:nvCxnSpPr>
        <p:spPr>
          <a:xfrm>
            <a:off x="8630829" y="3414000"/>
            <a:ext cx="615018" cy="457860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4B0FD1B7-A5F6-BB39-E11F-AEAA7A3E47F8}"/>
              </a:ext>
            </a:extLst>
          </p:cNvPr>
          <p:cNvSpPr txBox="1"/>
          <p:nvPr/>
        </p:nvSpPr>
        <p:spPr>
          <a:xfrm>
            <a:off x="609600" y="5535179"/>
            <a:ext cx="109728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00B0F0"/>
                </a:solidFill>
              </a:rPr>
              <a:t>Post-order traversal</a:t>
            </a:r>
            <a:r>
              <a:rPr lang="en-US" sz="2800" dirty="0">
                <a:solidFill>
                  <a:schemeClr val="bg1"/>
                </a:solidFill>
              </a:rPr>
              <a:t>: Visit the left subtree first then the right subtree and finally the root node.</a:t>
            </a:r>
          </a:p>
        </p:txBody>
      </p:sp>
    </p:spTree>
    <p:extLst>
      <p:ext uri="{BB962C8B-B14F-4D97-AF65-F5344CB8AC3E}">
        <p14:creationId xmlns:p14="http://schemas.microsoft.com/office/powerpoint/2010/main" val="1032924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8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6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5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25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1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2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 tmFilter="0, 0; .2, .5; .8, .5; 1, 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4" dur="25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7" dur="25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 tmFilter="0, 0; .2, .5; .8, .5; 1, 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0" dur="250" autoRev="1" fill="hold"/>
                                        <p:tgtEl>
                                          <p:spTgt spid="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7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7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8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8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8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9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9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28" grpId="0" animBg="1"/>
      <p:bldP spid="28" grpId="1" animBg="1"/>
      <p:bldP spid="29" grpId="0" animBg="1"/>
      <p:bldP spid="29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483CCD-0611-A712-48FB-DAB3A9322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68E5622-45CB-0C53-9C96-D03DDE56F9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Post-Order Traversal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D98A5C-A280-29B2-7B43-634C093441A1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0F11EC4-3EDB-1315-F858-C4D3CA862903}"/>
              </a:ext>
            </a:extLst>
          </p:cNvPr>
          <p:cNvSpPr/>
          <p:nvPr/>
        </p:nvSpPr>
        <p:spPr>
          <a:xfrm>
            <a:off x="5734137" y="1708641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A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E0DEB3F-DC58-5F8F-8C7B-2A5F1D1F3424}"/>
              </a:ext>
            </a:extLst>
          </p:cNvPr>
          <p:cNvSpPr/>
          <p:nvPr/>
        </p:nvSpPr>
        <p:spPr>
          <a:xfrm>
            <a:off x="3511142" y="2786214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B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22B2809-CC0A-F806-7385-5EE84C4AB183}"/>
              </a:ext>
            </a:extLst>
          </p:cNvPr>
          <p:cNvSpPr/>
          <p:nvPr/>
        </p:nvSpPr>
        <p:spPr>
          <a:xfrm>
            <a:off x="8016271" y="2799442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C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9D5298F-DBAA-36D6-B0F8-0FC259F9A33E}"/>
              </a:ext>
            </a:extLst>
          </p:cNvPr>
          <p:cNvSpPr/>
          <p:nvPr/>
        </p:nvSpPr>
        <p:spPr>
          <a:xfrm>
            <a:off x="2635444" y="3766418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D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4546F8E-07FE-9982-8A75-258B3B861A52}"/>
              </a:ext>
            </a:extLst>
          </p:cNvPr>
          <p:cNvSpPr/>
          <p:nvPr/>
        </p:nvSpPr>
        <p:spPr>
          <a:xfrm>
            <a:off x="4386840" y="3767604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02E68DD-E091-9ECF-410B-CA5435E54B13}"/>
              </a:ext>
            </a:extLst>
          </p:cNvPr>
          <p:cNvCxnSpPr>
            <a:stCxn id="3" idx="3"/>
            <a:endCxn id="4" idx="7"/>
          </p:cNvCxnSpPr>
          <p:nvPr/>
        </p:nvCxnSpPr>
        <p:spPr>
          <a:xfrm flipH="1">
            <a:off x="4125700" y="2323199"/>
            <a:ext cx="1713879" cy="56845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7EEE1EE-C799-5894-2DDA-6BEE19B840A8}"/>
              </a:ext>
            </a:extLst>
          </p:cNvPr>
          <p:cNvCxnSpPr>
            <a:stCxn id="4" idx="3"/>
            <a:endCxn id="17" idx="7"/>
          </p:cNvCxnSpPr>
          <p:nvPr/>
        </p:nvCxnSpPr>
        <p:spPr>
          <a:xfrm flipH="1">
            <a:off x="3250002" y="3400772"/>
            <a:ext cx="366582" cy="471088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1AA56AF-3725-D2CB-63CD-A9ABE3BB78CE}"/>
              </a:ext>
            </a:extLst>
          </p:cNvPr>
          <p:cNvCxnSpPr>
            <a:cxnSpLocks/>
            <a:stCxn id="3" idx="5"/>
            <a:endCxn id="16" idx="1"/>
          </p:cNvCxnSpPr>
          <p:nvPr/>
        </p:nvCxnSpPr>
        <p:spPr>
          <a:xfrm>
            <a:off x="6348695" y="2323199"/>
            <a:ext cx="1773018" cy="581685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2D26013-ED44-0C53-8795-1D3EC1EB2BE1}"/>
              </a:ext>
            </a:extLst>
          </p:cNvPr>
          <p:cNvCxnSpPr>
            <a:cxnSpLocks/>
            <a:stCxn id="4" idx="5"/>
            <a:endCxn id="18" idx="1"/>
          </p:cNvCxnSpPr>
          <p:nvPr/>
        </p:nvCxnSpPr>
        <p:spPr>
          <a:xfrm>
            <a:off x="4125700" y="3400772"/>
            <a:ext cx="366582" cy="472274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CC1ED123-BCFE-E48E-34D7-17D12478C2E8}"/>
              </a:ext>
            </a:extLst>
          </p:cNvPr>
          <p:cNvSpPr/>
          <p:nvPr/>
        </p:nvSpPr>
        <p:spPr>
          <a:xfrm>
            <a:off x="6912503" y="3766418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F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F1BAC1E-39C3-47E9-70F5-E4761B097A6A}"/>
              </a:ext>
            </a:extLst>
          </p:cNvPr>
          <p:cNvSpPr/>
          <p:nvPr/>
        </p:nvSpPr>
        <p:spPr>
          <a:xfrm>
            <a:off x="9140405" y="3766418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G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A3BA2AE-ABAC-E00B-4570-C6EBDA3D511F}"/>
              </a:ext>
            </a:extLst>
          </p:cNvPr>
          <p:cNvCxnSpPr>
            <a:cxnSpLocks/>
            <a:stCxn id="16" idx="3"/>
            <a:endCxn id="23" idx="7"/>
          </p:cNvCxnSpPr>
          <p:nvPr/>
        </p:nvCxnSpPr>
        <p:spPr>
          <a:xfrm flipH="1">
            <a:off x="7527061" y="3414000"/>
            <a:ext cx="594652" cy="457860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4F7A369-BB81-CFE3-8B1F-E7AD23DDCE35}"/>
              </a:ext>
            </a:extLst>
          </p:cNvPr>
          <p:cNvCxnSpPr>
            <a:cxnSpLocks/>
            <a:stCxn id="16" idx="5"/>
            <a:endCxn id="24" idx="1"/>
          </p:cNvCxnSpPr>
          <p:nvPr/>
        </p:nvCxnSpPr>
        <p:spPr>
          <a:xfrm>
            <a:off x="8630829" y="3414000"/>
            <a:ext cx="615018" cy="457860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9A0BB98-D34F-3B79-0860-6A16A29CE320}"/>
              </a:ext>
            </a:extLst>
          </p:cNvPr>
          <p:cNvSpPr txBox="1"/>
          <p:nvPr/>
        </p:nvSpPr>
        <p:spPr>
          <a:xfrm>
            <a:off x="202970" y="4942448"/>
            <a:ext cx="4666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dirty="0">
                <a:solidFill>
                  <a:schemeClr val="bg1"/>
                </a:solidFill>
                <a:effectLst/>
              </a:rPr>
              <a:t>Step 1- </a:t>
            </a:r>
            <a:r>
              <a:rPr lang="en-US" b="1" dirty="0">
                <a:solidFill>
                  <a:schemeClr val="bg1"/>
                </a:solidFill>
              </a:rPr>
              <a:t>Recursively traverse the left subtree</a:t>
            </a:r>
            <a:endParaRPr lang="en-US" b="1" i="0" dirty="0">
              <a:solidFill>
                <a:schemeClr val="bg1"/>
              </a:solidFill>
              <a:effectLst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146795B-1296-EB6C-5B7E-074EE2688489}"/>
              </a:ext>
            </a:extLst>
          </p:cNvPr>
          <p:cNvSpPr txBox="1"/>
          <p:nvPr/>
        </p:nvSpPr>
        <p:spPr>
          <a:xfrm>
            <a:off x="214283" y="5311780"/>
            <a:ext cx="4666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dirty="0">
                <a:solidFill>
                  <a:schemeClr val="bg1"/>
                </a:solidFill>
                <a:effectLst/>
              </a:rPr>
              <a:t>Step 2- </a:t>
            </a:r>
            <a:r>
              <a:rPr lang="en-US" b="1" dirty="0">
                <a:solidFill>
                  <a:schemeClr val="bg1"/>
                </a:solidFill>
              </a:rPr>
              <a:t>Recursively traverse right subtree</a:t>
            </a:r>
            <a:endParaRPr lang="en-US" b="1" i="0" dirty="0">
              <a:solidFill>
                <a:schemeClr val="bg1"/>
              </a:solidFill>
              <a:effectLst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E98A13F-D1BC-B53F-F9ED-27D5154BEA2F}"/>
              </a:ext>
            </a:extLst>
          </p:cNvPr>
          <p:cNvSpPr txBox="1"/>
          <p:nvPr/>
        </p:nvSpPr>
        <p:spPr>
          <a:xfrm>
            <a:off x="202970" y="5653841"/>
            <a:ext cx="4666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i="0" dirty="0">
                <a:solidFill>
                  <a:schemeClr val="bg1"/>
                </a:solidFill>
                <a:effectLst/>
              </a:rPr>
              <a:t>Step 3- </a:t>
            </a:r>
            <a:r>
              <a:rPr lang="en-US" b="1" dirty="0">
                <a:solidFill>
                  <a:schemeClr val="bg1"/>
                </a:solidFill>
              </a:rPr>
              <a:t>Visit the root node</a:t>
            </a:r>
            <a:endParaRPr lang="en-US" b="1" i="0" dirty="0">
              <a:solidFill>
                <a:schemeClr val="bg1"/>
              </a:solidFill>
              <a:effectLst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9D6E930-4819-0EB4-D001-252AB886C0A7}"/>
              </a:ext>
            </a:extLst>
          </p:cNvPr>
          <p:cNvSpPr txBox="1"/>
          <p:nvPr/>
        </p:nvSpPr>
        <p:spPr>
          <a:xfrm>
            <a:off x="6964872" y="5176787"/>
            <a:ext cx="387457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b="1" dirty="0">
                <a:solidFill>
                  <a:srgbClr val="FF0000"/>
                </a:solidFill>
              </a:rPr>
              <a:t>Result:</a:t>
            </a:r>
          </a:p>
          <a:p>
            <a:r>
              <a:rPr lang="en-PH" sz="2500" b="1" dirty="0">
                <a:solidFill>
                  <a:srgbClr val="FF0000"/>
                </a:solidFill>
              </a:rPr>
              <a:t>D -&gt; E-&gt; B -&gt; F -&gt; G -&gt; C -&gt; A</a:t>
            </a:r>
          </a:p>
        </p:txBody>
      </p:sp>
    </p:spTree>
    <p:extLst>
      <p:ext uri="{BB962C8B-B14F-4D97-AF65-F5344CB8AC3E}">
        <p14:creationId xmlns:p14="http://schemas.microsoft.com/office/powerpoint/2010/main" val="493170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2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4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3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1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2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4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5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7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0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1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 tmFilter="0, 0; .2, .5; .8, .5; 1, 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3" dur="25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8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8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9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9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9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9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0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0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0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0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4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23" grpId="0" animBg="1"/>
      <p:bldP spid="23" grpId="1" animBg="1"/>
      <p:bldP spid="24" grpId="0" animBg="1"/>
      <p:bldP spid="24" grpId="1" animBg="1"/>
      <p:bldP spid="27" grpId="0"/>
      <p:bldP spid="32" grpId="0"/>
      <p:bldP spid="33" grpId="0"/>
      <p:bldP spid="3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EED81C-225F-0819-915C-395E53005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B346CC4-60E6-2BFE-2497-FF83BA17DD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Post-Order Traversal</a:t>
            </a:r>
            <a:endParaRPr lang="en-PH" dirty="0">
              <a:solidFill>
                <a:srgbClr val="00B05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108C73-0B14-EDCC-53BA-294E675D8375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1" i="0" dirty="0">
              <a:effectLst/>
            </a:endParaRPr>
          </a:p>
          <a:p>
            <a:pPr algn="l"/>
            <a:endParaRPr lang="en-US" sz="3000" b="1" dirty="0"/>
          </a:p>
          <a:p>
            <a:pPr algn="l"/>
            <a:endParaRPr lang="en-US" sz="3000" b="0" i="0" dirty="0">
              <a:effectLst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59E5DE1-382A-66F7-1D69-DFEEAA072ECF}"/>
              </a:ext>
            </a:extLst>
          </p:cNvPr>
          <p:cNvSpPr/>
          <p:nvPr/>
        </p:nvSpPr>
        <p:spPr>
          <a:xfrm>
            <a:off x="5734137" y="1708641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A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D3FA8A7-A92B-B346-796D-3727E9697F1E}"/>
              </a:ext>
            </a:extLst>
          </p:cNvPr>
          <p:cNvSpPr/>
          <p:nvPr/>
        </p:nvSpPr>
        <p:spPr>
          <a:xfrm>
            <a:off x="3511142" y="2786214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B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95A8044-3A14-3673-F17B-3F5D52731F57}"/>
              </a:ext>
            </a:extLst>
          </p:cNvPr>
          <p:cNvSpPr/>
          <p:nvPr/>
        </p:nvSpPr>
        <p:spPr>
          <a:xfrm>
            <a:off x="8016271" y="2799442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C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F16DE9E-A91D-4ED0-A340-E9AE7F27C700}"/>
              </a:ext>
            </a:extLst>
          </p:cNvPr>
          <p:cNvSpPr/>
          <p:nvPr/>
        </p:nvSpPr>
        <p:spPr>
          <a:xfrm>
            <a:off x="2635444" y="3766418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D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6D09A54-23BF-03E3-C21B-09D6C0A36E1C}"/>
              </a:ext>
            </a:extLst>
          </p:cNvPr>
          <p:cNvSpPr/>
          <p:nvPr/>
        </p:nvSpPr>
        <p:spPr>
          <a:xfrm>
            <a:off x="4386840" y="3767604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97A9EEE-2D7C-3892-84E2-A6114D9F79B0}"/>
              </a:ext>
            </a:extLst>
          </p:cNvPr>
          <p:cNvCxnSpPr>
            <a:stCxn id="3" idx="3"/>
            <a:endCxn id="4" idx="7"/>
          </p:cNvCxnSpPr>
          <p:nvPr/>
        </p:nvCxnSpPr>
        <p:spPr>
          <a:xfrm flipH="1">
            <a:off x="4125700" y="2323199"/>
            <a:ext cx="1713879" cy="568457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D07FC9B-D85C-23BF-0324-226812A203F2}"/>
              </a:ext>
            </a:extLst>
          </p:cNvPr>
          <p:cNvCxnSpPr>
            <a:stCxn id="4" idx="3"/>
            <a:endCxn id="17" idx="7"/>
          </p:cNvCxnSpPr>
          <p:nvPr/>
        </p:nvCxnSpPr>
        <p:spPr>
          <a:xfrm flipH="1">
            <a:off x="3250002" y="3400772"/>
            <a:ext cx="366582" cy="471088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87A87DD-EB76-4E8C-51B8-C2AA00CC23C4}"/>
              </a:ext>
            </a:extLst>
          </p:cNvPr>
          <p:cNvCxnSpPr>
            <a:cxnSpLocks/>
            <a:stCxn id="3" idx="5"/>
            <a:endCxn id="16" idx="1"/>
          </p:cNvCxnSpPr>
          <p:nvPr/>
        </p:nvCxnSpPr>
        <p:spPr>
          <a:xfrm>
            <a:off x="6348695" y="2323199"/>
            <a:ext cx="1773018" cy="581685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FAD4250-D6D8-C655-03CD-8A668492C8DB}"/>
              </a:ext>
            </a:extLst>
          </p:cNvPr>
          <p:cNvCxnSpPr>
            <a:cxnSpLocks/>
            <a:stCxn id="4" idx="5"/>
            <a:endCxn id="18" idx="1"/>
          </p:cNvCxnSpPr>
          <p:nvPr/>
        </p:nvCxnSpPr>
        <p:spPr>
          <a:xfrm>
            <a:off x="4125700" y="3400772"/>
            <a:ext cx="366582" cy="472274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6A9A5D57-52E3-ED90-C503-CE50398F88D0}"/>
              </a:ext>
            </a:extLst>
          </p:cNvPr>
          <p:cNvSpPr/>
          <p:nvPr/>
        </p:nvSpPr>
        <p:spPr>
          <a:xfrm>
            <a:off x="6912503" y="3766418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F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395B769-EFA7-A5F1-4BD0-E8DC6DE723EE}"/>
              </a:ext>
            </a:extLst>
          </p:cNvPr>
          <p:cNvSpPr/>
          <p:nvPr/>
        </p:nvSpPr>
        <p:spPr>
          <a:xfrm>
            <a:off x="9140405" y="3766418"/>
            <a:ext cx="720000" cy="720000"/>
          </a:xfrm>
          <a:prstGeom prst="ellipse">
            <a:avLst/>
          </a:prstGeom>
          <a:solidFill>
            <a:srgbClr val="6AB5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4000" b="1" dirty="0"/>
              <a:t>G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F886CEB-4359-C899-80DA-4D1A77A97874}"/>
              </a:ext>
            </a:extLst>
          </p:cNvPr>
          <p:cNvCxnSpPr>
            <a:cxnSpLocks/>
            <a:stCxn id="16" idx="3"/>
            <a:endCxn id="23" idx="7"/>
          </p:cNvCxnSpPr>
          <p:nvPr/>
        </p:nvCxnSpPr>
        <p:spPr>
          <a:xfrm flipH="1">
            <a:off x="7527061" y="3414000"/>
            <a:ext cx="594652" cy="457860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1FA431B-D8EC-A8F0-FE2E-ADE28E663398}"/>
              </a:ext>
            </a:extLst>
          </p:cNvPr>
          <p:cNvCxnSpPr>
            <a:cxnSpLocks/>
            <a:stCxn id="16" idx="5"/>
            <a:endCxn id="24" idx="1"/>
          </p:cNvCxnSpPr>
          <p:nvPr/>
        </p:nvCxnSpPr>
        <p:spPr>
          <a:xfrm>
            <a:off x="8630829" y="3414000"/>
            <a:ext cx="615018" cy="457860"/>
          </a:xfrm>
          <a:prstGeom prst="line">
            <a:avLst/>
          </a:prstGeom>
          <a:ln w="38100">
            <a:solidFill>
              <a:srgbClr val="AAAAAA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7F6B9F3-1685-A3E8-17AE-E3498BA24648}"/>
              </a:ext>
            </a:extLst>
          </p:cNvPr>
          <p:cNvSpPr txBox="1"/>
          <p:nvPr/>
        </p:nvSpPr>
        <p:spPr>
          <a:xfrm>
            <a:off x="4035437" y="5149359"/>
            <a:ext cx="382377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2500" b="1" dirty="0">
                <a:solidFill>
                  <a:schemeClr val="bg1"/>
                </a:solidFill>
              </a:rPr>
              <a:t>Result:</a:t>
            </a:r>
          </a:p>
          <a:p>
            <a:pPr algn="ctr"/>
            <a:r>
              <a:rPr lang="en-PH" sz="2500" b="1" dirty="0">
                <a:solidFill>
                  <a:schemeClr val="bg1"/>
                </a:solidFill>
              </a:rPr>
              <a:t>D -&gt; E-&gt; B -&gt; F -&gt; G -&gt; C -&gt; 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839EAB-8AAF-9584-13B2-AE95D99D4D17}"/>
              </a:ext>
            </a:extLst>
          </p:cNvPr>
          <p:cNvSpPr txBox="1"/>
          <p:nvPr/>
        </p:nvSpPr>
        <p:spPr>
          <a:xfrm>
            <a:off x="2207470" y="3894903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17CF57-99AD-C411-AAA8-DAEB4DD0134A}"/>
              </a:ext>
            </a:extLst>
          </p:cNvPr>
          <p:cNvSpPr txBox="1"/>
          <p:nvPr/>
        </p:nvSpPr>
        <p:spPr>
          <a:xfrm>
            <a:off x="5088933" y="3899314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44BD2F-4A59-CDAB-FCF9-27E9DF33116D}"/>
              </a:ext>
            </a:extLst>
          </p:cNvPr>
          <p:cNvSpPr txBox="1"/>
          <p:nvPr/>
        </p:nvSpPr>
        <p:spPr>
          <a:xfrm>
            <a:off x="3671362" y="2375912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E7DFE9-91F3-6C4D-D889-9AB9BD80377E}"/>
              </a:ext>
            </a:extLst>
          </p:cNvPr>
          <p:cNvSpPr txBox="1"/>
          <p:nvPr/>
        </p:nvSpPr>
        <p:spPr>
          <a:xfrm>
            <a:off x="6609140" y="3892757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BA0730-E2CF-CE54-B2C1-112FECB48D68}"/>
              </a:ext>
            </a:extLst>
          </p:cNvPr>
          <p:cNvSpPr txBox="1"/>
          <p:nvPr/>
        </p:nvSpPr>
        <p:spPr>
          <a:xfrm>
            <a:off x="9833687" y="3899314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C89F91-2D6E-AE97-31DF-95F97404C0DE}"/>
              </a:ext>
            </a:extLst>
          </p:cNvPr>
          <p:cNvSpPr txBox="1"/>
          <p:nvPr/>
        </p:nvSpPr>
        <p:spPr>
          <a:xfrm>
            <a:off x="8176491" y="2443005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B6DF24-E8EB-CFF4-79DA-A10885EE3C9A}"/>
              </a:ext>
            </a:extLst>
          </p:cNvPr>
          <p:cNvSpPr txBox="1"/>
          <p:nvPr/>
        </p:nvSpPr>
        <p:spPr>
          <a:xfrm>
            <a:off x="5894357" y="1331783"/>
            <a:ext cx="34657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500" b="1" dirty="0">
                <a:solidFill>
                  <a:schemeClr val="bg1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905135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5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5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5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5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1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2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4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7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 tmFilter="0, 0; .2, .5; .8, .5; 1, 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0" dur="25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7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8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8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8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9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9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4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23" grpId="0" animBg="1"/>
      <p:bldP spid="23" grpId="1" animBg="1"/>
      <p:bldP spid="24" grpId="0" animBg="1"/>
      <p:bldP spid="24" grpId="1" animBg="1"/>
      <p:bldP spid="3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88BDCA587B344BBA6CB1A93FAE6998" ma:contentTypeVersion="2" ma:contentTypeDescription="Create a new document." ma:contentTypeScope="" ma:versionID="7a8e4b6720badb2566a0cfeddfaf2856">
  <xsd:schema xmlns:xsd="http://www.w3.org/2001/XMLSchema" xmlns:xs="http://www.w3.org/2001/XMLSchema" xmlns:p="http://schemas.microsoft.com/office/2006/metadata/properties" xmlns:ns2="ba111d12-426d-4af0-bcb6-460e36974645" targetNamespace="http://schemas.microsoft.com/office/2006/metadata/properties" ma:root="true" ma:fieldsID="989b05398519136c88ba0a8d54e3c3da" ns2:_="">
    <xsd:import namespace="ba111d12-426d-4af0-bcb6-460e3697464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111d12-426d-4af0-bcb6-460e369746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6C2DE78-7F75-46EF-BA1C-8DDDE33EBF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111d12-426d-4af0-bcb6-460e3697464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57C6131-C561-4201-AE06-D21CDE528BF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598EE6F-E26B-42BB-A8C4-ECA40997D30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1465</TotalTime>
  <Words>314</Words>
  <Application>Microsoft Macintosh PowerPoint</Application>
  <PresentationFormat>Widescreen</PresentationFormat>
  <Paragraphs>216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In-Order Traversal</vt:lpstr>
      <vt:lpstr>In-Order Traversal</vt:lpstr>
      <vt:lpstr>In-Order Traversal</vt:lpstr>
      <vt:lpstr>Pre-Order Traversal</vt:lpstr>
      <vt:lpstr>Pre-Order Traversal</vt:lpstr>
      <vt:lpstr>Pre-Order Traversal</vt:lpstr>
      <vt:lpstr>Post-Order Traversal</vt:lpstr>
      <vt:lpstr>Post-Order Traversal</vt:lpstr>
      <vt:lpstr>Post-Order Traversal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SLY Ponio</dc:creator>
  <cp:lastModifiedBy>Elizer Jr. D. Ponio</cp:lastModifiedBy>
  <cp:revision>165</cp:revision>
  <dcterms:created xsi:type="dcterms:W3CDTF">2022-05-11T03:47:05Z</dcterms:created>
  <dcterms:modified xsi:type="dcterms:W3CDTF">2026-06-22T05:04:26Z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0x0101007188BDCA587B344BBA6CB1A93FAE6998</vt:lpwstr>
  </property>
  <property fmtid="{D5CDD505-2E9C-101B-9397-08002B2CF9AE}" pid="3" name="MSIP_Label_8a813f4b-519a-4481-a498-85770f517757_Enabled">
    <vt:lpwstr>true</vt:lpwstr>
  </property>
  <property fmtid="{D5CDD505-2E9C-101B-9397-08002B2CF9AE}" pid="4" name="MSIP_Label_8a813f4b-519a-4481-a498-85770f517757_SetDate">
    <vt:lpwstr>2026-06-07T05:59:52Z</vt:lpwstr>
  </property>
  <property fmtid="{D5CDD505-2E9C-101B-9397-08002B2CF9AE}" pid="5" name="MSIP_Label_8a813f4b-519a-4481-a498-85770f517757_Method">
    <vt:lpwstr>Standard</vt:lpwstr>
  </property>
  <property fmtid="{D5CDD505-2E9C-101B-9397-08002B2CF9AE}" pid="6" name="MSIP_Label_8a813f4b-519a-4481-a498-85770f517757_Name">
    <vt:lpwstr>Anyone (unrestricted)</vt:lpwstr>
  </property>
  <property fmtid="{D5CDD505-2E9C-101B-9397-08002B2CF9AE}" pid="7" name="MSIP_Label_8a813f4b-519a-4481-a498-85770f517757_SiteId">
    <vt:lpwstr>1d981f77-3ca3-46ae-b0d4-e8044e6c7f84</vt:lpwstr>
  </property>
  <property fmtid="{D5CDD505-2E9C-101B-9397-08002B2CF9AE}" pid="8" name="MSIP_Label_8a813f4b-519a-4481-a498-85770f517757_ActionId">
    <vt:lpwstr>d7665017-5dc7-426d-aa34-f05dacd38e2d</vt:lpwstr>
  </property>
  <property fmtid="{D5CDD505-2E9C-101B-9397-08002B2CF9AE}" pid="9" name="MSIP_Label_8a813f4b-519a-4481-a498-85770f517757_ContentBits">
    <vt:lpwstr>0</vt:lpwstr>
  </property>
  <property fmtid="{D5CDD505-2E9C-101B-9397-08002B2CF9AE}" pid="10" name="MSIP_Label_8a813f4b-519a-4481-a498-85770f517757_Tag">
    <vt:lpwstr>50, 3, 0, 1</vt:lpwstr>
  </property>
</Properties>
</file>